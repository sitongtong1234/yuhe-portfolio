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4.svg" ContentType="image/svg+xml"/>
  <Override PartName="/ppt/media/image6.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711" r:id="rId3"/>
    <p:sldMasterId id="2147483715" r:id="rId4"/>
    <p:sldMasterId id="2147483778" r:id="rId5"/>
    <p:sldMasterId id="2147483841" r:id="rId6"/>
    <p:sldMasterId id="2147483904" r:id="rId7"/>
    <p:sldMasterId id="2147483967" r:id="rId8"/>
    <p:sldMasterId id="2147484030" r:id="rId9"/>
  </p:sldMasterIdLst>
  <p:notesMasterIdLst>
    <p:notesMasterId r:id="rId29"/>
  </p:notesMasterIdLst>
  <p:sldIdLst>
    <p:sldId id="256" r:id="rId10"/>
    <p:sldId id="257" r:id="rId11"/>
    <p:sldId id="258" r:id="rId12"/>
    <p:sldId id="261" r:id="rId13"/>
    <p:sldId id="259" r:id="rId14"/>
    <p:sldId id="292" r:id="rId15"/>
    <p:sldId id="293" r:id="rId16"/>
    <p:sldId id="294" r:id="rId17"/>
    <p:sldId id="263" r:id="rId18"/>
    <p:sldId id="266" r:id="rId19"/>
    <p:sldId id="268" r:id="rId20"/>
    <p:sldId id="271" r:id="rId21"/>
    <p:sldId id="273" r:id="rId22"/>
    <p:sldId id="275" r:id="rId23"/>
    <p:sldId id="291" r:id="rId24"/>
    <p:sldId id="287" r:id="rId25"/>
    <p:sldId id="296" r:id="rId26"/>
    <p:sldId id="298" r:id="rId27"/>
    <p:sldId id="299"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9" userDrawn="1">
          <p15:clr>
            <a:srgbClr val="A4A3A4"/>
          </p15:clr>
        </p15:guide>
        <p15:guide id="2" pos="1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02CB94"/>
    <a:srgbClr val="0050F9"/>
    <a:srgbClr val="165DFF"/>
    <a:srgbClr val="3468FF"/>
    <a:srgbClr val="28D5A0"/>
    <a:srgbClr val="EBEBEB"/>
    <a:srgbClr val="F4F4F4"/>
    <a:srgbClr val="E5EEFF"/>
    <a:srgbClr val="3367FF"/>
    <a:srgbClr val="10CF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showGuides="1">
      <p:cViewPr>
        <p:scale>
          <a:sx n="75" d="100"/>
          <a:sy n="75" d="100"/>
        </p:scale>
        <p:origin x="1260" y="816"/>
      </p:cViewPr>
      <p:guideLst>
        <p:guide orient="horz" pos="2389"/>
        <p:guide pos="14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notesMaster" Target="notesMasters/notesMaster1.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slide" Target="slides/slid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6" Type="http://schemas.openxmlformats.org/officeDocument/2006/relationships/tags" Target="../tags/tag1.xml"/><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6" Type="http://schemas.openxmlformats.org/officeDocument/2006/relationships/tags" Target="../tags/tag2.xml"/><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6" Type="http://schemas.openxmlformats.org/officeDocument/2006/relationships/tags" Target="../tags/tag3.xml"/><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6" Type="http://schemas.openxmlformats.org/officeDocument/2006/relationships/tags" Target="../tags/tag4.xml"/><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6" Type="http://schemas.openxmlformats.org/officeDocument/2006/relationships/tags" Target="../tags/tag6.xml"/><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6" Type="http://schemas.openxmlformats.org/officeDocument/2006/relationships/tags" Target="../tags/tag7.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6" Type="http://schemas.openxmlformats.org/officeDocument/2006/relationships/tags" Target="../tags/tag8.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6" Type="http://schemas.openxmlformats.org/officeDocument/2006/relationships/tags" Target="../tags/tag9.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6" Type="http://schemas.openxmlformats.org/officeDocument/2006/relationships/tags" Target="../tags/tag11.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6" Type="http://schemas.openxmlformats.org/officeDocument/2006/relationships/tags" Target="../tags/tag12.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6" Type="http://schemas.openxmlformats.org/officeDocument/2006/relationships/tags" Target="../tags/tag13.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6" Type="http://schemas.openxmlformats.org/officeDocument/2006/relationships/tags" Target="../tags/tag14.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6" Type="http://schemas.openxmlformats.org/officeDocument/2006/relationships/tags" Target="../tags/tag16.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6" Type="http://schemas.openxmlformats.org/officeDocument/2006/relationships/tags" Target="../tags/tag17.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3.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5.xml.rels><?xml version="1.0" encoding="UTF-8" standalone="yes"?>
<Relationships xmlns="http://schemas.openxmlformats.org/package/2006/relationships"><Relationship Id="rId6" Type="http://schemas.openxmlformats.org/officeDocument/2006/relationships/tags" Target="../tags/tag19.xml"/><Relationship Id="rId5" Type="http://schemas.openxmlformats.org/officeDocument/2006/relationships/image" Target="../media/image10.svg"/><Relationship Id="rId4" Type="http://schemas.openxmlformats.org/officeDocument/2006/relationships/image" Target="../media/image7.png"/><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46.xml.rels><?xml version="1.0" encoding="UTF-8" standalone="yes"?>
<Relationships xmlns="http://schemas.openxmlformats.org/package/2006/relationships"><Relationship Id="rId6" Type="http://schemas.openxmlformats.org/officeDocument/2006/relationships/tags" Target="../tags/tag20.xml"/><Relationship Id="rId5" Type="http://schemas.openxmlformats.org/officeDocument/2006/relationships/image" Target="../media/image10.svg"/><Relationship Id="rId4" Type="http://schemas.openxmlformats.org/officeDocument/2006/relationships/image" Target="../media/image7.png"/><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8.xml.rels><?xml version="1.0" encoding="UTF-8" standalone="yes"?>
<Relationships xmlns="http://schemas.openxmlformats.org/package/2006/relationships"><Relationship Id="rId6" Type="http://schemas.openxmlformats.org/officeDocument/2006/relationships/tags" Target="../tags/tag21.xml"/><Relationship Id="rId5" Type="http://schemas.openxmlformats.org/officeDocument/2006/relationships/image" Target="../media/image10.svg"/><Relationship Id="rId4" Type="http://schemas.openxmlformats.org/officeDocument/2006/relationships/image" Target="../media/image7.png"/><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49.xml.rels><?xml version="1.0" encoding="UTF-8" standalone="yes"?>
<Relationships xmlns="http://schemas.openxmlformats.org/package/2006/relationships"><Relationship Id="rId6" Type="http://schemas.openxmlformats.org/officeDocument/2006/relationships/tags" Target="../tags/tag22.xml"/><Relationship Id="rId5" Type="http://schemas.openxmlformats.org/officeDocument/2006/relationships/image" Target="../media/image10.svg"/><Relationship Id="rId4" Type="http://schemas.openxmlformats.org/officeDocument/2006/relationships/image" Target="../media/image7.png"/><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50.xml.rels><?xml version="1.0" encoding="UTF-8" standalone="yes"?>
<Relationships xmlns="http://schemas.openxmlformats.org/package/2006/relationships"><Relationship Id="rId6" Type="http://schemas.openxmlformats.org/officeDocument/2006/relationships/tags" Target="../tags/tag23.xml"/><Relationship Id="rId5" Type="http://schemas.openxmlformats.org/officeDocument/2006/relationships/image" Target="../media/image10.svg"/><Relationship Id="rId4" Type="http://schemas.openxmlformats.org/officeDocument/2006/relationships/image" Target="../media/image7.png"/><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51.xml.rels><?xml version="1.0" encoding="UTF-8" standalone="yes"?>
<Relationships xmlns="http://schemas.openxmlformats.org/package/2006/relationships"><Relationship Id="rId6" Type="http://schemas.openxmlformats.org/officeDocument/2006/relationships/tags" Target="../tags/tag24.xml"/><Relationship Id="rId5" Type="http://schemas.openxmlformats.org/officeDocument/2006/relationships/image" Target="../media/image10.svg"/><Relationship Id="rId4" Type="http://schemas.openxmlformats.org/officeDocument/2006/relationships/image" Target="../media/image7.png"/><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5.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6.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7.xml.rels><?xml version="1.0" encoding="UTF-8" standalone="yes"?>
<Relationships xmlns="http://schemas.openxmlformats.org/package/2006/relationships"><Relationship Id="rId6" Type="http://schemas.openxmlformats.org/officeDocument/2006/relationships/tags" Target="../tags/tag25.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308.xml.rels><?xml version="1.0" encoding="UTF-8" standalone="yes"?>
<Relationships xmlns="http://schemas.openxmlformats.org/package/2006/relationships"><Relationship Id="rId6" Type="http://schemas.openxmlformats.org/officeDocument/2006/relationships/tags" Target="../tags/tag26.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0.xml.rels><?xml version="1.0" encoding="UTF-8" standalone="yes"?>
<Relationships xmlns="http://schemas.openxmlformats.org/package/2006/relationships"><Relationship Id="rId6" Type="http://schemas.openxmlformats.org/officeDocument/2006/relationships/tags" Target="../tags/tag27.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311.xml.rels><?xml version="1.0" encoding="UTF-8" standalone="yes"?>
<Relationships xmlns="http://schemas.openxmlformats.org/package/2006/relationships"><Relationship Id="rId6" Type="http://schemas.openxmlformats.org/officeDocument/2006/relationships/tags" Target="../tags/tag28.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312.xml.rels><?xml version="1.0" encoding="UTF-8" standalone="yes"?>
<Relationships xmlns="http://schemas.openxmlformats.org/package/2006/relationships"><Relationship Id="rId6" Type="http://schemas.openxmlformats.org/officeDocument/2006/relationships/tags" Target="../tags/tag29.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313.xml.rels><?xml version="1.0" encoding="UTF-8" standalone="yes"?>
<Relationships xmlns="http://schemas.openxmlformats.org/package/2006/relationships"><Relationship Id="rId6" Type="http://schemas.openxmlformats.org/officeDocument/2006/relationships/tags" Target="../tags/tag30.xml"/><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7.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7.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9.xml.rels><?xml version="1.0" encoding="UTF-8" standalone="yes"?>
<Relationships xmlns="http://schemas.openxmlformats.org/package/2006/relationships"><Relationship Id="rId6" Type="http://schemas.openxmlformats.org/officeDocument/2006/relationships/tags" Target="../tags/tag31.xml"/><Relationship Id="rId5" Type="http://schemas.openxmlformats.org/officeDocument/2006/relationships/image" Target="../media/image10.svg"/><Relationship Id="rId4" Type="http://schemas.openxmlformats.org/officeDocument/2006/relationships/image" Target="../media/image7.png"/><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370.xml.rels><?xml version="1.0" encoding="UTF-8" standalone="yes"?>
<Relationships xmlns="http://schemas.openxmlformats.org/package/2006/relationships"><Relationship Id="rId6" Type="http://schemas.openxmlformats.org/officeDocument/2006/relationships/tags" Target="../tags/tag32.xml"/><Relationship Id="rId5" Type="http://schemas.openxmlformats.org/officeDocument/2006/relationships/image" Target="../media/image10.svg"/><Relationship Id="rId4" Type="http://schemas.openxmlformats.org/officeDocument/2006/relationships/image" Target="../media/image7.png"/><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2.xml.rels><?xml version="1.0" encoding="UTF-8" standalone="yes"?>
<Relationships xmlns="http://schemas.openxmlformats.org/package/2006/relationships"><Relationship Id="rId6" Type="http://schemas.openxmlformats.org/officeDocument/2006/relationships/tags" Target="../tags/tag33.xml"/><Relationship Id="rId5" Type="http://schemas.openxmlformats.org/officeDocument/2006/relationships/image" Target="../media/image10.svg"/><Relationship Id="rId4" Type="http://schemas.openxmlformats.org/officeDocument/2006/relationships/image" Target="../media/image7.png"/><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373.xml.rels><?xml version="1.0" encoding="UTF-8" standalone="yes"?>
<Relationships xmlns="http://schemas.openxmlformats.org/package/2006/relationships"><Relationship Id="rId6" Type="http://schemas.openxmlformats.org/officeDocument/2006/relationships/tags" Target="../tags/tag34.xml"/><Relationship Id="rId5" Type="http://schemas.openxmlformats.org/officeDocument/2006/relationships/image" Target="../media/image10.svg"/><Relationship Id="rId4" Type="http://schemas.openxmlformats.org/officeDocument/2006/relationships/image" Target="../media/image7.png"/><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374.xml.rels><?xml version="1.0" encoding="UTF-8" standalone="yes"?>
<Relationships xmlns="http://schemas.openxmlformats.org/package/2006/relationships"><Relationship Id="rId6" Type="http://schemas.openxmlformats.org/officeDocument/2006/relationships/tags" Target="../tags/tag35.xml"/><Relationship Id="rId5" Type="http://schemas.openxmlformats.org/officeDocument/2006/relationships/image" Target="../media/image10.svg"/><Relationship Id="rId4" Type="http://schemas.openxmlformats.org/officeDocument/2006/relationships/image" Target="../media/image7.png"/><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375.xml.rels><?xml version="1.0" encoding="UTF-8" standalone="yes"?>
<Relationships xmlns="http://schemas.openxmlformats.org/package/2006/relationships"><Relationship Id="rId6" Type="http://schemas.openxmlformats.org/officeDocument/2006/relationships/tags" Target="../tags/tag36.xml"/><Relationship Id="rId5" Type="http://schemas.openxmlformats.org/officeDocument/2006/relationships/image" Target="../media/image10.svg"/><Relationship Id="rId4" Type="http://schemas.openxmlformats.org/officeDocument/2006/relationships/image" Target="../media/image7.png"/><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29.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8.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31.xml.rels><?xml version="1.0" encoding="UTF-8" standalone="yes"?>
<Relationships xmlns="http://schemas.openxmlformats.org/package/2006/relationships"><Relationship Id="rId2" Type="http://schemas.openxmlformats.org/officeDocument/2006/relationships/tags" Target="../tags/tag37.xml"/><Relationship Id="rId1" Type="http://schemas.openxmlformats.org/officeDocument/2006/relationships/slideMaster" Target="../slideMasters/slideMaster8.xml"/></Relationships>
</file>

<file path=ppt/slideLayouts/_rels/slideLayout432.xml.rels><?xml version="1.0" encoding="UTF-8" standalone="yes"?>
<Relationships xmlns="http://schemas.openxmlformats.org/package/2006/relationships"><Relationship Id="rId2" Type="http://schemas.openxmlformats.org/officeDocument/2006/relationships/tags" Target="../tags/tag38.xml"/><Relationship Id="rId1" Type="http://schemas.openxmlformats.org/officeDocument/2006/relationships/slideMaster" Target="../slideMasters/slideMaster8.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34.xml.rels><?xml version="1.0" encoding="UTF-8" standalone="yes"?>
<Relationships xmlns="http://schemas.openxmlformats.org/package/2006/relationships"><Relationship Id="rId2" Type="http://schemas.openxmlformats.org/officeDocument/2006/relationships/tags" Target="../tags/tag39.xml"/><Relationship Id="rId1" Type="http://schemas.openxmlformats.org/officeDocument/2006/relationships/slideMaster" Target="../slideMasters/slideMaster8.xml"/></Relationships>
</file>

<file path=ppt/slideLayouts/_rels/slideLayout435.xml.rels><?xml version="1.0" encoding="UTF-8" standalone="yes"?>
<Relationships xmlns="http://schemas.openxmlformats.org/package/2006/relationships"><Relationship Id="rId2" Type="http://schemas.openxmlformats.org/officeDocument/2006/relationships/tags" Target="../tags/tag40.xml"/><Relationship Id="rId1" Type="http://schemas.openxmlformats.org/officeDocument/2006/relationships/slideMaster" Target="../slideMasters/slideMaster8.xml"/></Relationships>
</file>

<file path=ppt/slideLayouts/_rels/slideLayout436.xml.rels><?xml version="1.0" encoding="UTF-8" standalone="yes"?>
<Relationships xmlns="http://schemas.openxmlformats.org/package/2006/relationships"><Relationship Id="rId2" Type="http://schemas.openxmlformats.org/officeDocument/2006/relationships/tags" Target="../tags/tag41.xml"/><Relationship Id="rId1" Type="http://schemas.openxmlformats.org/officeDocument/2006/relationships/slideMaster" Target="../slideMasters/slideMaster8.xml"/></Relationships>
</file>

<file path=ppt/slideLayouts/_rels/slideLayout437.xml.rels><?xml version="1.0" encoding="UTF-8" standalone="yes"?>
<Relationships xmlns="http://schemas.openxmlformats.org/package/2006/relationships"><Relationship Id="rId2" Type="http://schemas.openxmlformats.org/officeDocument/2006/relationships/tags" Target="../tags/tag42.xml"/><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5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
        <p:nvSpPr>
          <p:cNvPr id="6" name="TextBox 5"/>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dirty="0">
              <a:solidFill>
                <a:schemeClr val="tx1">
                  <a:alpha val="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形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11" name="图形 10"/>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12" name="椭圆 11"/>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p>
            <a:pPr algn="dist"/>
            <a:r>
              <a:rPr lang="zh-CN" altLang="en-US" b="0" dirty="0">
                <a:solidFill>
                  <a:schemeClr val="tx1">
                    <a:lumMod val="75000"/>
                    <a:lumOff val="25000"/>
                  </a:schemeClr>
                </a:solidFill>
                <a:latin typeface="微软雅黑" panose="020B0503020204020204" pitchFamily="34" charset="-122"/>
                <a:ea typeface="微软雅黑" panose="020B0503020204020204" pitchFamily="34" charset="-122"/>
              </a:rPr>
              <a:t>经费预算</a:t>
            </a:r>
            <a:endParaRPr lang="zh-CN" altLang="en-US" b="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hf sldNum="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6" name="图形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7" name="图形 6"/>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8" name="椭圆 7"/>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奖项设定</a:t>
            </a:r>
            <a:endParaRPr lang="zh-CN" altLang="en-US" dirty="0"/>
          </a:p>
        </p:txBody>
      </p:sp>
    </p:spTree>
  </p:cSld>
  <p:clrMapOvr>
    <a:masterClrMapping/>
  </p:clrMapOvr>
  <p:hf sldNum="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9" name="图形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10" name="椭圆 9"/>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活动背景</a:t>
            </a:r>
            <a:endParaRPr lang="zh-CN" altLang="en-US" dirty="0"/>
          </a:p>
        </p:txBody>
      </p:sp>
    </p:spTree>
  </p:cSld>
  <p:clrMapOvr>
    <a:masterClrMapping/>
  </p:clrMapOvr>
  <p:hf sldNum="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9" name="图形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10" name="椭圆 9"/>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整体思路</a:t>
            </a:r>
            <a:endParaRPr lang="zh-CN" altLang="en-US" dirty="0"/>
          </a:p>
        </p:txBody>
      </p:sp>
    </p:spTree>
  </p:cSld>
  <p:clrMapOvr>
    <a:masterClrMapping/>
  </p:clrMapOvr>
  <p:hf sldNum="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pic>
        <p:nvPicPr>
          <p:cNvPr id="7" name="图形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8" name="图形 7"/>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9" name="椭圆 8"/>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运作策划</a:t>
            </a:r>
            <a:endParaRPr lang="zh-CN" altLang="en-US" dirty="0"/>
          </a:p>
        </p:txBody>
      </p:sp>
    </p:spTree>
  </p:cSld>
  <p:clrMapOvr>
    <a:masterClrMapping/>
  </p:clrMapOvr>
  <p:hf sldNum="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pic>
        <p:nvPicPr>
          <p:cNvPr id="7" name="图形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8" name="图形 7"/>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9" name="椭圆 8"/>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执行策略</a:t>
            </a:r>
            <a:endParaRPr lang="zh-CN" altLang="en-US" dirty="0"/>
          </a:p>
        </p:txBody>
      </p:sp>
    </p:spTree>
  </p:cSld>
  <p:clrMapOvr>
    <a:masterClrMapping/>
  </p:clrMapOvr>
  <p:hf sldNum="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4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4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4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4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4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5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
        <p:nvSpPr>
          <p:cNvPr id="6" name="TextBox 5"/>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dirty="0">
              <a:solidFill>
                <a:schemeClr val="tx1">
                  <a:alpha val="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5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形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11" name="图形 10"/>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12" name="椭圆 11"/>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p>
            <a:pPr algn="dist"/>
            <a:r>
              <a:rPr lang="zh-CN" altLang="en-US" b="0" dirty="0">
                <a:solidFill>
                  <a:schemeClr val="tx1">
                    <a:lumMod val="75000"/>
                    <a:lumOff val="25000"/>
                  </a:schemeClr>
                </a:solidFill>
                <a:latin typeface="微软雅黑" panose="020B0503020204020204" pitchFamily="34" charset="-122"/>
                <a:ea typeface="微软雅黑" panose="020B0503020204020204" pitchFamily="34" charset="-122"/>
              </a:rPr>
              <a:t>经费预算</a:t>
            </a:r>
            <a:endParaRPr lang="zh-CN" altLang="en-US" b="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hf sldNum="0" ftr="0" dt="0"/>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6" name="图形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7" name="图形 6"/>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8" name="椭圆 7"/>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奖项设定</a:t>
            </a:r>
            <a:endParaRPr lang="zh-CN" altLang="en-US" dirty="0"/>
          </a:p>
        </p:txBody>
      </p:sp>
    </p:spTree>
  </p:cSld>
  <p:clrMapOvr>
    <a:masterClrMapping/>
  </p:clrMapOvr>
  <p:hf sldNum="0" ftr="0" dt="0"/>
</p:sldLayout>
</file>

<file path=ppt/slideLayouts/slideLayout1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9" name="图形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10" name="椭圆 9"/>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活动背景</a:t>
            </a:r>
            <a:endParaRPr lang="zh-CN" altLang="en-US" dirty="0"/>
          </a:p>
        </p:txBody>
      </p:sp>
    </p:spTree>
  </p:cSld>
  <p:clrMapOvr>
    <a:masterClrMapping/>
  </p:clrMapOvr>
  <p:hf sldNum="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9" name="图形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10" name="椭圆 9"/>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整体思路</a:t>
            </a:r>
            <a:endParaRPr lang="zh-CN" altLang="en-US" dirty="0"/>
          </a:p>
        </p:txBody>
      </p:sp>
    </p:spTree>
  </p:cSld>
  <p:clrMapOvr>
    <a:masterClrMapping/>
  </p:clrMapOvr>
  <p:hf sldNum="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pic>
        <p:nvPicPr>
          <p:cNvPr id="7" name="图形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8" name="图形 7"/>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9" name="椭圆 8"/>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运作策划</a:t>
            </a:r>
            <a:endParaRPr lang="zh-CN" altLang="en-US" dirty="0"/>
          </a:p>
        </p:txBody>
      </p:sp>
    </p:spTree>
  </p:cSld>
  <p:clrMapOvr>
    <a:masterClrMapping/>
  </p:clrMapOvr>
  <p:hf sldNum="0" ftr="0" dt="0"/>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pic>
        <p:nvPicPr>
          <p:cNvPr id="7" name="图形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8" name="图形 7"/>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9" name="椭圆 8"/>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执行策略</a:t>
            </a:r>
            <a:endParaRPr lang="zh-CN" altLang="en-US" dirty="0"/>
          </a:p>
        </p:txBody>
      </p:sp>
    </p:spTree>
  </p:cSld>
  <p:clrMapOvr>
    <a:masterClrMapping/>
  </p:clrMapOvr>
  <p:hf sldNum="0" ftr="0" dt="0"/>
</p:sldLayout>
</file>

<file path=ppt/slideLayouts/slideLayout1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1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1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4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4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4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4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4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5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
        <p:nvSpPr>
          <p:cNvPr id="6" name="TextBox 5"/>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dirty="0">
              <a:solidFill>
                <a:schemeClr val="tx1">
                  <a:alpha val="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5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形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11" name="图形 10"/>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12" name="椭圆 11"/>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p>
            <a:pPr algn="dist"/>
            <a:r>
              <a:rPr lang="zh-CN" altLang="en-US" b="0" dirty="0">
                <a:solidFill>
                  <a:schemeClr val="tx1">
                    <a:lumMod val="75000"/>
                    <a:lumOff val="25000"/>
                  </a:schemeClr>
                </a:solidFill>
                <a:latin typeface="微软雅黑" panose="020B0503020204020204" pitchFamily="34" charset="-122"/>
                <a:ea typeface="微软雅黑" panose="020B0503020204020204" pitchFamily="34" charset="-122"/>
              </a:rPr>
              <a:t>经费预算</a:t>
            </a:r>
            <a:endParaRPr lang="zh-CN" altLang="en-US" b="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hf sldNum="0" ftr="0" dt="0"/>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6" name="图形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7" name="图形 6"/>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8" name="椭圆 7"/>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奖项设定</a:t>
            </a:r>
            <a:endParaRPr lang="zh-CN" altLang="en-US" dirty="0"/>
          </a:p>
        </p:txBody>
      </p:sp>
    </p:spTree>
  </p:cSld>
  <p:clrMapOvr>
    <a:masterClrMapping/>
  </p:clrMapOvr>
  <p:hf sldNum="0" ftr="0" dt="0"/>
</p:sldLayout>
</file>

<file path=ppt/slideLayouts/slideLayout1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9" name="图形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10" name="椭圆 9"/>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活动背景</a:t>
            </a:r>
            <a:endParaRPr lang="zh-CN" altLang="en-US" dirty="0"/>
          </a:p>
        </p:txBody>
      </p:sp>
    </p:spTree>
  </p:cSld>
  <p:clrMapOvr>
    <a:masterClrMapping/>
  </p:clrMapOvr>
  <p:hf sldNum="0" ftr="0" dt="0"/>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9" name="图形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10" name="椭圆 9"/>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整体思路</a:t>
            </a:r>
            <a:endParaRPr lang="zh-CN" altLang="en-US" dirty="0"/>
          </a:p>
        </p:txBody>
      </p:sp>
    </p:spTree>
  </p:cSld>
  <p:clrMapOvr>
    <a:masterClrMapping/>
  </p:clrMapOvr>
  <p:hf sldNum="0" ftr="0" dt="0"/>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pic>
        <p:nvPicPr>
          <p:cNvPr id="7" name="图形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8" name="图形 7"/>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9" name="椭圆 8"/>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运作策划</a:t>
            </a:r>
            <a:endParaRPr lang="zh-CN" altLang="en-US" dirty="0"/>
          </a:p>
        </p:txBody>
      </p:sp>
    </p:spTree>
  </p:cSld>
  <p:clrMapOvr>
    <a:masterClrMapping/>
  </p:clrMapOvr>
  <p:hf sldNum="0" ftr="0" dt="0"/>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pic>
        <p:nvPicPr>
          <p:cNvPr id="7" name="图形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8" name="图形 7"/>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9" name="椭圆 8"/>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执行策略</a:t>
            </a:r>
            <a:endParaRPr lang="zh-CN" altLang="en-US" dirty="0"/>
          </a:p>
        </p:txBody>
      </p:sp>
    </p:spTree>
  </p:cSld>
  <p:clrMapOvr>
    <a:masterClrMapping/>
  </p:clrMapOvr>
  <p:hf sldNum="0" ftr="0" dt="0"/>
</p:sldLayout>
</file>

<file path=ppt/slideLayouts/slideLayout19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19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19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4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4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4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4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5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
        <p:nvSpPr>
          <p:cNvPr id="6" name="TextBox 5"/>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dirty="0">
              <a:solidFill>
                <a:schemeClr val="tx1">
                  <a:alpha val="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5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形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11" name="图形 10"/>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12" name="椭圆 11"/>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p>
            <a:pPr algn="dist"/>
            <a:r>
              <a:rPr lang="zh-CN" altLang="en-US" b="0" dirty="0">
                <a:solidFill>
                  <a:schemeClr val="tx1">
                    <a:lumMod val="75000"/>
                    <a:lumOff val="25000"/>
                  </a:schemeClr>
                </a:solidFill>
                <a:latin typeface="微软雅黑" panose="020B0503020204020204" pitchFamily="34" charset="-122"/>
                <a:ea typeface="微软雅黑" panose="020B0503020204020204" pitchFamily="34" charset="-122"/>
              </a:rPr>
              <a:t>经费预算</a:t>
            </a:r>
            <a:endParaRPr lang="zh-CN" altLang="en-US" b="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hf sldNum="0" ftr="0" dt="0"/>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6" name="图形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7" name="图形 6"/>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8" name="椭圆 7"/>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奖项设定</a:t>
            </a:r>
            <a:endParaRPr lang="zh-CN" altLang="en-US" dirty="0"/>
          </a:p>
        </p:txBody>
      </p:sp>
    </p:spTree>
  </p:cSld>
  <p:clrMapOvr>
    <a:masterClrMapping/>
  </p:clrMapOvr>
  <p:hf sldNum="0" ftr="0" dt="0"/>
</p:sldLayout>
</file>

<file path=ppt/slideLayouts/slideLayout2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9" name="图形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10" name="椭圆 9"/>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活动背景</a:t>
            </a:r>
            <a:endParaRPr lang="zh-CN" altLang="en-US" dirty="0"/>
          </a:p>
        </p:txBody>
      </p:sp>
    </p:spTree>
  </p:cSld>
  <p:clrMapOvr>
    <a:masterClrMapping/>
  </p:clrMapOvr>
  <p:hf sldNum="0" ftr="0" dt="0"/>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9" name="图形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10" name="椭圆 9"/>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整体思路</a:t>
            </a:r>
            <a:endParaRPr lang="zh-CN" altLang="en-US" dirty="0"/>
          </a:p>
        </p:txBody>
      </p:sp>
    </p:spTree>
  </p:cSld>
  <p:clrMapOvr>
    <a:masterClrMapping/>
  </p:clrMapOvr>
  <p:hf sldNum="0" ftr="0" dt="0"/>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pic>
        <p:nvPicPr>
          <p:cNvPr id="7" name="图形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8" name="图形 7"/>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9" name="椭圆 8"/>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运作策划</a:t>
            </a:r>
            <a:endParaRPr lang="zh-CN" altLang="en-US" dirty="0"/>
          </a:p>
        </p:txBody>
      </p:sp>
    </p:spTree>
  </p:cSld>
  <p:clrMapOvr>
    <a:masterClrMapping/>
  </p:clrMapOvr>
  <p:hf sldNum="0" ftr="0" dt="0"/>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pic>
        <p:nvPicPr>
          <p:cNvPr id="7" name="图形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8" name="图形 7"/>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9" name="椭圆 8"/>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执行策略</a:t>
            </a:r>
            <a:endParaRPr lang="zh-CN" altLang="en-US" dirty="0"/>
          </a:p>
        </p:txBody>
      </p:sp>
    </p:spTree>
  </p:cSld>
  <p:clrMapOvr>
    <a:masterClrMapping/>
  </p:clrMapOvr>
  <p:hf sldNum="0" ftr="0" dt="0"/>
</p:sldLayout>
</file>

<file path=ppt/slideLayouts/slideLayout25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25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2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4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4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4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4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4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5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
        <p:nvSpPr>
          <p:cNvPr id="6" name="TextBox 5"/>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dirty="0">
              <a:solidFill>
                <a:schemeClr val="tx1">
                  <a:alpha val="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5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形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11" name="图形 10"/>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12" name="椭圆 11"/>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p>
            <a:pPr algn="dist"/>
            <a:r>
              <a:rPr lang="zh-CN" altLang="en-US" b="0" dirty="0">
                <a:solidFill>
                  <a:schemeClr val="tx1">
                    <a:lumMod val="75000"/>
                    <a:lumOff val="25000"/>
                  </a:schemeClr>
                </a:solidFill>
                <a:latin typeface="微软雅黑" panose="020B0503020204020204" pitchFamily="34" charset="-122"/>
                <a:ea typeface="微软雅黑" panose="020B0503020204020204" pitchFamily="34" charset="-122"/>
              </a:rPr>
              <a:t>经费预算</a:t>
            </a:r>
            <a:endParaRPr lang="zh-CN" altLang="en-US" b="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hf sldNum="0" ftr="0" dt="0"/>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6" name="图形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7" name="图形 6"/>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8" name="椭圆 7"/>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奖项设定</a:t>
            </a:r>
            <a:endParaRPr lang="zh-CN" altLang="en-US" dirty="0"/>
          </a:p>
        </p:txBody>
      </p:sp>
    </p:spTree>
  </p:cSld>
  <p:clrMapOvr>
    <a:masterClrMapping/>
  </p:clrMapOvr>
  <p:hf sldNum="0" ftr="0" dt="0"/>
</p:sldLayout>
</file>

<file path=ppt/slideLayouts/slideLayout3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9" name="图形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10" name="椭圆 9"/>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活动背景</a:t>
            </a:r>
            <a:endParaRPr lang="zh-CN" altLang="en-US" dirty="0"/>
          </a:p>
        </p:txBody>
      </p:sp>
    </p:spTree>
  </p:cSld>
  <p:clrMapOvr>
    <a:masterClrMapping/>
  </p:clrMapOvr>
  <p:hf sldNum="0" ftr="0" dt="0"/>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9" name="图形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10" name="椭圆 9"/>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整体思路</a:t>
            </a:r>
            <a:endParaRPr lang="zh-CN" altLang="en-US" dirty="0"/>
          </a:p>
        </p:txBody>
      </p:sp>
    </p:spTree>
  </p:cSld>
  <p:clrMapOvr>
    <a:masterClrMapping/>
  </p:clrMapOvr>
  <p:hf sldNum="0" ftr="0" dt="0"/>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pic>
        <p:nvPicPr>
          <p:cNvPr id="7" name="图形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8" name="图形 7"/>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9" name="椭圆 8"/>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运作策划</a:t>
            </a:r>
            <a:endParaRPr lang="zh-CN" altLang="en-US" dirty="0"/>
          </a:p>
        </p:txBody>
      </p:sp>
    </p:spTree>
  </p:cSld>
  <p:clrMapOvr>
    <a:masterClrMapping/>
  </p:clrMapOvr>
  <p:hf sldNum="0" ftr="0" dt="0"/>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pic>
        <p:nvPicPr>
          <p:cNvPr id="7" name="图形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8" name="图形 7"/>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9" name="椭圆 8"/>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执行策略</a:t>
            </a:r>
            <a:endParaRPr lang="zh-CN" altLang="en-US" dirty="0"/>
          </a:p>
        </p:txBody>
      </p:sp>
    </p:spTree>
  </p:cSld>
  <p:clrMapOvr>
    <a:masterClrMapping/>
  </p:clrMapOvr>
  <p:hf sldNum="0" ftr="0" dt="0"/>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3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3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4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4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4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userDrawn="1">
  <p:cSld name="4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userDrawn="1">
  <p:cSld name="4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userDrawn="1">
  <p:cSld name="5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
        <p:nvSpPr>
          <p:cNvPr id="6" name="TextBox 5"/>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dirty="0">
              <a:solidFill>
                <a:schemeClr val="tx1">
                  <a:alpha val="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5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形 9"/>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11" name="图形 10"/>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12" name="椭圆 11"/>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p>
            <a:pPr algn="dist"/>
            <a:r>
              <a:rPr lang="zh-CN" altLang="en-US" b="0" dirty="0">
                <a:solidFill>
                  <a:schemeClr val="tx1">
                    <a:lumMod val="75000"/>
                    <a:lumOff val="25000"/>
                  </a:schemeClr>
                </a:solidFill>
                <a:latin typeface="微软雅黑" panose="020B0503020204020204" pitchFamily="34" charset="-122"/>
                <a:ea typeface="微软雅黑" panose="020B0503020204020204" pitchFamily="34" charset="-122"/>
              </a:rPr>
              <a:t>经费预算</a:t>
            </a:r>
            <a:endParaRPr lang="zh-CN" altLang="en-US" b="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hf sldNum="0" ftr="0" dt="0"/>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6" name="图形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7" name="图形 6"/>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8" name="椭圆 7"/>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奖项设定</a:t>
            </a:r>
            <a:endParaRPr lang="zh-CN" altLang="en-US" dirty="0"/>
          </a:p>
        </p:txBody>
      </p:sp>
    </p:spTree>
  </p:cSld>
  <p:clrMapOvr>
    <a:masterClrMapping/>
  </p:clrMapOvr>
  <p:hf sldNum="0" ftr="0" dt="0"/>
</p:sldLayout>
</file>

<file path=ppt/slideLayouts/slideLayout3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9" name="图形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10" name="椭圆 9"/>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活动背景</a:t>
            </a:r>
            <a:endParaRPr lang="zh-CN" altLang="en-US" dirty="0"/>
          </a:p>
        </p:txBody>
      </p:sp>
    </p:spTree>
  </p:cSld>
  <p:clrMapOvr>
    <a:masterClrMapping/>
  </p:clrMapOvr>
  <p:hf sldNum="0" ftr="0" dt="0"/>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8" name="图形 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9" name="图形 8"/>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10" name="椭圆 9"/>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整体思路</a:t>
            </a:r>
            <a:endParaRPr lang="zh-CN" altLang="en-US" dirty="0"/>
          </a:p>
        </p:txBody>
      </p:sp>
    </p:spTree>
  </p:cSld>
  <p:clrMapOvr>
    <a:masterClrMapping/>
  </p:clrMapOvr>
  <p:hf sldNum="0" ftr="0" dt="0"/>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pic>
        <p:nvPicPr>
          <p:cNvPr id="7" name="图形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8" name="图形 7"/>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9" name="椭圆 8"/>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运作策划</a:t>
            </a:r>
            <a:endParaRPr lang="zh-CN" altLang="en-US" dirty="0"/>
          </a:p>
        </p:txBody>
      </p:sp>
    </p:spTree>
  </p:cSld>
  <p:clrMapOvr>
    <a:masterClrMapping/>
  </p:clrMapOvr>
  <p:hf sldNum="0" ftr="0" dt="0"/>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pic>
        <p:nvPicPr>
          <p:cNvPr id="7" name="图形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0" y="5886450"/>
            <a:ext cx="8701268" cy="971550"/>
          </a:xfrm>
          <a:prstGeom prst="rect">
            <a:avLst/>
          </a:prstGeom>
        </p:spPr>
      </p:pic>
      <p:pic>
        <p:nvPicPr>
          <p:cNvPr id="8" name="图形 7"/>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6419850" y="0"/>
            <a:ext cx="5772150" cy="742950"/>
          </a:xfrm>
          <a:prstGeom prst="rect">
            <a:avLst/>
          </a:prstGeom>
        </p:spPr>
      </p:pic>
      <p:sp>
        <p:nvSpPr>
          <p:cNvPr id="9" name="椭圆 8"/>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PA-文本框 24"/>
          <p:cNvSpPr txBox="1"/>
          <p:nvPr userDrawn="1">
            <p:custDataLst>
              <p:tags r:id="rId6"/>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执行策略</a:t>
            </a:r>
            <a:endParaRPr lang="zh-CN" altLang="en-US" dirty="0"/>
          </a:p>
        </p:txBody>
      </p:sp>
    </p:spTree>
  </p:cSld>
  <p:clrMapOvr>
    <a:masterClrMapping/>
  </p:clrMapOvr>
  <p:hf sldNum="0" ftr="0" dt="0"/>
</p:sldLayout>
</file>

<file path=ppt/slideLayouts/slideLayout37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3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3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37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preserve="1" userDrawn="1">
  <p:cSld name="4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preserve="1" userDrawn="1">
  <p:cSld name="4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preserve="1" userDrawn="1">
  <p:cSld name="4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preserve="1" userDrawn="1">
  <p:cSld name="4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preserve="1" userDrawn="1">
  <p:cSld name="4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preserve="1" userDrawn="1">
  <p:cSld name="5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
        <p:nvSpPr>
          <p:cNvPr id="6" name="TextBox 5"/>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dirty="0">
              <a:solidFill>
                <a:schemeClr val="tx1">
                  <a:alpha val="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preserve="1" userDrawn="1">
  <p:cSld name="5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形 9"/>
          <p:cNvPicPr>
            <a:picLocks noChangeAspect="1"/>
          </p:cNvPicPr>
          <p:nvPr userDrawn="1"/>
        </p:nvPicPr>
        <p:blipFill>
          <a:blip/>
          <a:stretch>
            <a:fillRect/>
          </a:stretch>
        </p:blipFill>
        <p:spPr>
          <a:xfrm flipV="1">
            <a:off x="0" y="5886450"/>
            <a:ext cx="8701268" cy="971550"/>
          </a:xfrm>
          <a:prstGeom prst="rect">
            <a:avLst/>
          </a:prstGeom>
        </p:spPr>
      </p:pic>
      <p:pic>
        <p:nvPicPr>
          <p:cNvPr id="11" name="图形 10"/>
          <p:cNvPicPr>
            <a:picLocks noChangeAspect="1"/>
          </p:cNvPicPr>
          <p:nvPr userDrawn="1"/>
        </p:nvPicPr>
        <p:blipFill>
          <a:blip/>
          <a:stretch>
            <a:fillRect/>
          </a:stretch>
        </p:blipFill>
        <p:spPr>
          <a:xfrm flipV="1">
            <a:off x="6419850" y="0"/>
            <a:ext cx="5772150" cy="742950"/>
          </a:xfrm>
          <a:prstGeom prst="rect">
            <a:avLst/>
          </a:prstGeom>
        </p:spPr>
      </p:pic>
      <p:sp>
        <p:nvSpPr>
          <p:cNvPr id="12" name="椭圆 11"/>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PA-文本框 24"/>
          <p:cNvSpPr txBox="1"/>
          <p:nvPr userDrawn="1">
            <p:custDataLst>
              <p:tags r:id="rId2"/>
            </p:custDataLst>
          </p:nvPr>
        </p:nvSpPr>
        <p:spPr>
          <a:xfrm>
            <a:off x="431870" y="79150"/>
            <a:ext cx="1530280" cy="378050"/>
          </a:xfrm>
          <a:prstGeom prst="rect">
            <a:avLst/>
          </a:prstGeom>
          <a:noFill/>
        </p:spPr>
        <p:txBody>
          <a:bodyPr wrap="square" rtlCol="0">
            <a:spAutoFit/>
          </a:bodyPr>
          <a:lstStyle/>
          <a:p>
            <a:pPr algn="dist"/>
            <a:r>
              <a:rPr lang="zh-CN" altLang="en-US" b="0" dirty="0">
                <a:solidFill>
                  <a:schemeClr val="tx1">
                    <a:lumMod val="75000"/>
                    <a:lumOff val="25000"/>
                  </a:schemeClr>
                </a:solidFill>
                <a:latin typeface="微软雅黑" panose="020B0503020204020204" pitchFamily="34" charset="-122"/>
                <a:ea typeface="微软雅黑" panose="020B0503020204020204" pitchFamily="34" charset="-122"/>
              </a:rPr>
              <a:t>经费预算</a:t>
            </a:r>
            <a:endParaRPr lang="zh-CN" altLang="en-US" b="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hf sldNum="0" ftr="0" dt="0"/>
</p:sldLayout>
</file>

<file path=ppt/slideLayouts/slideLayout43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6" name="图形 5"/>
          <p:cNvPicPr>
            <a:picLocks noChangeAspect="1"/>
          </p:cNvPicPr>
          <p:nvPr userDrawn="1"/>
        </p:nvPicPr>
        <p:blipFill>
          <a:blip/>
          <a:stretch>
            <a:fillRect/>
          </a:stretch>
        </p:blipFill>
        <p:spPr>
          <a:xfrm flipV="1">
            <a:off x="0" y="5886450"/>
            <a:ext cx="8701268" cy="971550"/>
          </a:xfrm>
          <a:prstGeom prst="rect">
            <a:avLst/>
          </a:prstGeom>
        </p:spPr>
      </p:pic>
      <p:pic>
        <p:nvPicPr>
          <p:cNvPr id="7" name="图形 6"/>
          <p:cNvPicPr>
            <a:picLocks noChangeAspect="1"/>
          </p:cNvPicPr>
          <p:nvPr userDrawn="1"/>
        </p:nvPicPr>
        <p:blipFill>
          <a:blip/>
          <a:stretch>
            <a:fillRect/>
          </a:stretch>
        </p:blipFill>
        <p:spPr>
          <a:xfrm flipV="1">
            <a:off x="6419850" y="0"/>
            <a:ext cx="5772150" cy="742950"/>
          </a:xfrm>
          <a:prstGeom prst="rect">
            <a:avLst/>
          </a:prstGeom>
        </p:spPr>
      </p:pic>
      <p:sp>
        <p:nvSpPr>
          <p:cNvPr id="8" name="椭圆 7"/>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PA-文本框 24"/>
          <p:cNvSpPr txBox="1"/>
          <p:nvPr userDrawn="1">
            <p:custDataLst>
              <p:tags r:id="rId2"/>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奖项设定</a:t>
            </a:r>
            <a:endParaRPr lang="zh-CN" altLang="en-US" dirty="0"/>
          </a:p>
        </p:txBody>
      </p:sp>
    </p:spTree>
  </p:cSld>
  <p:clrMapOvr>
    <a:masterClrMapping/>
  </p:clrMapOvr>
  <p:hf sldNum="0" ftr="0" dt="0"/>
</p:sldLayout>
</file>

<file path=ppt/slideLayouts/slideLayout4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225CEE2-CDB2-4314-ABB0-8F9A1B14573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009E63E-68D8-4736-A0D8-0C51500A198B}" type="slidenum">
              <a:rPr lang="zh-CN" altLang="en-US" smtClean="0"/>
            </a:fld>
            <a:endParaRPr lang="zh-CN" altLang="en-US"/>
          </a:p>
        </p:txBody>
      </p:sp>
    </p:spTree>
  </p:cSld>
  <p:clrMapOvr>
    <a:masterClrMapping/>
  </p:clrMapOvr>
  <p:hf sldNum="0" ftr="0" dt="0"/>
</p:sldLayout>
</file>

<file path=ppt/slideLayouts/slideLayout434.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形 7"/>
          <p:cNvPicPr>
            <a:picLocks noChangeAspect="1"/>
          </p:cNvPicPr>
          <p:nvPr userDrawn="1"/>
        </p:nvPicPr>
        <p:blipFill>
          <a:blip/>
          <a:stretch>
            <a:fillRect/>
          </a:stretch>
        </p:blipFill>
        <p:spPr>
          <a:xfrm flipV="1">
            <a:off x="0" y="5886450"/>
            <a:ext cx="8701268" cy="971550"/>
          </a:xfrm>
          <a:prstGeom prst="rect">
            <a:avLst/>
          </a:prstGeom>
        </p:spPr>
      </p:pic>
      <p:pic>
        <p:nvPicPr>
          <p:cNvPr id="9" name="图形 8"/>
          <p:cNvPicPr>
            <a:picLocks noChangeAspect="1"/>
          </p:cNvPicPr>
          <p:nvPr userDrawn="1"/>
        </p:nvPicPr>
        <p:blipFill>
          <a:blip/>
          <a:stretch>
            <a:fillRect/>
          </a:stretch>
        </p:blipFill>
        <p:spPr>
          <a:xfrm flipV="1">
            <a:off x="6419850" y="0"/>
            <a:ext cx="5772150" cy="742950"/>
          </a:xfrm>
          <a:prstGeom prst="rect">
            <a:avLst/>
          </a:prstGeom>
        </p:spPr>
      </p:pic>
      <p:sp>
        <p:nvSpPr>
          <p:cNvPr id="10" name="椭圆 9"/>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PA-文本框 24"/>
          <p:cNvSpPr txBox="1"/>
          <p:nvPr userDrawn="1">
            <p:custDataLst>
              <p:tags r:id="rId2"/>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活动背景</a:t>
            </a:r>
            <a:endParaRPr lang="zh-CN" altLang="en-US" dirty="0"/>
          </a:p>
        </p:txBody>
      </p:sp>
    </p:spTree>
  </p:cSld>
  <p:clrMapOvr>
    <a:masterClrMapping/>
  </p:clrMapOvr>
  <p:hf sldNum="0" ftr="0" dt="0"/>
</p:sldLayout>
</file>

<file path=ppt/slideLayouts/slideLayout435.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8" name="图形 7"/>
          <p:cNvPicPr>
            <a:picLocks noChangeAspect="1"/>
          </p:cNvPicPr>
          <p:nvPr userDrawn="1"/>
        </p:nvPicPr>
        <p:blipFill>
          <a:blip/>
          <a:stretch>
            <a:fillRect/>
          </a:stretch>
        </p:blipFill>
        <p:spPr>
          <a:xfrm flipV="1">
            <a:off x="0" y="5886450"/>
            <a:ext cx="8701268" cy="971550"/>
          </a:xfrm>
          <a:prstGeom prst="rect">
            <a:avLst/>
          </a:prstGeom>
        </p:spPr>
      </p:pic>
      <p:pic>
        <p:nvPicPr>
          <p:cNvPr id="9" name="图形 8"/>
          <p:cNvPicPr>
            <a:picLocks noChangeAspect="1"/>
          </p:cNvPicPr>
          <p:nvPr userDrawn="1"/>
        </p:nvPicPr>
        <p:blipFill>
          <a:blip/>
          <a:stretch>
            <a:fillRect/>
          </a:stretch>
        </p:blipFill>
        <p:spPr>
          <a:xfrm flipV="1">
            <a:off x="6419850" y="0"/>
            <a:ext cx="5772150" cy="742950"/>
          </a:xfrm>
          <a:prstGeom prst="rect">
            <a:avLst/>
          </a:prstGeom>
        </p:spPr>
      </p:pic>
      <p:sp>
        <p:nvSpPr>
          <p:cNvPr id="10" name="椭圆 9"/>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PA-文本框 24"/>
          <p:cNvSpPr txBox="1"/>
          <p:nvPr userDrawn="1">
            <p:custDataLst>
              <p:tags r:id="rId2"/>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整体思路</a:t>
            </a:r>
            <a:endParaRPr lang="zh-CN" altLang="en-US" dirty="0"/>
          </a:p>
        </p:txBody>
      </p:sp>
    </p:spTree>
  </p:cSld>
  <p:clrMapOvr>
    <a:masterClrMapping/>
  </p:clrMapOvr>
  <p:hf sldNum="0" ftr="0" dt="0"/>
</p:sldLayout>
</file>

<file path=ppt/slideLayouts/slideLayout436.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pic>
        <p:nvPicPr>
          <p:cNvPr id="7" name="图形 6"/>
          <p:cNvPicPr>
            <a:picLocks noChangeAspect="1"/>
          </p:cNvPicPr>
          <p:nvPr userDrawn="1"/>
        </p:nvPicPr>
        <p:blipFill>
          <a:blip/>
          <a:stretch>
            <a:fillRect/>
          </a:stretch>
        </p:blipFill>
        <p:spPr>
          <a:xfrm flipV="1">
            <a:off x="0" y="5886450"/>
            <a:ext cx="8701268" cy="971550"/>
          </a:xfrm>
          <a:prstGeom prst="rect">
            <a:avLst/>
          </a:prstGeom>
        </p:spPr>
      </p:pic>
      <p:pic>
        <p:nvPicPr>
          <p:cNvPr id="8" name="图形 7"/>
          <p:cNvPicPr>
            <a:picLocks noChangeAspect="1"/>
          </p:cNvPicPr>
          <p:nvPr userDrawn="1"/>
        </p:nvPicPr>
        <p:blipFill>
          <a:blip/>
          <a:stretch>
            <a:fillRect/>
          </a:stretch>
        </p:blipFill>
        <p:spPr>
          <a:xfrm flipV="1">
            <a:off x="6419850" y="0"/>
            <a:ext cx="5772150" cy="742950"/>
          </a:xfrm>
          <a:prstGeom prst="rect">
            <a:avLst/>
          </a:prstGeom>
        </p:spPr>
      </p:pic>
      <p:sp>
        <p:nvSpPr>
          <p:cNvPr id="9" name="椭圆 8"/>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PA-文本框 24"/>
          <p:cNvSpPr txBox="1"/>
          <p:nvPr userDrawn="1">
            <p:custDataLst>
              <p:tags r:id="rId2"/>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运作策划</a:t>
            </a:r>
            <a:endParaRPr lang="zh-CN" altLang="en-US" dirty="0"/>
          </a:p>
        </p:txBody>
      </p:sp>
    </p:spTree>
  </p:cSld>
  <p:clrMapOvr>
    <a:masterClrMapping/>
  </p:clrMapOvr>
  <p:hf sldNum="0" ftr="0" dt="0"/>
</p:sldLayout>
</file>

<file path=ppt/slideLayouts/slideLayout437.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pic>
        <p:nvPicPr>
          <p:cNvPr id="7" name="图形 6"/>
          <p:cNvPicPr>
            <a:picLocks noChangeAspect="1"/>
          </p:cNvPicPr>
          <p:nvPr userDrawn="1"/>
        </p:nvPicPr>
        <p:blipFill>
          <a:blip/>
          <a:stretch>
            <a:fillRect/>
          </a:stretch>
        </p:blipFill>
        <p:spPr>
          <a:xfrm flipV="1">
            <a:off x="0" y="5886450"/>
            <a:ext cx="8701268" cy="971550"/>
          </a:xfrm>
          <a:prstGeom prst="rect">
            <a:avLst/>
          </a:prstGeom>
        </p:spPr>
      </p:pic>
      <p:pic>
        <p:nvPicPr>
          <p:cNvPr id="8" name="图形 7"/>
          <p:cNvPicPr>
            <a:picLocks noChangeAspect="1"/>
          </p:cNvPicPr>
          <p:nvPr userDrawn="1"/>
        </p:nvPicPr>
        <p:blipFill>
          <a:blip/>
          <a:stretch>
            <a:fillRect/>
          </a:stretch>
        </p:blipFill>
        <p:spPr>
          <a:xfrm flipV="1">
            <a:off x="6419850" y="0"/>
            <a:ext cx="5772150" cy="742950"/>
          </a:xfrm>
          <a:prstGeom prst="rect">
            <a:avLst/>
          </a:prstGeom>
        </p:spPr>
      </p:pic>
      <p:sp>
        <p:nvSpPr>
          <p:cNvPr id="9" name="椭圆 8"/>
          <p:cNvSpPr/>
          <p:nvPr userDrawn="1"/>
        </p:nvSpPr>
        <p:spPr>
          <a:xfrm rot="16200000">
            <a:off x="11211247" y="6165897"/>
            <a:ext cx="533400" cy="526955"/>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rot="16200000">
            <a:off x="127613" y="123074"/>
            <a:ext cx="298208" cy="293844"/>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PA-文本框 24"/>
          <p:cNvSpPr txBox="1"/>
          <p:nvPr userDrawn="1">
            <p:custDataLst>
              <p:tags r:id="rId2"/>
            </p:custDataLst>
          </p:nvPr>
        </p:nvSpPr>
        <p:spPr>
          <a:xfrm>
            <a:off x="431870" y="79150"/>
            <a:ext cx="1530280" cy="378050"/>
          </a:xfrm>
          <a:prstGeom prst="rect">
            <a:avLst/>
          </a:prstGeom>
          <a:noFill/>
        </p:spPr>
        <p:txBody>
          <a:bodyPr wrap="square" rtlCol="0">
            <a:spAutoFit/>
          </a:bodyPr>
          <a:lstStyle>
            <a:defPPr>
              <a:defRPr lang="zh-CN"/>
            </a:defPPr>
            <a:lvl1pPr algn="dist">
              <a:defRPr b="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dirty="0"/>
              <a:t>执行策略</a:t>
            </a:r>
            <a:endParaRPr lang="zh-CN" altLang="en-US" dirty="0"/>
          </a:p>
        </p:txBody>
      </p:sp>
    </p:spTree>
  </p:cSld>
  <p:clrMapOvr>
    <a:masterClrMapping/>
  </p:clrMapOvr>
  <p:hf sldNum="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3" Type="http://schemas.openxmlformats.org/officeDocument/2006/relationships/theme" Target="../theme/theme1.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0" Type="http://schemas.openxmlformats.org/officeDocument/2006/relationships/slideLayout" Target="../slideLayouts/slideLayout60.xml"/><Relationship Id="rId6" Type="http://schemas.openxmlformats.org/officeDocument/2006/relationships/slideLayout" Target="../slideLayouts/slideLayout6.xml"/><Relationship Id="rId59" Type="http://schemas.openxmlformats.org/officeDocument/2006/relationships/slideLayout" Target="../slideLayouts/slideLayout59.xml"/><Relationship Id="rId58" Type="http://schemas.openxmlformats.org/officeDocument/2006/relationships/slideLayout" Target="../slideLayouts/slideLayout58.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65.xml"/><Relationship Id="rId2" Type="http://schemas.openxmlformats.org/officeDocument/2006/relationships/slideLayout" Target="../slideLayouts/slideLayout64.xml"/><Relationship Id="rId1" Type="http://schemas.openxmlformats.org/officeDocument/2006/relationships/slideLayout" Target="../slideLayouts/slideLayout6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74.xml"/><Relationship Id="rId8" Type="http://schemas.openxmlformats.org/officeDocument/2006/relationships/slideLayout" Target="../slideLayouts/slideLayout73.xml"/><Relationship Id="rId7" Type="http://schemas.openxmlformats.org/officeDocument/2006/relationships/slideLayout" Target="../slideLayouts/slideLayout72.xml"/><Relationship Id="rId63" Type="http://schemas.openxmlformats.org/officeDocument/2006/relationships/theme" Target="../theme/theme3.xml"/><Relationship Id="rId62" Type="http://schemas.openxmlformats.org/officeDocument/2006/relationships/slideLayout" Target="../slideLayouts/slideLayout127.xml"/><Relationship Id="rId61" Type="http://schemas.openxmlformats.org/officeDocument/2006/relationships/slideLayout" Target="../slideLayouts/slideLayout126.xml"/><Relationship Id="rId60" Type="http://schemas.openxmlformats.org/officeDocument/2006/relationships/slideLayout" Target="../slideLayouts/slideLayout125.xml"/><Relationship Id="rId6" Type="http://schemas.openxmlformats.org/officeDocument/2006/relationships/slideLayout" Target="../slideLayouts/slideLayout71.xml"/><Relationship Id="rId59" Type="http://schemas.openxmlformats.org/officeDocument/2006/relationships/slideLayout" Target="../slideLayouts/slideLayout124.xml"/><Relationship Id="rId58" Type="http://schemas.openxmlformats.org/officeDocument/2006/relationships/slideLayout" Target="../slideLayouts/slideLayout123.xml"/><Relationship Id="rId57" Type="http://schemas.openxmlformats.org/officeDocument/2006/relationships/slideLayout" Target="../slideLayouts/slideLayout122.xml"/><Relationship Id="rId56" Type="http://schemas.openxmlformats.org/officeDocument/2006/relationships/slideLayout" Target="../slideLayouts/slideLayout121.xml"/><Relationship Id="rId55" Type="http://schemas.openxmlformats.org/officeDocument/2006/relationships/slideLayout" Target="../slideLayouts/slideLayout120.xml"/><Relationship Id="rId54" Type="http://schemas.openxmlformats.org/officeDocument/2006/relationships/slideLayout" Target="../slideLayouts/slideLayout119.xml"/><Relationship Id="rId53" Type="http://schemas.openxmlformats.org/officeDocument/2006/relationships/slideLayout" Target="../slideLayouts/slideLayout118.xml"/><Relationship Id="rId52" Type="http://schemas.openxmlformats.org/officeDocument/2006/relationships/slideLayout" Target="../slideLayouts/slideLayout117.xml"/><Relationship Id="rId51" Type="http://schemas.openxmlformats.org/officeDocument/2006/relationships/slideLayout" Target="../slideLayouts/slideLayout116.xml"/><Relationship Id="rId50" Type="http://schemas.openxmlformats.org/officeDocument/2006/relationships/slideLayout" Target="../slideLayouts/slideLayout115.xml"/><Relationship Id="rId5" Type="http://schemas.openxmlformats.org/officeDocument/2006/relationships/slideLayout" Target="../slideLayouts/slideLayout70.xml"/><Relationship Id="rId49" Type="http://schemas.openxmlformats.org/officeDocument/2006/relationships/slideLayout" Target="../slideLayouts/slideLayout114.xml"/><Relationship Id="rId48" Type="http://schemas.openxmlformats.org/officeDocument/2006/relationships/slideLayout" Target="../slideLayouts/slideLayout113.xml"/><Relationship Id="rId47" Type="http://schemas.openxmlformats.org/officeDocument/2006/relationships/slideLayout" Target="../slideLayouts/slideLayout112.xml"/><Relationship Id="rId46" Type="http://schemas.openxmlformats.org/officeDocument/2006/relationships/slideLayout" Target="../slideLayouts/slideLayout111.xml"/><Relationship Id="rId45" Type="http://schemas.openxmlformats.org/officeDocument/2006/relationships/slideLayout" Target="../slideLayouts/slideLayout110.xml"/><Relationship Id="rId44" Type="http://schemas.openxmlformats.org/officeDocument/2006/relationships/slideLayout" Target="../slideLayouts/slideLayout109.xml"/><Relationship Id="rId43" Type="http://schemas.openxmlformats.org/officeDocument/2006/relationships/slideLayout" Target="../slideLayouts/slideLayout108.xml"/><Relationship Id="rId42" Type="http://schemas.openxmlformats.org/officeDocument/2006/relationships/slideLayout" Target="../slideLayouts/slideLayout107.xml"/><Relationship Id="rId41" Type="http://schemas.openxmlformats.org/officeDocument/2006/relationships/slideLayout" Target="../slideLayouts/slideLayout106.xml"/><Relationship Id="rId40" Type="http://schemas.openxmlformats.org/officeDocument/2006/relationships/slideLayout" Target="../slideLayouts/slideLayout105.xml"/><Relationship Id="rId4" Type="http://schemas.openxmlformats.org/officeDocument/2006/relationships/slideLayout" Target="../slideLayouts/slideLayout69.xml"/><Relationship Id="rId39" Type="http://schemas.openxmlformats.org/officeDocument/2006/relationships/slideLayout" Target="../slideLayouts/slideLayout104.xml"/><Relationship Id="rId38" Type="http://schemas.openxmlformats.org/officeDocument/2006/relationships/slideLayout" Target="../slideLayouts/slideLayout103.xml"/><Relationship Id="rId37" Type="http://schemas.openxmlformats.org/officeDocument/2006/relationships/slideLayout" Target="../slideLayouts/slideLayout102.xml"/><Relationship Id="rId36" Type="http://schemas.openxmlformats.org/officeDocument/2006/relationships/slideLayout" Target="../slideLayouts/slideLayout101.xml"/><Relationship Id="rId35" Type="http://schemas.openxmlformats.org/officeDocument/2006/relationships/slideLayout" Target="../slideLayouts/slideLayout100.xml"/><Relationship Id="rId34" Type="http://schemas.openxmlformats.org/officeDocument/2006/relationships/slideLayout" Target="../slideLayouts/slideLayout99.xml"/><Relationship Id="rId33" Type="http://schemas.openxmlformats.org/officeDocument/2006/relationships/slideLayout" Target="../slideLayouts/slideLayout98.xml"/><Relationship Id="rId32" Type="http://schemas.openxmlformats.org/officeDocument/2006/relationships/slideLayout" Target="../slideLayouts/slideLayout97.xml"/><Relationship Id="rId31" Type="http://schemas.openxmlformats.org/officeDocument/2006/relationships/slideLayout" Target="../slideLayouts/slideLayout96.xml"/><Relationship Id="rId30" Type="http://schemas.openxmlformats.org/officeDocument/2006/relationships/slideLayout" Target="../slideLayouts/slideLayout95.xml"/><Relationship Id="rId3" Type="http://schemas.openxmlformats.org/officeDocument/2006/relationships/slideLayout" Target="../slideLayouts/slideLayout68.xml"/><Relationship Id="rId29" Type="http://schemas.openxmlformats.org/officeDocument/2006/relationships/slideLayout" Target="../slideLayouts/slideLayout94.xml"/><Relationship Id="rId28" Type="http://schemas.openxmlformats.org/officeDocument/2006/relationships/slideLayout" Target="../slideLayouts/slideLayout93.xml"/><Relationship Id="rId27" Type="http://schemas.openxmlformats.org/officeDocument/2006/relationships/slideLayout" Target="../slideLayouts/slideLayout92.xml"/><Relationship Id="rId26" Type="http://schemas.openxmlformats.org/officeDocument/2006/relationships/slideLayout" Target="../slideLayouts/slideLayout91.xml"/><Relationship Id="rId25" Type="http://schemas.openxmlformats.org/officeDocument/2006/relationships/slideLayout" Target="../slideLayouts/slideLayout90.xml"/><Relationship Id="rId24" Type="http://schemas.openxmlformats.org/officeDocument/2006/relationships/slideLayout" Target="../slideLayouts/slideLayout89.xml"/><Relationship Id="rId23" Type="http://schemas.openxmlformats.org/officeDocument/2006/relationships/slideLayout" Target="../slideLayouts/slideLayout88.xml"/><Relationship Id="rId22" Type="http://schemas.openxmlformats.org/officeDocument/2006/relationships/slideLayout" Target="../slideLayouts/slideLayout87.xml"/><Relationship Id="rId21" Type="http://schemas.openxmlformats.org/officeDocument/2006/relationships/slideLayout" Target="../slideLayouts/slideLayout86.xml"/><Relationship Id="rId20" Type="http://schemas.openxmlformats.org/officeDocument/2006/relationships/slideLayout" Target="../slideLayouts/slideLayout85.xml"/><Relationship Id="rId2" Type="http://schemas.openxmlformats.org/officeDocument/2006/relationships/slideLayout" Target="../slideLayouts/slideLayout67.xml"/><Relationship Id="rId19" Type="http://schemas.openxmlformats.org/officeDocument/2006/relationships/slideLayout" Target="../slideLayouts/slideLayout84.xml"/><Relationship Id="rId18" Type="http://schemas.openxmlformats.org/officeDocument/2006/relationships/slideLayout" Target="../slideLayouts/slideLayout83.xml"/><Relationship Id="rId17" Type="http://schemas.openxmlformats.org/officeDocument/2006/relationships/slideLayout" Target="../slideLayouts/slideLayout82.xml"/><Relationship Id="rId16" Type="http://schemas.openxmlformats.org/officeDocument/2006/relationships/slideLayout" Target="../slideLayouts/slideLayout81.xml"/><Relationship Id="rId15" Type="http://schemas.openxmlformats.org/officeDocument/2006/relationships/slideLayout" Target="../slideLayouts/slideLayout80.xml"/><Relationship Id="rId14" Type="http://schemas.openxmlformats.org/officeDocument/2006/relationships/slideLayout" Target="../slideLayouts/slideLayout79.xml"/><Relationship Id="rId13" Type="http://schemas.openxmlformats.org/officeDocument/2006/relationships/slideLayout" Target="../slideLayouts/slideLayout78.xml"/><Relationship Id="rId12" Type="http://schemas.openxmlformats.org/officeDocument/2006/relationships/slideLayout" Target="../slideLayouts/slideLayout77.xml"/><Relationship Id="rId11" Type="http://schemas.openxmlformats.org/officeDocument/2006/relationships/slideLayout" Target="../slideLayouts/slideLayout76.xml"/><Relationship Id="rId10" Type="http://schemas.openxmlformats.org/officeDocument/2006/relationships/slideLayout" Target="../slideLayouts/slideLayout75.xml"/><Relationship Id="rId1" Type="http://schemas.openxmlformats.org/officeDocument/2006/relationships/slideLayout" Target="../slideLayouts/slideLayout66.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136.xml"/><Relationship Id="rId8" Type="http://schemas.openxmlformats.org/officeDocument/2006/relationships/slideLayout" Target="../slideLayouts/slideLayout135.xml"/><Relationship Id="rId7" Type="http://schemas.openxmlformats.org/officeDocument/2006/relationships/slideLayout" Target="../slideLayouts/slideLayout134.xml"/><Relationship Id="rId63" Type="http://schemas.openxmlformats.org/officeDocument/2006/relationships/theme" Target="../theme/theme4.xml"/><Relationship Id="rId62" Type="http://schemas.openxmlformats.org/officeDocument/2006/relationships/slideLayout" Target="../slideLayouts/slideLayout189.xml"/><Relationship Id="rId61" Type="http://schemas.openxmlformats.org/officeDocument/2006/relationships/slideLayout" Target="../slideLayouts/slideLayout188.xml"/><Relationship Id="rId60" Type="http://schemas.openxmlformats.org/officeDocument/2006/relationships/slideLayout" Target="../slideLayouts/slideLayout187.xml"/><Relationship Id="rId6" Type="http://schemas.openxmlformats.org/officeDocument/2006/relationships/slideLayout" Target="../slideLayouts/slideLayout133.xml"/><Relationship Id="rId59" Type="http://schemas.openxmlformats.org/officeDocument/2006/relationships/slideLayout" Target="../slideLayouts/slideLayout186.xml"/><Relationship Id="rId58" Type="http://schemas.openxmlformats.org/officeDocument/2006/relationships/slideLayout" Target="../slideLayouts/slideLayout185.xml"/><Relationship Id="rId57" Type="http://schemas.openxmlformats.org/officeDocument/2006/relationships/slideLayout" Target="../slideLayouts/slideLayout184.xml"/><Relationship Id="rId56" Type="http://schemas.openxmlformats.org/officeDocument/2006/relationships/slideLayout" Target="../slideLayouts/slideLayout183.xml"/><Relationship Id="rId55" Type="http://schemas.openxmlformats.org/officeDocument/2006/relationships/slideLayout" Target="../slideLayouts/slideLayout182.xml"/><Relationship Id="rId54" Type="http://schemas.openxmlformats.org/officeDocument/2006/relationships/slideLayout" Target="../slideLayouts/slideLayout181.xml"/><Relationship Id="rId53" Type="http://schemas.openxmlformats.org/officeDocument/2006/relationships/slideLayout" Target="../slideLayouts/slideLayout180.xml"/><Relationship Id="rId52" Type="http://schemas.openxmlformats.org/officeDocument/2006/relationships/slideLayout" Target="../slideLayouts/slideLayout179.xml"/><Relationship Id="rId51" Type="http://schemas.openxmlformats.org/officeDocument/2006/relationships/slideLayout" Target="../slideLayouts/slideLayout178.xml"/><Relationship Id="rId50" Type="http://schemas.openxmlformats.org/officeDocument/2006/relationships/slideLayout" Target="../slideLayouts/slideLayout177.xml"/><Relationship Id="rId5" Type="http://schemas.openxmlformats.org/officeDocument/2006/relationships/slideLayout" Target="../slideLayouts/slideLayout132.xml"/><Relationship Id="rId49" Type="http://schemas.openxmlformats.org/officeDocument/2006/relationships/slideLayout" Target="../slideLayouts/slideLayout176.xml"/><Relationship Id="rId48" Type="http://schemas.openxmlformats.org/officeDocument/2006/relationships/slideLayout" Target="../slideLayouts/slideLayout175.xml"/><Relationship Id="rId47" Type="http://schemas.openxmlformats.org/officeDocument/2006/relationships/slideLayout" Target="../slideLayouts/slideLayout174.xml"/><Relationship Id="rId46" Type="http://schemas.openxmlformats.org/officeDocument/2006/relationships/slideLayout" Target="../slideLayouts/slideLayout173.xml"/><Relationship Id="rId45" Type="http://schemas.openxmlformats.org/officeDocument/2006/relationships/slideLayout" Target="../slideLayouts/slideLayout172.xml"/><Relationship Id="rId44" Type="http://schemas.openxmlformats.org/officeDocument/2006/relationships/slideLayout" Target="../slideLayouts/slideLayout171.xml"/><Relationship Id="rId43" Type="http://schemas.openxmlformats.org/officeDocument/2006/relationships/slideLayout" Target="../slideLayouts/slideLayout170.xml"/><Relationship Id="rId42" Type="http://schemas.openxmlformats.org/officeDocument/2006/relationships/slideLayout" Target="../slideLayouts/slideLayout169.xml"/><Relationship Id="rId41" Type="http://schemas.openxmlformats.org/officeDocument/2006/relationships/slideLayout" Target="../slideLayouts/slideLayout168.xml"/><Relationship Id="rId40" Type="http://schemas.openxmlformats.org/officeDocument/2006/relationships/slideLayout" Target="../slideLayouts/slideLayout167.xml"/><Relationship Id="rId4" Type="http://schemas.openxmlformats.org/officeDocument/2006/relationships/slideLayout" Target="../slideLayouts/slideLayout131.xml"/><Relationship Id="rId39" Type="http://schemas.openxmlformats.org/officeDocument/2006/relationships/slideLayout" Target="../slideLayouts/slideLayout166.xml"/><Relationship Id="rId38" Type="http://schemas.openxmlformats.org/officeDocument/2006/relationships/slideLayout" Target="../slideLayouts/slideLayout165.xml"/><Relationship Id="rId37" Type="http://schemas.openxmlformats.org/officeDocument/2006/relationships/slideLayout" Target="../slideLayouts/slideLayout164.xml"/><Relationship Id="rId36" Type="http://schemas.openxmlformats.org/officeDocument/2006/relationships/slideLayout" Target="../slideLayouts/slideLayout163.xml"/><Relationship Id="rId35" Type="http://schemas.openxmlformats.org/officeDocument/2006/relationships/slideLayout" Target="../slideLayouts/slideLayout162.xml"/><Relationship Id="rId34" Type="http://schemas.openxmlformats.org/officeDocument/2006/relationships/slideLayout" Target="../slideLayouts/slideLayout161.xml"/><Relationship Id="rId33" Type="http://schemas.openxmlformats.org/officeDocument/2006/relationships/slideLayout" Target="../slideLayouts/slideLayout160.xml"/><Relationship Id="rId32" Type="http://schemas.openxmlformats.org/officeDocument/2006/relationships/slideLayout" Target="../slideLayouts/slideLayout159.xml"/><Relationship Id="rId31" Type="http://schemas.openxmlformats.org/officeDocument/2006/relationships/slideLayout" Target="../slideLayouts/slideLayout158.xml"/><Relationship Id="rId30" Type="http://schemas.openxmlformats.org/officeDocument/2006/relationships/slideLayout" Target="../slideLayouts/slideLayout157.xml"/><Relationship Id="rId3" Type="http://schemas.openxmlformats.org/officeDocument/2006/relationships/slideLayout" Target="../slideLayouts/slideLayout130.xml"/><Relationship Id="rId29" Type="http://schemas.openxmlformats.org/officeDocument/2006/relationships/slideLayout" Target="../slideLayouts/slideLayout156.xml"/><Relationship Id="rId28" Type="http://schemas.openxmlformats.org/officeDocument/2006/relationships/slideLayout" Target="../slideLayouts/slideLayout155.xml"/><Relationship Id="rId27" Type="http://schemas.openxmlformats.org/officeDocument/2006/relationships/slideLayout" Target="../slideLayouts/slideLayout154.xml"/><Relationship Id="rId26" Type="http://schemas.openxmlformats.org/officeDocument/2006/relationships/slideLayout" Target="../slideLayouts/slideLayout153.xml"/><Relationship Id="rId25" Type="http://schemas.openxmlformats.org/officeDocument/2006/relationships/slideLayout" Target="../slideLayouts/slideLayout152.xml"/><Relationship Id="rId24" Type="http://schemas.openxmlformats.org/officeDocument/2006/relationships/slideLayout" Target="../slideLayouts/slideLayout151.xml"/><Relationship Id="rId23" Type="http://schemas.openxmlformats.org/officeDocument/2006/relationships/slideLayout" Target="../slideLayouts/slideLayout150.xml"/><Relationship Id="rId22" Type="http://schemas.openxmlformats.org/officeDocument/2006/relationships/slideLayout" Target="../slideLayouts/slideLayout149.xml"/><Relationship Id="rId21" Type="http://schemas.openxmlformats.org/officeDocument/2006/relationships/slideLayout" Target="../slideLayouts/slideLayout148.xml"/><Relationship Id="rId20" Type="http://schemas.openxmlformats.org/officeDocument/2006/relationships/slideLayout" Target="../slideLayouts/slideLayout147.xml"/><Relationship Id="rId2" Type="http://schemas.openxmlformats.org/officeDocument/2006/relationships/slideLayout" Target="../slideLayouts/slideLayout129.xml"/><Relationship Id="rId19" Type="http://schemas.openxmlformats.org/officeDocument/2006/relationships/slideLayout" Target="../slideLayouts/slideLayout146.xml"/><Relationship Id="rId18" Type="http://schemas.openxmlformats.org/officeDocument/2006/relationships/slideLayout" Target="../slideLayouts/slideLayout145.xml"/><Relationship Id="rId17" Type="http://schemas.openxmlformats.org/officeDocument/2006/relationships/slideLayout" Target="../slideLayouts/slideLayout144.xml"/><Relationship Id="rId16" Type="http://schemas.openxmlformats.org/officeDocument/2006/relationships/slideLayout" Target="../slideLayouts/slideLayout143.xml"/><Relationship Id="rId15" Type="http://schemas.openxmlformats.org/officeDocument/2006/relationships/slideLayout" Target="../slideLayouts/slideLayout142.xml"/><Relationship Id="rId14" Type="http://schemas.openxmlformats.org/officeDocument/2006/relationships/slideLayout" Target="../slideLayouts/slideLayout141.xml"/><Relationship Id="rId13" Type="http://schemas.openxmlformats.org/officeDocument/2006/relationships/slideLayout" Target="../slideLayouts/slideLayout140.xml"/><Relationship Id="rId12" Type="http://schemas.openxmlformats.org/officeDocument/2006/relationships/slideLayout" Target="../slideLayouts/slideLayout139.xml"/><Relationship Id="rId11" Type="http://schemas.openxmlformats.org/officeDocument/2006/relationships/slideLayout" Target="../slideLayouts/slideLayout138.xml"/><Relationship Id="rId10" Type="http://schemas.openxmlformats.org/officeDocument/2006/relationships/slideLayout" Target="../slideLayouts/slideLayout137.xml"/><Relationship Id="rId1" Type="http://schemas.openxmlformats.org/officeDocument/2006/relationships/slideLayout" Target="../slideLayouts/slideLayout128.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198.xml"/><Relationship Id="rId8" Type="http://schemas.openxmlformats.org/officeDocument/2006/relationships/slideLayout" Target="../slideLayouts/slideLayout197.xml"/><Relationship Id="rId7" Type="http://schemas.openxmlformats.org/officeDocument/2006/relationships/slideLayout" Target="../slideLayouts/slideLayout196.xml"/><Relationship Id="rId63" Type="http://schemas.openxmlformats.org/officeDocument/2006/relationships/theme" Target="../theme/theme5.xml"/><Relationship Id="rId62" Type="http://schemas.openxmlformats.org/officeDocument/2006/relationships/slideLayout" Target="../slideLayouts/slideLayout251.xml"/><Relationship Id="rId61" Type="http://schemas.openxmlformats.org/officeDocument/2006/relationships/slideLayout" Target="../slideLayouts/slideLayout250.xml"/><Relationship Id="rId60" Type="http://schemas.openxmlformats.org/officeDocument/2006/relationships/slideLayout" Target="../slideLayouts/slideLayout249.xml"/><Relationship Id="rId6" Type="http://schemas.openxmlformats.org/officeDocument/2006/relationships/slideLayout" Target="../slideLayouts/slideLayout195.xml"/><Relationship Id="rId59" Type="http://schemas.openxmlformats.org/officeDocument/2006/relationships/slideLayout" Target="../slideLayouts/slideLayout248.xml"/><Relationship Id="rId58" Type="http://schemas.openxmlformats.org/officeDocument/2006/relationships/slideLayout" Target="../slideLayouts/slideLayout247.xml"/><Relationship Id="rId57" Type="http://schemas.openxmlformats.org/officeDocument/2006/relationships/slideLayout" Target="../slideLayouts/slideLayout246.xml"/><Relationship Id="rId56" Type="http://schemas.openxmlformats.org/officeDocument/2006/relationships/slideLayout" Target="../slideLayouts/slideLayout245.xml"/><Relationship Id="rId55" Type="http://schemas.openxmlformats.org/officeDocument/2006/relationships/slideLayout" Target="../slideLayouts/slideLayout244.xml"/><Relationship Id="rId54" Type="http://schemas.openxmlformats.org/officeDocument/2006/relationships/slideLayout" Target="../slideLayouts/slideLayout243.xml"/><Relationship Id="rId53" Type="http://schemas.openxmlformats.org/officeDocument/2006/relationships/slideLayout" Target="../slideLayouts/slideLayout242.xml"/><Relationship Id="rId52" Type="http://schemas.openxmlformats.org/officeDocument/2006/relationships/slideLayout" Target="../slideLayouts/slideLayout241.xml"/><Relationship Id="rId51" Type="http://schemas.openxmlformats.org/officeDocument/2006/relationships/slideLayout" Target="../slideLayouts/slideLayout240.xml"/><Relationship Id="rId50" Type="http://schemas.openxmlformats.org/officeDocument/2006/relationships/slideLayout" Target="../slideLayouts/slideLayout239.xml"/><Relationship Id="rId5" Type="http://schemas.openxmlformats.org/officeDocument/2006/relationships/slideLayout" Target="../slideLayouts/slideLayout194.xml"/><Relationship Id="rId49" Type="http://schemas.openxmlformats.org/officeDocument/2006/relationships/slideLayout" Target="../slideLayouts/slideLayout238.xml"/><Relationship Id="rId48" Type="http://schemas.openxmlformats.org/officeDocument/2006/relationships/slideLayout" Target="../slideLayouts/slideLayout237.xml"/><Relationship Id="rId47" Type="http://schemas.openxmlformats.org/officeDocument/2006/relationships/slideLayout" Target="../slideLayouts/slideLayout236.xml"/><Relationship Id="rId46" Type="http://schemas.openxmlformats.org/officeDocument/2006/relationships/slideLayout" Target="../slideLayouts/slideLayout235.xml"/><Relationship Id="rId45" Type="http://schemas.openxmlformats.org/officeDocument/2006/relationships/slideLayout" Target="../slideLayouts/slideLayout234.xml"/><Relationship Id="rId44" Type="http://schemas.openxmlformats.org/officeDocument/2006/relationships/slideLayout" Target="../slideLayouts/slideLayout233.xml"/><Relationship Id="rId43" Type="http://schemas.openxmlformats.org/officeDocument/2006/relationships/slideLayout" Target="../slideLayouts/slideLayout232.xml"/><Relationship Id="rId42" Type="http://schemas.openxmlformats.org/officeDocument/2006/relationships/slideLayout" Target="../slideLayouts/slideLayout231.xml"/><Relationship Id="rId41" Type="http://schemas.openxmlformats.org/officeDocument/2006/relationships/slideLayout" Target="../slideLayouts/slideLayout230.xml"/><Relationship Id="rId40" Type="http://schemas.openxmlformats.org/officeDocument/2006/relationships/slideLayout" Target="../slideLayouts/slideLayout229.xml"/><Relationship Id="rId4" Type="http://schemas.openxmlformats.org/officeDocument/2006/relationships/slideLayout" Target="../slideLayouts/slideLayout193.xml"/><Relationship Id="rId39" Type="http://schemas.openxmlformats.org/officeDocument/2006/relationships/slideLayout" Target="../slideLayouts/slideLayout228.xml"/><Relationship Id="rId38" Type="http://schemas.openxmlformats.org/officeDocument/2006/relationships/slideLayout" Target="../slideLayouts/slideLayout227.xml"/><Relationship Id="rId37" Type="http://schemas.openxmlformats.org/officeDocument/2006/relationships/slideLayout" Target="../slideLayouts/slideLayout226.xml"/><Relationship Id="rId36" Type="http://schemas.openxmlformats.org/officeDocument/2006/relationships/slideLayout" Target="../slideLayouts/slideLayout225.xml"/><Relationship Id="rId35" Type="http://schemas.openxmlformats.org/officeDocument/2006/relationships/slideLayout" Target="../slideLayouts/slideLayout224.xml"/><Relationship Id="rId34" Type="http://schemas.openxmlformats.org/officeDocument/2006/relationships/slideLayout" Target="../slideLayouts/slideLayout223.xml"/><Relationship Id="rId33" Type="http://schemas.openxmlformats.org/officeDocument/2006/relationships/slideLayout" Target="../slideLayouts/slideLayout222.xml"/><Relationship Id="rId32" Type="http://schemas.openxmlformats.org/officeDocument/2006/relationships/slideLayout" Target="../slideLayouts/slideLayout221.xml"/><Relationship Id="rId31" Type="http://schemas.openxmlformats.org/officeDocument/2006/relationships/slideLayout" Target="../slideLayouts/slideLayout220.xml"/><Relationship Id="rId30" Type="http://schemas.openxmlformats.org/officeDocument/2006/relationships/slideLayout" Target="../slideLayouts/slideLayout219.xml"/><Relationship Id="rId3" Type="http://schemas.openxmlformats.org/officeDocument/2006/relationships/slideLayout" Target="../slideLayouts/slideLayout192.xml"/><Relationship Id="rId29" Type="http://schemas.openxmlformats.org/officeDocument/2006/relationships/slideLayout" Target="../slideLayouts/slideLayout218.xml"/><Relationship Id="rId28" Type="http://schemas.openxmlformats.org/officeDocument/2006/relationships/slideLayout" Target="../slideLayouts/slideLayout217.xml"/><Relationship Id="rId27" Type="http://schemas.openxmlformats.org/officeDocument/2006/relationships/slideLayout" Target="../slideLayouts/slideLayout216.xml"/><Relationship Id="rId26" Type="http://schemas.openxmlformats.org/officeDocument/2006/relationships/slideLayout" Target="../slideLayouts/slideLayout215.xml"/><Relationship Id="rId25" Type="http://schemas.openxmlformats.org/officeDocument/2006/relationships/slideLayout" Target="../slideLayouts/slideLayout214.xml"/><Relationship Id="rId24" Type="http://schemas.openxmlformats.org/officeDocument/2006/relationships/slideLayout" Target="../slideLayouts/slideLayout213.xml"/><Relationship Id="rId23" Type="http://schemas.openxmlformats.org/officeDocument/2006/relationships/slideLayout" Target="../slideLayouts/slideLayout212.xml"/><Relationship Id="rId22" Type="http://schemas.openxmlformats.org/officeDocument/2006/relationships/slideLayout" Target="../slideLayouts/slideLayout211.xml"/><Relationship Id="rId21" Type="http://schemas.openxmlformats.org/officeDocument/2006/relationships/slideLayout" Target="../slideLayouts/slideLayout210.xml"/><Relationship Id="rId20" Type="http://schemas.openxmlformats.org/officeDocument/2006/relationships/slideLayout" Target="../slideLayouts/slideLayout209.xml"/><Relationship Id="rId2" Type="http://schemas.openxmlformats.org/officeDocument/2006/relationships/slideLayout" Target="../slideLayouts/slideLayout191.xml"/><Relationship Id="rId19" Type="http://schemas.openxmlformats.org/officeDocument/2006/relationships/slideLayout" Target="../slideLayouts/slideLayout208.xml"/><Relationship Id="rId18" Type="http://schemas.openxmlformats.org/officeDocument/2006/relationships/slideLayout" Target="../slideLayouts/slideLayout207.xml"/><Relationship Id="rId17" Type="http://schemas.openxmlformats.org/officeDocument/2006/relationships/slideLayout" Target="../slideLayouts/slideLayout206.xml"/><Relationship Id="rId16" Type="http://schemas.openxmlformats.org/officeDocument/2006/relationships/slideLayout" Target="../slideLayouts/slideLayout205.xml"/><Relationship Id="rId15" Type="http://schemas.openxmlformats.org/officeDocument/2006/relationships/slideLayout" Target="../slideLayouts/slideLayout204.xml"/><Relationship Id="rId14" Type="http://schemas.openxmlformats.org/officeDocument/2006/relationships/slideLayout" Target="../slideLayouts/slideLayout203.xml"/><Relationship Id="rId13" Type="http://schemas.openxmlformats.org/officeDocument/2006/relationships/slideLayout" Target="../slideLayouts/slideLayout202.xml"/><Relationship Id="rId12" Type="http://schemas.openxmlformats.org/officeDocument/2006/relationships/slideLayout" Target="../slideLayouts/slideLayout201.xml"/><Relationship Id="rId11" Type="http://schemas.openxmlformats.org/officeDocument/2006/relationships/slideLayout" Target="../slideLayouts/slideLayout200.xml"/><Relationship Id="rId10" Type="http://schemas.openxmlformats.org/officeDocument/2006/relationships/slideLayout" Target="../slideLayouts/slideLayout199.xml"/><Relationship Id="rId1" Type="http://schemas.openxmlformats.org/officeDocument/2006/relationships/slideLayout" Target="../slideLayouts/slideLayout190.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260.xml"/><Relationship Id="rId8" Type="http://schemas.openxmlformats.org/officeDocument/2006/relationships/slideLayout" Target="../slideLayouts/slideLayout259.xml"/><Relationship Id="rId7" Type="http://schemas.openxmlformats.org/officeDocument/2006/relationships/slideLayout" Target="../slideLayouts/slideLayout258.xml"/><Relationship Id="rId63" Type="http://schemas.openxmlformats.org/officeDocument/2006/relationships/theme" Target="../theme/theme6.xml"/><Relationship Id="rId62" Type="http://schemas.openxmlformats.org/officeDocument/2006/relationships/slideLayout" Target="../slideLayouts/slideLayout313.xml"/><Relationship Id="rId61" Type="http://schemas.openxmlformats.org/officeDocument/2006/relationships/slideLayout" Target="../slideLayouts/slideLayout312.xml"/><Relationship Id="rId60" Type="http://schemas.openxmlformats.org/officeDocument/2006/relationships/slideLayout" Target="../slideLayouts/slideLayout311.xml"/><Relationship Id="rId6" Type="http://schemas.openxmlformats.org/officeDocument/2006/relationships/slideLayout" Target="../slideLayouts/slideLayout257.xml"/><Relationship Id="rId59" Type="http://schemas.openxmlformats.org/officeDocument/2006/relationships/slideLayout" Target="../slideLayouts/slideLayout310.xml"/><Relationship Id="rId58" Type="http://schemas.openxmlformats.org/officeDocument/2006/relationships/slideLayout" Target="../slideLayouts/slideLayout309.xml"/><Relationship Id="rId57" Type="http://schemas.openxmlformats.org/officeDocument/2006/relationships/slideLayout" Target="../slideLayouts/slideLayout308.xml"/><Relationship Id="rId56" Type="http://schemas.openxmlformats.org/officeDocument/2006/relationships/slideLayout" Target="../slideLayouts/slideLayout307.xml"/><Relationship Id="rId55" Type="http://schemas.openxmlformats.org/officeDocument/2006/relationships/slideLayout" Target="../slideLayouts/slideLayout306.xml"/><Relationship Id="rId54" Type="http://schemas.openxmlformats.org/officeDocument/2006/relationships/slideLayout" Target="../slideLayouts/slideLayout305.xml"/><Relationship Id="rId53" Type="http://schemas.openxmlformats.org/officeDocument/2006/relationships/slideLayout" Target="../slideLayouts/slideLayout304.xml"/><Relationship Id="rId52" Type="http://schemas.openxmlformats.org/officeDocument/2006/relationships/slideLayout" Target="../slideLayouts/slideLayout303.xml"/><Relationship Id="rId51" Type="http://schemas.openxmlformats.org/officeDocument/2006/relationships/slideLayout" Target="../slideLayouts/slideLayout302.xml"/><Relationship Id="rId50" Type="http://schemas.openxmlformats.org/officeDocument/2006/relationships/slideLayout" Target="../slideLayouts/slideLayout301.xml"/><Relationship Id="rId5" Type="http://schemas.openxmlformats.org/officeDocument/2006/relationships/slideLayout" Target="../slideLayouts/slideLayout256.xml"/><Relationship Id="rId49" Type="http://schemas.openxmlformats.org/officeDocument/2006/relationships/slideLayout" Target="../slideLayouts/slideLayout300.xml"/><Relationship Id="rId48" Type="http://schemas.openxmlformats.org/officeDocument/2006/relationships/slideLayout" Target="../slideLayouts/slideLayout299.xml"/><Relationship Id="rId47" Type="http://schemas.openxmlformats.org/officeDocument/2006/relationships/slideLayout" Target="../slideLayouts/slideLayout298.xml"/><Relationship Id="rId46" Type="http://schemas.openxmlformats.org/officeDocument/2006/relationships/slideLayout" Target="../slideLayouts/slideLayout297.xml"/><Relationship Id="rId45" Type="http://schemas.openxmlformats.org/officeDocument/2006/relationships/slideLayout" Target="../slideLayouts/slideLayout296.xml"/><Relationship Id="rId44" Type="http://schemas.openxmlformats.org/officeDocument/2006/relationships/slideLayout" Target="../slideLayouts/slideLayout295.xml"/><Relationship Id="rId43" Type="http://schemas.openxmlformats.org/officeDocument/2006/relationships/slideLayout" Target="../slideLayouts/slideLayout294.xml"/><Relationship Id="rId42" Type="http://schemas.openxmlformats.org/officeDocument/2006/relationships/slideLayout" Target="../slideLayouts/slideLayout293.xml"/><Relationship Id="rId41" Type="http://schemas.openxmlformats.org/officeDocument/2006/relationships/slideLayout" Target="../slideLayouts/slideLayout292.xml"/><Relationship Id="rId40" Type="http://schemas.openxmlformats.org/officeDocument/2006/relationships/slideLayout" Target="../slideLayouts/slideLayout291.xml"/><Relationship Id="rId4" Type="http://schemas.openxmlformats.org/officeDocument/2006/relationships/slideLayout" Target="../slideLayouts/slideLayout255.xml"/><Relationship Id="rId39" Type="http://schemas.openxmlformats.org/officeDocument/2006/relationships/slideLayout" Target="../slideLayouts/slideLayout290.xml"/><Relationship Id="rId38" Type="http://schemas.openxmlformats.org/officeDocument/2006/relationships/slideLayout" Target="../slideLayouts/slideLayout289.xml"/><Relationship Id="rId37" Type="http://schemas.openxmlformats.org/officeDocument/2006/relationships/slideLayout" Target="../slideLayouts/slideLayout288.xml"/><Relationship Id="rId36" Type="http://schemas.openxmlformats.org/officeDocument/2006/relationships/slideLayout" Target="../slideLayouts/slideLayout287.xml"/><Relationship Id="rId35" Type="http://schemas.openxmlformats.org/officeDocument/2006/relationships/slideLayout" Target="../slideLayouts/slideLayout286.xml"/><Relationship Id="rId34" Type="http://schemas.openxmlformats.org/officeDocument/2006/relationships/slideLayout" Target="../slideLayouts/slideLayout285.xml"/><Relationship Id="rId33" Type="http://schemas.openxmlformats.org/officeDocument/2006/relationships/slideLayout" Target="../slideLayouts/slideLayout284.xml"/><Relationship Id="rId32" Type="http://schemas.openxmlformats.org/officeDocument/2006/relationships/slideLayout" Target="../slideLayouts/slideLayout283.xml"/><Relationship Id="rId31" Type="http://schemas.openxmlformats.org/officeDocument/2006/relationships/slideLayout" Target="../slideLayouts/slideLayout282.xml"/><Relationship Id="rId30" Type="http://schemas.openxmlformats.org/officeDocument/2006/relationships/slideLayout" Target="../slideLayouts/slideLayout281.xml"/><Relationship Id="rId3" Type="http://schemas.openxmlformats.org/officeDocument/2006/relationships/slideLayout" Target="../slideLayouts/slideLayout254.xml"/><Relationship Id="rId29" Type="http://schemas.openxmlformats.org/officeDocument/2006/relationships/slideLayout" Target="../slideLayouts/slideLayout280.xml"/><Relationship Id="rId28" Type="http://schemas.openxmlformats.org/officeDocument/2006/relationships/slideLayout" Target="../slideLayouts/slideLayout279.xml"/><Relationship Id="rId27" Type="http://schemas.openxmlformats.org/officeDocument/2006/relationships/slideLayout" Target="../slideLayouts/slideLayout278.xml"/><Relationship Id="rId26" Type="http://schemas.openxmlformats.org/officeDocument/2006/relationships/slideLayout" Target="../slideLayouts/slideLayout277.xml"/><Relationship Id="rId25" Type="http://schemas.openxmlformats.org/officeDocument/2006/relationships/slideLayout" Target="../slideLayouts/slideLayout276.xml"/><Relationship Id="rId24" Type="http://schemas.openxmlformats.org/officeDocument/2006/relationships/slideLayout" Target="../slideLayouts/slideLayout275.xml"/><Relationship Id="rId23" Type="http://schemas.openxmlformats.org/officeDocument/2006/relationships/slideLayout" Target="../slideLayouts/slideLayout274.xml"/><Relationship Id="rId22" Type="http://schemas.openxmlformats.org/officeDocument/2006/relationships/slideLayout" Target="../slideLayouts/slideLayout273.xml"/><Relationship Id="rId21" Type="http://schemas.openxmlformats.org/officeDocument/2006/relationships/slideLayout" Target="../slideLayouts/slideLayout272.xml"/><Relationship Id="rId20" Type="http://schemas.openxmlformats.org/officeDocument/2006/relationships/slideLayout" Target="../slideLayouts/slideLayout271.xml"/><Relationship Id="rId2" Type="http://schemas.openxmlformats.org/officeDocument/2006/relationships/slideLayout" Target="../slideLayouts/slideLayout253.xml"/><Relationship Id="rId19" Type="http://schemas.openxmlformats.org/officeDocument/2006/relationships/slideLayout" Target="../slideLayouts/slideLayout270.xml"/><Relationship Id="rId18" Type="http://schemas.openxmlformats.org/officeDocument/2006/relationships/slideLayout" Target="../slideLayouts/slideLayout269.xml"/><Relationship Id="rId17" Type="http://schemas.openxmlformats.org/officeDocument/2006/relationships/slideLayout" Target="../slideLayouts/slideLayout268.xml"/><Relationship Id="rId16" Type="http://schemas.openxmlformats.org/officeDocument/2006/relationships/slideLayout" Target="../slideLayouts/slideLayout267.xml"/><Relationship Id="rId15" Type="http://schemas.openxmlformats.org/officeDocument/2006/relationships/slideLayout" Target="../slideLayouts/slideLayout266.xml"/><Relationship Id="rId14" Type="http://schemas.openxmlformats.org/officeDocument/2006/relationships/slideLayout" Target="../slideLayouts/slideLayout265.xml"/><Relationship Id="rId13" Type="http://schemas.openxmlformats.org/officeDocument/2006/relationships/slideLayout" Target="../slideLayouts/slideLayout264.xml"/><Relationship Id="rId12" Type="http://schemas.openxmlformats.org/officeDocument/2006/relationships/slideLayout" Target="../slideLayouts/slideLayout263.xml"/><Relationship Id="rId11" Type="http://schemas.openxmlformats.org/officeDocument/2006/relationships/slideLayout" Target="../slideLayouts/slideLayout262.xml"/><Relationship Id="rId10" Type="http://schemas.openxmlformats.org/officeDocument/2006/relationships/slideLayout" Target="../slideLayouts/slideLayout261.xml"/><Relationship Id="rId1" Type="http://schemas.openxmlformats.org/officeDocument/2006/relationships/slideLayout" Target="../slideLayouts/slideLayout252.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322.xml"/><Relationship Id="rId8" Type="http://schemas.openxmlformats.org/officeDocument/2006/relationships/slideLayout" Target="../slideLayouts/slideLayout321.xml"/><Relationship Id="rId7" Type="http://schemas.openxmlformats.org/officeDocument/2006/relationships/slideLayout" Target="../slideLayouts/slideLayout320.xml"/><Relationship Id="rId63" Type="http://schemas.openxmlformats.org/officeDocument/2006/relationships/theme" Target="../theme/theme7.xml"/><Relationship Id="rId62" Type="http://schemas.openxmlformats.org/officeDocument/2006/relationships/slideLayout" Target="../slideLayouts/slideLayout375.xml"/><Relationship Id="rId61" Type="http://schemas.openxmlformats.org/officeDocument/2006/relationships/slideLayout" Target="../slideLayouts/slideLayout374.xml"/><Relationship Id="rId60" Type="http://schemas.openxmlformats.org/officeDocument/2006/relationships/slideLayout" Target="../slideLayouts/slideLayout373.xml"/><Relationship Id="rId6" Type="http://schemas.openxmlformats.org/officeDocument/2006/relationships/slideLayout" Target="../slideLayouts/slideLayout319.xml"/><Relationship Id="rId59" Type="http://schemas.openxmlformats.org/officeDocument/2006/relationships/slideLayout" Target="../slideLayouts/slideLayout372.xml"/><Relationship Id="rId58" Type="http://schemas.openxmlformats.org/officeDocument/2006/relationships/slideLayout" Target="../slideLayouts/slideLayout371.xml"/><Relationship Id="rId57" Type="http://schemas.openxmlformats.org/officeDocument/2006/relationships/slideLayout" Target="../slideLayouts/slideLayout370.xml"/><Relationship Id="rId56" Type="http://schemas.openxmlformats.org/officeDocument/2006/relationships/slideLayout" Target="../slideLayouts/slideLayout369.xml"/><Relationship Id="rId55" Type="http://schemas.openxmlformats.org/officeDocument/2006/relationships/slideLayout" Target="../slideLayouts/slideLayout368.xml"/><Relationship Id="rId54" Type="http://schemas.openxmlformats.org/officeDocument/2006/relationships/slideLayout" Target="../slideLayouts/slideLayout367.xml"/><Relationship Id="rId53" Type="http://schemas.openxmlformats.org/officeDocument/2006/relationships/slideLayout" Target="../slideLayouts/slideLayout366.xml"/><Relationship Id="rId52" Type="http://schemas.openxmlformats.org/officeDocument/2006/relationships/slideLayout" Target="../slideLayouts/slideLayout365.xml"/><Relationship Id="rId51" Type="http://schemas.openxmlformats.org/officeDocument/2006/relationships/slideLayout" Target="../slideLayouts/slideLayout364.xml"/><Relationship Id="rId50" Type="http://schemas.openxmlformats.org/officeDocument/2006/relationships/slideLayout" Target="../slideLayouts/slideLayout363.xml"/><Relationship Id="rId5" Type="http://schemas.openxmlformats.org/officeDocument/2006/relationships/slideLayout" Target="../slideLayouts/slideLayout318.xml"/><Relationship Id="rId49" Type="http://schemas.openxmlformats.org/officeDocument/2006/relationships/slideLayout" Target="../slideLayouts/slideLayout362.xml"/><Relationship Id="rId48" Type="http://schemas.openxmlformats.org/officeDocument/2006/relationships/slideLayout" Target="../slideLayouts/slideLayout361.xml"/><Relationship Id="rId47" Type="http://schemas.openxmlformats.org/officeDocument/2006/relationships/slideLayout" Target="../slideLayouts/slideLayout360.xml"/><Relationship Id="rId46" Type="http://schemas.openxmlformats.org/officeDocument/2006/relationships/slideLayout" Target="../slideLayouts/slideLayout359.xml"/><Relationship Id="rId45" Type="http://schemas.openxmlformats.org/officeDocument/2006/relationships/slideLayout" Target="../slideLayouts/slideLayout358.xml"/><Relationship Id="rId44" Type="http://schemas.openxmlformats.org/officeDocument/2006/relationships/slideLayout" Target="../slideLayouts/slideLayout357.xml"/><Relationship Id="rId43" Type="http://schemas.openxmlformats.org/officeDocument/2006/relationships/slideLayout" Target="../slideLayouts/slideLayout356.xml"/><Relationship Id="rId42" Type="http://schemas.openxmlformats.org/officeDocument/2006/relationships/slideLayout" Target="../slideLayouts/slideLayout355.xml"/><Relationship Id="rId41" Type="http://schemas.openxmlformats.org/officeDocument/2006/relationships/slideLayout" Target="../slideLayouts/slideLayout354.xml"/><Relationship Id="rId40" Type="http://schemas.openxmlformats.org/officeDocument/2006/relationships/slideLayout" Target="../slideLayouts/slideLayout353.xml"/><Relationship Id="rId4" Type="http://schemas.openxmlformats.org/officeDocument/2006/relationships/slideLayout" Target="../slideLayouts/slideLayout317.xml"/><Relationship Id="rId39" Type="http://schemas.openxmlformats.org/officeDocument/2006/relationships/slideLayout" Target="../slideLayouts/slideLayout352.xml"/><Relationship Id="rId38" Type="http://schemas.openxmlformats.org/officeDocument/2006/relationships/slideLayout" Target="../slideLayouts/slideLayout351.xml"/><Relationship Id="rId37" Type="http://schemas.openxmlformats.org/officeDocument/2006/relationships/slideLayout" Target="../slideLayouts/slideLayout350.xml"/><Relationship Id="rId36" Type="http://schemas.openxmlformats.org/officeDocument/2006/relationships/slideLayout" Target="../slideLayouts/slideLayout349.xml"/><Relationship Id="rId35" Type="http://schemas.openxmlformats.org/officeDocument/2006/relationships/slideLayout" Target="../slideLayouts/slideLayout348.xml"/><Relationship Id="rId34" Type="http://schemas.openxmlformats.org/officeDocument/2006/relationships/slideLayout" Target="../slideLayouts/slideLayout347.xml"/><Relationship Id="rId33" Type="http://schemas.openxmlformats.org/officeDocument/2006/relationships/slideLayout" Target="../slideLayouts/slideLayout346.xml"/><Relationship Id="rId32" Type="http://schemas.openxmlformats.org/officeDocument/2006/relationships/slideLayout" Target="../slideLayouts/slideLayout345.xml"/><Relationship Id="rId31" Type="http://schemas.openxmlformats.org/officeDocument/2006/relationships/slideLayout" Target="../slideLayouts/slideLayout344.xml"/><Relationship Id="rId30" Type="http://schemas.openxmlformats.org/officeDocument/2006/relationships/slideLayout" Target="../slideLayouts/slideLayout343.xml"/><Relationship Id="rId3" Type="http://schemas.openxmlformats.org/officeDocument/2006/relationships/slideLayout" Target="../slideLayouts/slideLayout316.xml"/><Relationship Id="rId29" Type="http://schemas.openxmlformats.org/officeDocument/2006/relationships/slideLayout" Target="../slideLayouts/slideLayout342.xml"/><Relationship Id="rId28" Type="http://schemas.openxmlformats.org/officeDocument/2006/relationships/slideLayout" Target="../slideLayouts/slideLayout341.xml"/><Relationship Id="rId27" Type="http://schemas.openxmlformats.org/officeDocument/2006/relationships/slideLayout" Target="../slideLayouts/slideLayout340.xml"/><Relationship Id="rId26" Type="http://schemas.openxmlformats.org/officeDocument/2006/relationships/slideLayout" Target="../slideLayouts/slideLayout339.xml"/><Relationship Id="rId25" Type="http://schemas.openxmlformats.org/officeDocument/2006/relationships/slideLayout" Target="../slideLayouts/slideLayout338.xml"/><Relationship Id="rId24" Type="http://schemas.openxmlformats.org/officeDocument/2006/relationships/slideLayout" Target="../slideLayouts/slideLayout337.xml"/><Relationship Id="rId23" Type="http://schemas.openxmlformats.org/officeDocument/2006/relationships/slideLayout" Target="../slideLayouts/slideLayout336.xml"/><Relationship Id="rId22" Type="http://schemas.openxmlformats.org/officeDocument/2006/relationships/slideLayout" Target="../slideLayouts/slideLayout335.xml"/><Relationship Id="rId21" Type="http://schemas.openxmlformats.org/officeDocument/2006/relationships/slideLayout" Target="../slideLayouts/slideLayout334.xml"/><Relationship Id="rId20" Type="http://schemas.openxmlformats.org/officeDocument/2006/relationships/slideLayout" Target="../slideLayouts/slideLayout333.xml"/><Relationship Id="rId2" Type="http://schemas.openxmlformats.org/officeDocument/2006/relationships/slideLayout" Target="../slideLayouts/slideLayout315.xml"/><Relationship Id="rId19" Type="http://schemas.openxmlformats.org/officeDocument/2006/relationships/slideLayout" Target="../slideLayouts/slideLayout332.xml"/><Relationship Id="rId18" Type="http://schemas.openxmlformats.org/officeDocument/2006/relationships/slideLayout" Target="../slideLayouts/slideLayout331.xml"/><Relationship Id="rId17" Type="http://schemas.openxmlformats.org/officeDocument/2006/relationships/slideLayout" Target="../slideLayouts/slideLayout330.xml"/><Relationship Id="rId16" Type="http://schemas.openxmlformats.org/officeDocument/2006/relationships/slideLayout" Target="../slideLayouts/slideLayout329.xml"/><Relationship Id="rId15" Type="http://schemas.openxmlformats.org/officeDocument/2006/relationships/slideLayout" Target="../slideLayouts/slideLayout328.xml"/><Relationship Id="rId14" Type="http://schemas.openxmlformats.org/officeDocument/2006/relationships/slideLayout" Target="../slideLayouts/slideLayout327.xml"/><Relationship Id="rId13" Type="http://schemas.openxmlformats.org/officeDocument/2006/relationships/slideLayout" Target="../slideLayouts/slideLayout326.xml"/><Relationship Id="rId12" Type="http://schemas.openxmlformats.org/officeDocument/2006/relationships/slideLayout" Target="../slideLayouts/slideLayout325.xml"/><Relationship Id="rId11" Type="http://schemas.openxmlformats.org/officeDocument/2006/relationships/slideLayout" Target="../slideLayouts/slideLayout324.xml"/><Relationship Id="rId10" Type="http://schemas.openxmlformats.org/officeDocument/2006/relationships/slideLayout" Target="../slideLayouts/slideLayout323.xml"/><Relationship Id="rId1" Type="http://schemas.openxmlformats.org/officeDocument/2006/relationships/slideLayout" Target="../slideLayouts/slideLayout314.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384.xml"/><Relationship Id="rId8" Type="http://schemas.openxmlformats.org/officeDocument/2006/relationships/slideLayout" Target="../slideLayouts/slideLayout383.xml"/><Relationship Id="rId7" Type="http://schemas.openxmlformats.org/officeDocument/2006/relationships/slideLayout" Target="../slideLayouts/slideLayout382.xml"/><Relationship Id="rId63" Type="http://schemas.openxmlformats.org/officeDocument/2006/relationships/theme" Target="../theme/theme8.xml"/><Relationship Id="rId62" Type="http://schemas.openxmlformats.org/officeDocument/2006/relationships/slideLayout" Target="../slideLayouts/slideLayout437.xml"/><Relationship Id="rId61" Type="http://schemas.openxmlformats.org/officeDocument/2006/relationships/slideLayout" Target="../slideLayouts/slideLayout436.xml"/><Relationship Id="rId60" Type="http://schemas.openxmlformats.org/officeDocument/2006/relationships/slideLayout" Target="../slideLayouts/slideLayout435.xml"/><Relationship Id="rId6" Type="http://schemas.openxmlformats.org/officeDocument/2006/relationships/slideLayout" Target="../slideLayouts/slideLayout381.xml"/><Relationship Id="rId59" Type="http://schemas.openxmlformats.org/officeDocument/2006/relationships/slideLayout" Target="../slideLayouts/slideLayout434.xml"/><Relationship Id="rId58" Type="http://schemas.openxmlformats.org/officeDocument/2006/relationships/slideLayout" Target="../slideLayouts/slideLayout433.xml"/><Relationship Id="rId57" Type="http://schemas.openxmlformats.org/officeDocument/2006/relationships/slideLayout" Target="../slideLayouts/slideLayout432.xml"/><Relationship Id="rId56" Type="http://schemas.openxmlformats.org/officeDocument/2006/relationships/slideLayout" Target="../slideLayouts/slideLayout431.xml"/><Relationship Id="rId55" Type="http://schemas.openxmlformats.org/officeDocument/2006/relationships/slideLayout" Target="../slideLayouts/slideLayout430.xml"/><Relationship Id="rId54" Type="http://schemas.openxmlformats.org/officeDocument/2006/relationships/slideLayout" Target="../slideLayouts/slideLayout429.xml"/><Relationship Id="rId53" Type="http://schemas.openxmlformats.org/officeDocument/2006/relationships/slideLayout" Target="../slideLayouts/slideLayout428.xml"/><Relationship Id="rId52" Type="http://schemas.openxmlformats.org/officeDocument/2006/relationships/slideLayout" Target="../slideLayouts/slideLayout427.xml"/><Relationship Id="rId51" Type="http://schemas.openxmlformats.org/officeDocument/2006/relationships/slideLayout" Target="../slideLayouts/slideLayout426.xml"/><Relationship Id="rId50" Type="http://schemas.openxmlformats.org/officeDocument/2006/relationships/slideLayout" Target="../slideLayouts/slideLayout425.xml"/><Relationship Id="rId5" Type="http://schemas.openxmlformats.org/officeDocument/2006/relationships/slideLayout" Target="../slideLayouts/slideLayout380.xml"/><Relationship Id="rId49" Type="http://schemas.openxmlformats.org/officeDocument/2006/relationships/slideLayout" Target="../slideLayouts/slideLayout424.xml"/><Relationship Id="rId48" Type="http://schemas.openxmlformats.org/officeDocument/2006/relationships/slideLayout" Target="../slideLayouts/slideLayout423.xml"/><Relationship Id="rId47" Type="http://schemas.openxmlformats.org/officeDocument/2006/relationships/slideLayout" Target="../slideLayouts/slideLayout422.xml"/><Relationship Id="rId46" Type="http://schemas.openxmlformats.org/officeDocument/2006/relationships/slideLayout" Target="../slideLayouts/slideLayout421.xml"/><Relationship Id="rId45" Type="http://schemas.openxmlformats.org/officeDocument/2006/relationships/slideLayout" Target="../slideLayouts/slideLayout420.xml"/><Relationship Id="rId44" Type="http://schemas.openxmlformats.org/officeDocument/2006/relationships/slideLayout" Target="../slideLayouts/slideLayout419.xml"/><Relationship Id="rId43" Type="http://schemas.openxmlformats.org/officeDocument/2006/relationships/slideLayout" Target="../slideLayouts/slideLayout418.xml"/><Relationship Id="rId42" Type="http://schemas.openxmlformats.org/officeDocument/2006/relationships/slideLayout" Target="../slideLayouts/slideLayout417.xml"/><Relationship Id="rId41" Type="http://schemas.openxmlformats.org/officeDocument/2006/relationships/slideLayout" Target="../slideLayouts/slideLayout416.xml"/><Relationship Id="rId40" Type="http://schemas.openxmlformats.org/officeDocument/2006/relationships/slideLayout" Target="../slideLayouts/slideLayout415.xml"/><Relationship Id="rId4" Type="http://schemas.openxmlformats.org/officeDocument/2006/relationships/slideLayout" Target="../slideLayouts/slideLayout379.xml"/><Relationship Id="rId39" Type="http://schemas.openxmlformats.org/officeDocument/2006/relationships/slideLayout" Target="../slideLayouts/slideLayout414.xml"/><Relationship Id="rId38" Type="http://schemas.openxmlformats.org/officeDocument/2006/relationships/slideLayout" Target="../slideLayouts/slideLayout413.xml"/><Relationship Id="rId37" Type="http://schemas.openxmlformats.org/officeDocument/2006/relationships/slideLayout" Target="../slideLayouts/slideLayout412.xml"/><Relationship Id="rId36" Type="http://schemas.openxmlformats.org/officeDocument/2006/relationships/slideLayout" Target="../slideLayouts/slideLayout411.xml"/><Relationship Id="rId35" Type="http://schemas.openxmlformats.org/officeDocument/2006/relationships/slideLayout" Target="../slideLayouts/slideLayout410.xml"/><Relationship Id="rId34" Type="http://schemas.openxmlformats.org/officeDocument/2006/relationships/slideLayout" Target="../slideLayouts/slideLayout409.xml"/><Relationship Id="rId33" Type="http://schemas.openxmlformats.org/officeDocument/2006/relationships/slideLayout" Target="../slideLayouts/slideLayout408.xml"/><Relationship Id="rId32" Type="http://schemas.openxmlformats.org/officeDocument/2006/relationships/slideLayout" Target="../slideLayouts/slideLayout407.xml"/><Relationship Id="rId31" Type="http://schemas.openxmlformats.org/officeDocument/2006/relationships/slideLayout" Target="../slideLayouts/slideLayout406.xml"/><Relationship Id="rId30" Type="http://schemas.openxmlformats.org/officeDocument/2006/relationships/slideLayout" Target="../slideLayouts/slideLayout405.xml"/><Relationship Id="rId3" Type="http://schemas.openxmlformats.org/officeDocument/2006/relationships/slideLayout" Target="../slideLayouts/slideLayout378.xml"/><Relationship Id="rId29" Type="http://schemas.openxmlformats.org/officeDocument/2006/relationships/slideLayout" Target="../slideLayouts/slideLayout404.xml"/><Relationship Id="rId28" Type="http://schemas.openxmlformats.org/officeDocument/2006/relationships/slideLayout" Target="../slideLayouts/slideLayout403.xml"/><Relationship Id="rId27" Type="http://schemas.openxmlformats.org/officeDocument/2006/relationships/slideLayout" Target="../slideLayouts/slideLayout402.xml"/><Relationship Id="rId26" Type="http://schemas.openxmlformats.org/officeDocument/2006/relationships/slideLayout" Target="../slideLayouts/slideLayout401.xml"/><Relationship Id="rId25" Type="http://schemas.openxmlformats.org/officeDocument/2006/relationships/slideLayout" Target="../slideLayouts/slideLayout400.xml"/><Relationship Id="rId24" Type="http://schemas.openxmlformats.org/officeDocument/2006/relationships/slideLayout" Target="../slideLayouts/slideLayout399.xml"/><Relationship Id="rId23" Type="http://schemas.openxmlformats.org/officeDocument/2006/relationships/slideLayout" Target="../slideLayouts/slideLayout398.xml"/><Relationship Id="rId22" Type="http://schemas.openxmlformats.org/officeDocument/2006/relationships/slideLayout" Target="../slideLayouts/slideLayout397.xml"/><Relationship Id="rId21" Type="http://schemas.openxmlformats.org/officeDocument/2006/relationships/slideLayout" Target="../slideLayouts/slideLayout396.xml"/><Relationship Id="rId20" Type="http://schemas.openxmlformats.org/officeDocument/2006/relationships/slideLayout" Target="../slideLayouts/slideLayout395.xml"/><Relationship Id="rId2" Type="http://schemas.openxmlformats.org/officeDocument/2006/relationships/slideLayout" Target="../slideLayouts/slideLayout377.xml"/><Relationship Id="rId19" Type="http://schemas.openxmlformats.org/officeDocument/2006/relationships/slideLayout" Target="../slideLayouts/slideLayout394.xml"/><Relationship Id="rId18" Type="http://schemas.openxmlformats.org/officeDocument/2006/relationships/slideLayout" Target="../slideLayouts/slideLayout393.xml"/><Relationship Id="rId17" Type="http://schemas.openxmlformats.org/officeDocument/2006/relationships/slideLayout" Target="../slideLayouts/slideLayout392.xml"/><Relationship Id="rId16" Type="http://schemas.openxmlformats.org/officeDocument/2006/relationships/slideLayout" Target="../slideLayouts/slideLayout391.xml"/><Relationship Id="rId15" Type="http://schemas.openxmlformats.org/officeDocument/2006/relationships/slideLayout" Target="../slideLayouts/slideLayout390.xml"/><Relationship Id="rId14" Type="http://schemas.openxmlformats.org/officeDocument/2006/relationships/slideLayout" Target="../slideLayouts/slideLayout389.xml"/><Relationship Id="rId13" Type="http://schemas.openxmlformats.org/officeDocument/2006/relationships/slideLayout" Target="../slideLayouts/slideLayout388.xml"/><Relationship Id="rId12" Type="http://schemas.openxmlformats.org/officeDocument/2006/relationships/slideLayout" Target="../slideLayouts/slideLayout387.xml"/><Relationship Id="rId11" Type="http://schemas.openxmlformats.org/officeDocument/2006/relationships/slideLayout" Target="../slideLayouts/slideLayout386.xml"/><Relationship Id="rId10" Type="http://schemas.openxmlformats.org/officeDocument/2006/relationships/slideLayout" Target="../slideLayouts/slideLayout385.xml"/><Relationship Id="rId1" Type="http://schemas.openxmlformats.org/officeDocument/2006/relationships/slideLayout" Target="../slideLayouts/slideLayout37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25CEE2-CDB2-4314-ABB0-8F9A1B14573A}"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09E63E-68D8-4736-A0D8-0C51500A198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Lst>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25CEE2-CDB2-4314-ABB0-8F9A1B14573A}"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09E63E-68D8-4736-A0D8-0C51500A198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 id="2147483746" r:id="rId31"/>
    <p:sldLayoutId id="2147483747" r:id="rId32"/>
    <p:sldLayoutId id="2147483748" r:id="rId33"/>
    <p:sldLayoutId id="2147483749" r:id="rId34"/>
    <p:sldLayoutId id="2147483750" r:id="rId35"/>
    <p:sldLayoutId id="2147483751" r:id="rId36"/>
    <p:sldLayoutId id="2147483752" r:id="rId37"/>
    <p:sldLayoutId id="2147483753" r:id="rId38"/>
    <p:sldLayoutId id="2147483754" r:id="rId39"/>
    <p:sldLayoutId id="2147483755" r:id="rId40"/>
    <p:sldLayoutId id="2147483756" r:id="rId41"/>
    <p:sldLayoutId id="2147483757" r:id="rId42"/>
    <p:sldLayoutId id="2147483758" r:id="rId43"/>
    <p:sldLayoutId id="2147483759" r:id="rId44"/>
    <p:sldLayoutId id="2147483760" r:id="rId45"/>
    <p:sldLayoutId id="2147483761" r:id="rId46"/>
    <p:sldLayoutId id="2147483762" r:id="rId47"/>
    <p:sldLayoutId id="2147483763" r:id="rId48"/>
    <p:sldLayoutId id="2147483764" r:id="rId49"/>
    <p:sldLayoutId id="2147483765" r:id="rId50"/>
    <p:sldLayoutId id="2147483766" r:id="rId51"/>
    <p:sldLayoutId id="2147483767" r:id="rId52"/>
    <p:sldLayoutId id="2147483768" r:id="rId53"/>
    <p:sldLayoutId id="2147483769" r:id="rId54"/>
    <p:sldLayoutId id="2147483770" r:id="rId55"/>
    <p:sldLayoutId id="2147483771" r:id="rId56"/>
    <p:sldLayoutId id="2147483772" r:id="rId57"/>
    <p:sldLayoutId id="2147483773" r:id="rId58"/>
    <p:sldLayoutId id="2147483774" r:id="rId59"/>
    <p:sldLayoutId id="2147483775" r:id="rId60"/>
    <p:sldLayoutId id="2147483776" r:id="rId61"/>
    <p:sldLayoutId id="2147483777" r:id="rId62"/>
  </p:sldLayoutIdLst>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25CEE2-CDB2-4314-ABB0-8F9A1B14573A}"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09E63E-68D8-4736-A0D8-0C51500A198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 id="2147483799" r:id="rId21"/>
    <p:sldLayoutId id="2147483800" r:id="rId22"/>
    <p:sldLayoutId id="2147483801" r:id="rId23"/>
    <p:sldLayoutId id="2147483802" r:id="rId24"/>
    <p:sldLayoutId id="2147483803" r:id="rId25"/>
    <p:sldLayoutId id="2147483804" r:id="rId26"/>
    <p:sldLayoutId id="2147483805" r:id="rId27"/>
    <p:sldLayoutId id="2147483806" r:id="rId28"/>
    <p:sldLayoutId id="2147483807" r:id="rId29"/>
    <p:sldLayoutId id="2147483808" r:id="rId30"/>
    <p:sldLayoutId id="2147483809" r:id="rId31"/>
    <p:sldLayoutId id="2147483810" r:id="rId32"/>
    <p:sldLayoutId id="2147483811" r:id="rId33"/>
    <p:sldLayoutId id="2147483812" r:id="rId34"/>
    <p:sldLayoutId id="2147483813" r:id="rId35"/>
    <p:sldLayoutId id="2147483814" r:id="rId36"/>
    <p:sldLayoutId id="2147483815" r:id="rId37"/>
    <p:sldLayoutId id="2147483816" r:id="rId38"/>
    <p:sldLayoutId id="2147483817" r:id="rId39"/>
    <p:sldLayoutId id="2147483818" r:id="rId40"/>
    <p:sldLayoutId id="2147483819" r:id="rId41"/>
    <p:sldLayoutId id="2147483820" r:id="rId42"/>
    <p:sldLayoutId id="2147483821" r:id="rId43"/>
    <p:sldLayoutId id="2147483822" r:id="rId44"/>
    <p:sldLayoutId id="2147483823" r:id="rId45"/>
    <p:sldLayoutId id="2147483824" r:id="rId46"/>
    <p:sldLayoutId id="2147483825" r:id="rId47"/>
    <p:sldLayoutId id="2147483826" r:id="rId48"/>
    <p:sldLayoutId id="2147483827" r:id="rId49"/>
    <p:sldLayoutId id="2147483828" r:id="rId50"/>
    <p:sldLayoutId id="2147483829" r:id="rId51"/>
    <p:sldLayoutId id="2147483830" r:id="rId52"/>
    <p:sldLayoutId id="2147483831" r:id="rId53"/>
    <p:sldLayoutId id="2147483832" r:id="rId54"/>
    <p:sldLayoutId id="2147483833" r:id="rId55"/>
    <p:sldLayoutId id="2147483834" r:id="rId56"/>
    <p:sldLayoutId id="2147483835" r:id="rId57"/>
    <p:sldLayoutId id="2147483836" r:id="rId58"/>
    <p:sldLayoutId id="2147483837" r:id="rId59"/>
    <p:sldLayoutId id="2147483838" r:id="rId60"/>
    <p:sldLayoutId id="2147483839" r:id="rId61"/>
    <p:sldLayoutId id="2147483840" r:id="rId62"/>
  </p:sldLayoutIdLst>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25CEE2-CDB2-4314-ABB0-8F9A1B14573A}"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09E63E-68D8-4736-A0D8-0C51500A198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3" r:id="rId12"/>
    <p:sldLayoutId id="2147483854" r:id="rId13"/>
    <p:sldLayoutId id="2147483855" r:id="rId14"/>
    <p:sldLayoutId id="2147483856" r:id="rId15"/>
    <p:sldLayoutId id="2147483857" r:id="rId16"/>
    <p:sldLayoutId id="2147483858" r:id="rId17"/>
    <p:sldLayoutId id="2147483859" r:id="rId18"/>
    <p:sldLayoutId id="2147483860" r:id="rId19"/>
    <p:sldLayoutId id="2147483861" r:id="rId20"/>
    <p:sldLayoutId id="2147483862" r:id="rId21"/>
    <p:sldLayoutId id="2147483863" r:id="rId22"/>
    <p:sldLayoutId id="2147483864" r:id="rId23"/>
    <p:sldLayoutId id="2147483865" r:id="rId24"/>
    <p:sldLayoutId id="2147483866" r:id="rId25"/>
    <p:sldLayoutId id="2147483867" r:id="rId26"/>
    <p:sldLayoutId id="2147483868" r:id="rId27"/>
    <p:sldLayoutId id="2147483869" r:id="rId28"/>
    <p:sldLayoutId id="2147483870" r:id="rId29"/>
    <p:sldLayoutId id="2147483871" r:id="rId30"/>
    <p:sldLayoutId id="2147483872" r:id="rId31"/>
    <p:sldLayoutId id="2147483873" r:id="rId32"/>
    <p:sldLayoutId id="2147483874" r:id="rId33"/>
    <p:sldLayoutId id="2147483875" r:id="rId34"/>
    <p:sldLayoutId id="2147483876" r:id="rId35"/>
    <p:sldLayoutId id="2147483877" r:id="rId36"/>
    <p:sldLayoutId id="2147483878" r:id="rId37"/>
    <p:sldLayoutId id="2147483879" r:id="rId38"/>
    <p:sldLayoutId id="2147483880" r:id="rId39"/>
    <p:sldLayoutId id="2147483881" r:id="rId40"/>
    <p:sldLayoutId id="2147483882" r:id="rId41"/>
    <p:sldLayoutId id="2147483883" r:id="rId42"/>
    <p:sldLayoutId id="2147483884" r:id="rId43"/>
    <p:sldLayoutId id="2147483885" r:id="rId44"/>
    <p:sldLayoutId id="2147483886" r:id="rId45"/>
    <p:sldLayoutId id="2147483887" r:id="rId46"/>
    <p:sldLayoutId id="2147483888" r:id="rId47"/>
    <p:sldLayoutId id="2147483889" r:id="rId48"/>
    <p:sldLayoutId id="2147483890" r:id="rId49"/>
    <p:sldLayoutId id="2147483891" r:id="rId50"/>
    <p:sldLayoutId id="2147483892" r:id="rId51"/>
    <p:sldLayoutId id="2147483893" r:id="rId52"/>
    <p:sldLayoutId id="2147483894" r:id="rId53"/>
    <p:sldLayoutId id="2147483895" r:id="rId54"/>
    <p:sldLayoutId id="2147483896" r:id="rId55"/>
    <p:sldLayoutId id="2147483897" r:id="rId56"/>
    <p:sldLayoutId id="2147483898" r:id="rId57"/>
    <p:sldLayoutId id="2147483899" r:id="rId58"/>
    <p:sldLayoutId id="2147483900" r:id="rId59"/>
    <p:sldLayoutId id="2147483901" r:id="rId60"/>
    <p:sldLayoutId id="2147483902" r:id="rId61"/>
    <p:sldLayoutId id="2147483903" r:id="rId62"/>
  </p:sldLayoutIdLst>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25CEE2-CDB2-4314-ABB0-8F9A1B14573A}"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09E63E-68D8-4736-A0D8-0C51500A198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905" r:id="rId1"/>
    <p:sldLayoutId id="2147483906" r:id="rId2"/>
    <p:sldLayoutId id="2147483907" r:id="rId3"/>
    <p:sldLayoutId id="2147483908" r:id="rId4"/>
    <p:sldLayoutId id="2147483909" r:id="rId5"/>
    <p:sldLayoutId id="2147483910" r:id="rId6"/>
    <p:sldLayoutId id="2147483911" r:id="rId7"/>
    <p:sldLayoutId id="2147483912" r:id="rId8"/>
    <p:sldLayoutId id="2147483913" r:id="rId9"/>
    <p:sldLayoutId id="2147483914" r:id="rId10"/>
    <p:sldLayoutId id="2147483915" r:id="rId11"/>
    <p:sldLayoutId id="2147483916" r:id="rId12"/>
    <p:sldLayoutId id="2147483917" r:id="rId13"/>
    <p:sldLayoutId id="2147483918" r:id="rId14"/>
    <p:sldLayoutId id="2147483919" r:id="rId15"/>
    <p:sldLayoutId id="2147483920" r:id="rId16"/>
    <p:sldLayoutId id="2147483921" r:id="rId17"/>
    <p:sldLayoutId id="2147483922" r:id="rId18"/>
    <p:sldLayoutId id="2147483923" r:id="rId19"/>
    <p:sldLayoutId id="2147483924" r:id="rId20"/>
    <p:sldLayoutId id="2147483925" r:id="rId21"/>
    <p:sldLayoutId id="2147483926" r:id="rId22"/>
    <p:sldLayoutId id="2147483927" r:id="rId23"/>
    <p:sldLayoutId id="2147483928" r:id="rId24"/>
    <p:sldLayoutId id="2147483929" r:id="rId25"/>
    <p:sldLayoutId id="2147483930" r:id="rId26"/>
    <p:sldLayoutId id="2147483931" r:id="rId27"/>
    <p:sldLayoutId id="2147483932" r:id="rId28"/>
    <p:sldLayoutId id="2147483933" r:id="rId29"/>
    <p:sldLayoutId id="2147483934" r:id="rId30"/>
    <p:sldLayoutId id="2147483935" r:id="rId31"/>
    <p:sldLayoutId id="2147483936" r:id="rId32"/>
    <p:sldLayoutId id="2147483937" r:id="rId33"/>
    <p:sldLayoutId id="2147483938" r:id="rId34"/>
    <p:sldLayoutId id="2147483939" r:id="rId35"/>
    <p:sldLayoutId id="2147483940" r:id="rId36"/>
    <p:sldLayoutId id="2147483941" r:id="rId37"/>
    <p:sldLayoutId id="2147483942" r:id="rId38"/>
    <p:sldLayoutId id="2147483943" r:id="rId39"/>
    <p:sldLayoutId id="2147483944" r:id="rId40"/>
    <p:sldLayoutId id="2147483945" r:id="rId41"/>
    <p:sldLayoutId id="2147483946" r:id="rId42"/>
    <p:sldLayoutId id="2147483947" r:id="rId43"/>
    <p:sldLayoutId id="2147483948" r:id="rId44"/>
    <p:sldLayoutId id="2147483949" r:id="rId45"/>
    <p:sldLayoutId id="2147483950" r:id="rId46"/>
    <p:sldLayoutId id="2147483951" r:id="rId47"/>
    <p:sldLayoutId id="2147483952" r:id="rId48"/>
    <p:sldLayoutId id="2147483953" r:id="rId49"/>
    <p:sldLayoutId id="2147483954" r:id="rId50"/>
    <p:sldLayoutId id="2147483955" r:id="rId51"/>
    <p:sldLayoutId id="2147483956" r:id="rId52"/>
    <p:sldLayoutId id="2147483957" r:id="rId53"/>
    <p:sldLayoutId id="2147483958" r:id="rId54"/>
    <p:sldLayoutId id="2147483959" r:id="rId55"/>
    <p:sldLayoutId id="2147483960" r:id="rId56"/>
    <p:sldLayoutId id="2147483961" r:id="rId57"/>
    <p:sldLayoutId id="2147483962" r:id="rId58"/>
    <p:sldLayoutId id="2147483963" r:id="rId59"/>
    <p:sldLayoutId id="2147483964" r:id="rId60"/>
    <p:sldLayoutId id="2147483965" r:id="rId61"/>
    <p:sldLayoutId id="2147483966" r:id="rId62"/>
  </p:sldLayoutIdLst>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25CEE2-CDB2-4314-ABB0-8F9A1B14573A}"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09E63E-68D8-4736-A0D8-0C51500A198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 id="2147483971" r:id="rId4"/>
    <p:sldLayoutId id="2147483972" r:id="rId5"/>
    <p:sldLayoutId id="2147483973" r:id="rId6"/>
    <p:sldLayoutId id="2147483974" r:id="rId7"/>
    <p:sldLayoutId id="2147483975" r:id="rId8"/>
    <p:sldLayoutId id="2147483976" r:id="rId9"/>
    <p:sldLayoutId id="2147483977" r:id="rId10"/>
    <p:sldLayoutId id="2147483978" r:id="rId11"/>
    <p:sldLayoutId id="2147483979" r:id="rId12"/>
    <p:sldLayoutId id="2147483980" r:id="rId13"/>
    <p:sldLayoutId id="2147483981" r:id="rId14"/>
    <p:sldLayoutId id="2147483982" r:id="rId15"/>
    <p:sldLayoutId id="2147483983" r:id="rId16"/>
    <p:sldLayoutId id="2147483984" r:id="rId17"/>
    <p:sldLayoutId id="2147483985" r:id="rId18"/>
    <p:sldLayoutId id="2147483986" r:id="rId19"/>
    <p:sldLayoutId id="2147483987" r:id="rId20"/>
    <p:sldLayoutId id="2147483988" r:id="rId21"/>
    <p:sldLayoutId id="2147483989" r:id="rId22"/>
    <p:sldLayoutId id="2147483990" r:id="rId23"/>
    <p:sldLayoutId id="2147483991" r:id="rId24"/>
    <p:sldLayoutId id="2147483992" r:id="rId25"/>
    <p:sldLayoutId id="2147483993" r:id="rId26"/>
    <p:sldLayoutId id="2147483994" r:id="rId27"/>
    <p:sldLayoutId id="2147483995" r:id="rId28"/>
    <p:sldLayoutId id="2147483996" r:id="rId29"/>
    <p:sldLayoutId id="2147483997" r:id="rId30"/>
    <p:sldLayoutId id="2147483998" r:id="rId31"/>
    <p:sldLayoutId id="2147483999" r:id="rId32"/>
    <p:sldLayoutId id="2147484000" r:id="rId33"/>
    <p:sldLayoutId id="2147484001" r:id="rId34"/>
    <p:sldLayoutId id="2147484002" r:id="rId35"/>
    <p:sldLayoutId id="2147484003" r:id="rId36"/>
    <p:sldLayoutId id="2147484004" r:id="rId37"/>
    <p:sldLayoutId id="2147484005" r:id="rId38"/>
    <p:sldLayoutId id="2147484006" r:id="rId39"/>
    <p:sldLayoutId id="2147484007" r:id="rId40"/>
    <p:sldLayoutId id="2147484008" r:id="rId41"/>
    <p:sldLayoutId id="2147484009" r:id="rId42"/>
    <p:sldLayoutId id="2147484010" r:id="rId43"/>
    <p:sldLayoutId id="2147484011" r:id="rId44"/>
    <p:sldLayoutId id="2147484012" r:id="rId45"/>
    <p:sldLayoutId id="2147484013" r:id="rId46"/>
    <p:sldLayoutId id="2147484014" r:id="rId47"/>
    <p:sldLayoutId id="2147484015" r:id="rId48"/>
    <p:sldLayoutId id="2147484016" r:id="rId49"/>
    <p:sldLayoutId id="2147484017" r:id="rId50"/>
    <p:sldLayoutId id="2147484018" r:id="rId51"/>
    <p:sldLayoutId id="2147484019" r:id="rId52"/>
    <p:sldLayoutId id="2147484020" r:id="rId53"/>
    <p:sldLayoutId id="2147484021" r:id="rId54"/>
    <p:sldLayoutId id="2147484022" r:id="rId55"/>
    <p:sldLayoutId id="2147484023" r:id="rId56"/>
    <p:sldLayoutId id="2147484024" r:id="rId57"/>
    <p:sldLayoutId id="2147484025" r:id="rId58"/>
    <p:sldLayoutId id="2147484026" r:id="rId59"/>
    <p:sldLayoutId id="2147484027" r:id="rId60"/>
    <p:sldLayoutId id="2147484028" r:id="rId61"/>
    <p:sldLayoutId id="2147484029" r:id="rId62"/>
  </p:sldLayoutIdLst>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25CEE2-CDB2-4314-ABB0-8F9A1B14573A}"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09E63E-68D8-4736-A0D8-0C51500A198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 id="2147484042" r:id="rId12"/>
    <p:sldLayoutId id="2147484043" r:id="rId13"/>
    <p:sldLayoutId id="2147484044" r:id="rId14"/>
    <p:sldLayoutId id="2147484045" r:id="rId15"/>
    <p:sldLayoutId id="2147484046" r:id="rId16"/>
    <p:sldLayoutId id="2147484047" r:id="rId17"/>
    <p:sldLayoutId id="2147484048" r:id="rId18"/>
    <p:sldLayoutId id="2147484049" r:id="rId19"/>
    <p:sldLayoutId id="2147484050" r:id="rId20"/>
    <p:sldLayoutId id="2147484051" r:id="rId21"/>
    <p:sldLayoutId id="2147484052" r:id="rId22"/>
    <p:sldLayoutId id="2147484053" r:id="rId23"/>
    <p:sldLayoutId id="2147484054" r:id="rId24"/>
    <p:sldLayoutId id="2147484055" r:id="rId25"/>
    <p:sldLayoutId id="2147484056" r:id="rId26"/>
    <p:sldLayoutId id="2147484057" r:id="rId27"/>
    <p:sldLayoutId id="2147484058" r:id="rId28"/>
    <p:sldLayoutId id="2147484059" r:id="rId29"/>
    <p:sldLayoutId id="2147484060" r:id="rId30"/>
    <p:sldLayoutId id="2147484061" r:id="rId31"/>
    <p:sldLayoutId id="2147484062" r:id="rId32"/>
    <p:sldLayoutId id="2147484063" r:id="rId33"/>
    <p:sldLayoutId id="2147484064" r:id="rId34"/>
    <p:sldLayoutId id="2147484065" r:id="rId35"/>
    <p:sldLayoutId id="2147484066" r:id="rId36"/>
    <p:sldLayoutId id="2147484067" r:id="rId37"/>
    <p:sldLayoutId id="2147484068" r:id="rId38"/>
    <p:sldLayoutId id="2147484069" r:id="rId39"/>
    <p:sldLayoutId id="2147484070" r:id="rId40"/>
    <p:sldLayoutId id="2147484071" r:id="rId41"/>
    <p:sldLayoutId id="2147484072" r:id="rId42"/>
    <p:sldLayoutId id="2147484073" r:id="rId43"/>
    <p:sldLayoutId id="2147484074" r:id="rId44"/>
    <p:sldLayoutId id="2147484075" r:id="rId45"/>
    <p:sldLayoutId id="2147484076" r:id="rId46"/>
    <p:sldLayoutId id="2147484077" r:id="rId47"/>
    <p:sldLayoutId id="2147484078" r:id="rId48"/>
    <p:sldLayoutId id="2147484079" r:id="rId49"/>
    <p:sldLayoutId id="2147484080" r:id="rId50"/>
    <p:sldLayoutId id="2147484081" r:id="rId51"/>
    <p:sldLayoutId id="2147484082" r:id="rId52"/>
    <p:sldLayoutId id="2147484083" r:id="rId53"/>
    <p:sldLayoutId id="2147484084" r:id="rId54"/>
    <p:sldLayoutId id="2147484085" r:id="rId55"/>
    <p:sldLayoutId id="2147484086" r:id="rId56"/>
    <p:sldLayoutId id="2147484087" r:id="rId57"/>
    <p:sldLayoutId id="2147484088" r:id="rId58"/>
    <p:sldLayoutId id="2147484089" r:id="rId59"/>
    <p:sldLayoutId id="2147484090" r:id="rId60"/>
    <p:sldLayoutId id="2147484091" r:id="rId61"/>
    <p:sldLayoutId id="2147484092" r:id="rId62"/>
  </p:sldLayoutIdLst>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58.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s>
</file>

<file path=ppt/slides/_rels/slide2.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image" Target="../media/image18.svg"/><Relationship Id="rId3" Type="http://schemas.openxmlformats.org/officeDocument/2006/relationships/image" Target="../media/image17.png"/><Relationship Id="rId23" Type="http://schemas.openxmlformats.org/officeDocument/2006/relationships/slideLayout" Target="../slideLayouts/slideLayout58.xml"/><Relationship Id="rId22" Type="http://schemas.openxmlformats.org/officeDocument/2006/relationships/tags" Target="../tags/tag62.xml"/><Relationship Id="rId21" Type="http://schemas.openxmlformats.org/officeDocument/2006/relationships/tags" Target="../tags/tag61.xml"/><Relationship Id="rId20" Type="http://schemas.openxmlformats.org/officeDocument/2006/relationships/tags" Target="../tags/tag60.xml"/><Relationship Id="rId2" Type="http://schemas.openxmlformats.org/officeDocument/2006/relationships/image" Target="../media/image16.svg"/><Relationship Id="rId19" Type="http://schemas.openxmlformats.org/officeDocument/2006/relationships/tags" Target="../tags/tag59.xml"/><Relationship Id="rId18" Type="http://schemas.openxmlformats.org/officeDocument/2006/relationships/tags" Target="../tags/tag58.xml"/><Relationship Id="rId17" Type="http://schemas.openxmlformats.org/officeDocument/2006/relationships/tags" Target="../tags/tag57.xml"/><Relationship Id="rId16" Type="http://schemas.openxmlformats.org/officeDocument/2006/relationships/tags" Target="../tags/tag56.xml"/><Relationship Id="rId15" Type="http://schemas.openxmlformats.org/officeDocument/2006/relationships/tags" Target="../tags/tag55.xml"/><Relationship Id="rId14" Type="http://schemas.openxmlformats.org/officeDocument/2006/relationships/tags" Target="../tags/tag54.xml"/><Relationship Id="rId13" Type="http://schemas.openxmlformats.org/officeDocument/2006/relationships/tags" Target="../tags/tag53.xml"/><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tags" Target="../tags/tag50.xml"/><Relationship Id="rId1" Type="http://schemas.openxmlformats.org/officeDocument/2006/relationships/image" Target="../media/image15.pn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58.xml"/><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9.xml"/><Relationship Id="rId1" Type="http://schemas.openxmlformats.org/officeDocument/2006/relationships/image" Target="../media/image25.jpeg"/></Relationships>
</file>

<file path=ppt/slides/_rels/slide5.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6" Type="http://schemas.openxmlformats.org/officeDocument/2006/relationships/slideLayout" Target="../slideLayouts/slideLayout59.xml"/><Relationship Id="rId15" Type="http://schemas.openxmlformats.org/officeDocument/2006/relationships/tags" Target="../tags/tag79.xml"/><Relationship Id="rId14" Type="http://schemas.openxmlformats.org/officeDocument/2006/relationships/tags" Target="../tags/tag78.xml"/><Relationship Id="rId13" Type="http://schemas.openxmlformats.org/officeDocument/2006/relationships/tags" Target="../tags/tag77.xml"/><Relationship Id="rId12" Type="http://schemas.openxmlformats.org/officeDocument/2006/relationships/tags" Target="../tags/tag76.xml"/><Relationship Id="rId11" Type="http://schemas.openxmlformats.org/officeDocument/2006/relationships/tags" Target="../tags/tag75.xml"/><Relationship Id="rId10" Type="http://schemas.openxmlformats.org/officeDocument/2006/relationships/tags" Target="../tags/tag74.xml"/><Relationship Id="rId1" Type="http://schemas.openxmlformats.org/officeDocument/2006/relationships/tags" Target="../tags/tag65.xml"/></Relationships>
</file>

<file path=ppt/slides/_rels/slide6.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1" Type="http://schemas.openxmlformats.org/officeDocument/2006/relationships/slideLayout" Target="../slideLayouts/slideLayout124.xml"/><Relationship Id="rId10" Type="http://schemas.openxmlformats.org/officeDocument/2006/relationships/tags" Target="../tags/tag89.xml"/><Relationship Id="rId1" Type="http://schemas.openxmlformats.org/officeDocument/2006/relationships/tags" Target="../tags/tag80.xml"/></Relationships>
</file>

<file path=ppt/slides/_rels/slide7.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6" Type="http://schemas.openxmlformats.org/officeDocument/2006/relationships/slideLayout" Target="../slideLayouts/slideLayout186.xml"/><Relationship Id="rId15" Type="http://schemas.openxmlformats.org/officeDocument/2006/relationships/tags" Target="../tags/tag104.xml"/><Relationship Id="rId14" Type="http://schemas.openxmlformats.org/officeDocument/2006/relationships/tags" Target="../tags/tag103.xml"/><Relationship Id="rId13" Type="http://schemas.openxmlformats.org/officeDocument/2006/relationships/tags" Target="../tags/tag102.xml"/><Relationship Id="rId12" Type="http://schemas.openxmlformats.org/officeDocument/2006/relationships/tags" Target="../tags/tag101.xml"/><Relationship Id="rId11" Type="http://schemas.openxmlformats.org/officeDocument/2006/relationships/tags" Target="../tags/tag100.xml"/><Relationship Id="rId10" Type="http://schemas.openxmlformats.org/officeDocument/2006/relationships/tags" Target="../tags/tag99.xml"/><Relationship Id="rId1" Type="http://schemas.openxmlformats.org/officeDocument/2006/relationships/tags" Target="../tags/tag90.xml"/></Relationships>
</file>

<file path=ppt/slides/_rels/slide8.xml.rels><?xml version="1.0" encoding="UTF-8" standalone="yes"?>
<Relationships xmlns="http://schemas.openxmlformats.org/package/2006/relationships"><Relationship Id="rId9" Type="http://schemas.openxmlformats.org/officeDocument/2006/relationships/tags" Target="../tags/tag113.xml"/><Relationship Id="rId8" Type="http://schemas.openxmlformats.org/officeDocument/2006/relationships/tags" Target="../tags/tag112.xml"/><Relationship Id="rId7" Type="http://schemas.openxmlformats.org/officeDocument/2006/relationships/tags" Target="../tags/tag111.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6" Type="http://schemas.openxmlformats.org/officeDocument/2006/relationships/slideLayout" Target="../slideLayouts/slideLayout248.xml"/><Relationship Id="rId15" Type="http://schemas.openxmlformats.org/officeDocument/2006/relationships/tags" Target="../tags/tag119.xml"/><Relationship Id="rId14" Type="http://schemas.openxmlformats.org/officeDocument/2006/relationships/tags" Target="../tags/tag118.xml"/><Relationship Id="rId13" Type="http://schemas.openxmlformats.org/officeDocument/2006/relationships/tags" Target="../tags/tag117.xml"/><Relationship Id="rId12" Type="http://schemas.openxmlformats.org/officeDocument/2006/relationships/tags" Target="../tags/tag116.xml"/><Relationship Id="rId11" Type="http://schemas.openxmlformats.org/officeDocument/2006/relationships/tags" Target="../tags/tag115.xml"/><Relationship Id="rId10" Type="http://schemas.openxmlformats.org/officeDocument/2006/relationships/tags" Target="../tags/tag114.xml"/><Relationship Id="rId1" Type="http://schemas.openxmlformats.org/officeDocument/2006/relationships/tags" Target="../tags/tag105.xml"/></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58.xml"/><Relationship Id="rId8" Type="http://schemas.openxmlformats.org/officeDocument/2006/relationships/tags" Target="../tags/tag121.xml"/><Relationship Id="rId7" Type="http://schemas.openxmlformats.org/officeDocument/2006/relationships/tags" Target="../tags/tag120.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60.xml"/><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image" Target="../media/image26.jpe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58.xml"/><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12.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1" Type="http://schemas.openxmlformats.org/officeDocument/2006/relationships/slideLayout" Target="../slideLayouts/slideLayout61.xml"/><Relationship Id="rId20" Type="http://schemas.openxmlformats.org/officeDocument/2006/relationships/tags" Target="../tags/tag143.xml"/><Relationship Id="rId2" Type="http://schemas.openxmlformats.org/officeDocument/2006/relationships/tags" Target="../tags/tag125.xml"/><Relationship Id="rId19" Type="http://schemas.openxmlformats.org/officeDocument/2006/relationships/tags" Target="../tags/tag142.xml"/><Relationship Id="rId18" Type="http://schemas.openxmlformats.org/officeDocument/2006/relationships/tags" Target="../tags/tag141.xml"/><Relationship Id="rId17" Type="http://schemas.openxmlformats.org/officeDocument/2006/relationships/tags" Target="../tags/tag140.xml"/><Relationship Id="rId16" Type="http://schemas.openxmlformats.org/officeDocument/2006/relationships/tags" Target="../tags/tag139.xml"/><Relationship Id="rId15" Type="http://schemas.openxmlformats.org/officeDocument/2006/relationships/tags" Target="../tags/tag138.xml"/><Relationship Id="rId14" Type="http://schemas.openxmlformats.org/officeDocument/2006/relationships/tags" Target="../tags/tag137.xml"/><Relationship Id="rId13" Type="http://schemas.openxmlformats.org/officeDocument/2006/relationships/tags" Target="../tags/tag136.xml"/><Relationship Id="rId12" Type="http://schemas.openxmlformats.org/officeDocument/2006/relationships/tags" Target="../tags/tag135.xml"/><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tags" Target="../tags/tag124.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58.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14.xml.rels><?xml version="1.0" encoding="UTF-8" standalone="yes"?>
<Relationships xmlns="http://schemas.openxmlformats.org/package/2006/relationships"><Relationship Id="rId9" Type="http://schemas.openxmlformats.org/officeDocument/2006/relationships/tags" Target="../tags/tag153.xml"/><Relationship Id="rId8" Type="http://schemas.openxmlformats.org/officeDocument/2006/relationships/slide" Target="slide16.xml"/><Relationship Id="rId7" Type="http://schemas.openxmlformats.org/officeDocument/2006/relationships/tags" Target="../tags/tag152.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 Id="rId3" Type="http://schemas.openxmlformats.org/officeDocument/2006/relationships/tags" Target="../tags/tag148.xml"/><Relationship Id="rId27" Type="http://schemas.openxmlformats.org/officeDocument/2006/relationships/slideLayout" Target="../slideLayouts/slideLayout62.xml"/><Relationship Id="rId26" Type="http://schemas.openxmlformats.org/officeDocument/2006/relationships/image" Target="../media/image32.jpeg"/><Relationship Id="rId25" Type="http://schemas.openxmlformats.org/officeDocument/2006/relationships/tags" Target="../tags/tag166.xml"/><Relationship Id="rId24" Type="http://schemas.openxmlformats.org/officeDocument/2006/relationships/tags" Target="../tags/tag165.xml"/><Relationship Id="rId23" Type="http://schemas.openxmlformats.org/officeDocument/2006/relationships/tags" Target="../tags/tag164.xml"/><Relationship Id="rId22" Type="http://schemas.openxmlformats.org/officeDocument/2006/relationships/tags" Target="../tags/tag163.xml"/><Relationship Id="rId21" Type="http://schemas.openxmlformats.org/officeDocument/2006/relationships/tags" Target="../tags/tag162.xml"/><Relationship Id="rId20" Type="http://schemas.openxmlformats.org/officeDocument/2006/relationships/slide" Target="slide19.xml"/><Relationship Id="rId2" Type="http://schemas.openxmlformats.org/officeDocument/2006/relationships/tags" Target="../tags/tag147.xml"/><Relationship Id="rId19" Type="http://schemas.openxmlformats.org/officeDocument/2006/relationships/tags" Target="../tags/tag161.xml"/><Relationship Id="rId18" Type="http://schemas.openxmlformats.org/officeDocument/2006/relationships/tags" Target="../tags/tag160.xml"/><Relationship Id="rId17" Type="http://schemas.openxmlformats.org/officeDocument/2006/relationships/tags" Target="../tags/tag159.xml"/><Relationship Id="rId16" Type="http://schemas.openxmlformats.org/officeDocument/2006/relationships/slide" Target="slide18.xml"/><Relationship Id="rId15" Type="http://schemas.openxmlformats.org/officeDocument/2006/relationships/tags" Target="../tags/tag158.xml"/><Relationship Id="rId14" Type="http://schemas.openxmlformats.org/officeDocument/2006/relationships/tags" Target="../tags/tag157.xml"/><Relationship Id="rId13" Type="http://schemas.openxmlformats.org/officeDocument/2006/relationships/tags" Target="../tags/tag156.xml"/><Relationship Id="rId12" Type="http://schemas.openxmlformats.org/officeDocument/2006/relationships/slide" Target="slide17.xml"/><Relationship Id="rId11" Type="http://schemas.openxmlformats.org/officeDocument/2006/relationships/tags" Target="../tags/tag155.xml"/><Relationship Id="rId10" Type="http://schemas.openxmlformats.org/officeDocument/2006/relationships/tags" Target="../tags/tag154.xml"/><Relationship Id="rId1" Type="http://schemas.openxmlformats.org/officeDocument/2006/relationships/tags" Target="../tags/tag146.xml"/></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58.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image" Target="../media/image14.svg"/><Relationship Id="rId3" Type="http://schemas.openxmlformats.org/officeDocument/2006/relationships/image" Target="../media/image34.png"/><Relationship Id="rId2" Type="http://schemas.openxmlformats.org/officeDocument/2006/relationships/image" Target="../media/image12.svg"/><Relationship Id="rId1" Type="http://schemas.openxmlformats.org/officeDocument/2006/relationships/image" Target="../media/image33.png"/></Relationships>
</file>

<file path=ppt/slides/_rels/slide16.xml.rels><?xml version="1.0" encoding="UTF-8" standalone="yes"?>
<Relationships xmlns="http://schemas.openxmlformats.org/package/2006/relationships"><Relationship Id="rId9" Type="http://schemas.openxmlformats.org/officeDocument/2006/relationships/image" Target="../media/image35.jpeg"/><Relationship Id="rId8" Type="http://schemas.openxmlformats.org/officeDocument/2006/relationships/tags" Target="../tags/tag176.xml"/><Relationship Id="rId7" Type="http://schemas.openxmlformats.org/officeDocument/2006/relationships/tags" Target="../tags/tag175.xml"/><Relationship Id="rId6" Type="http://schemas.openxmlformats.org/officeDocument/2006/relationships/tags" Target="../tags/tag174.xml"/><Relationship Id="rId5" Type="http://schemas.openxmlformats.org/officeDocument/2006/relationships/tags" Target="../tags/tag173.xml"/><Relationship Id="rId4" Type="http://schemas.openxmlformats.org/officeDocument/2006/relationships/tags" Target="../tags/tag172.xml"/><Relationship Id="rId3" Type="http://schemas.openxmlformats.org/officeDocument/2006/relationships/tags" Target="../tags/tag171.xml"/><Relationship Id="rId2" Type="http://schemas.openxmlformats.org/officeDocument/2006/relationships/tags" Target="../tags/tag170.xml"/><Relationship Id="rId11" Type="http://schemas.openxmlformats.org/officeDocument/2006/relationships/slideLayout" Target="../slideLayouts/slideLayout56.xml"/><Relationship Id="rId10" Type="http://schemas.openxmlformats.org/officeDocument/2006/relationships/slide" Target="slide14.xml"/><Relationship Id="rId1" Type="http://schemas.openxmlformats.org/officeDocument/2006/relationships/tags" Target="../tags/tag169.xml"/></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307.xml"/><Relationship Id="rId8" Type="http://schemas.openxmlformats.org/officeDocument/2006/relationships/slide" Target="slide14.xml"/><Relationship Id="rId7" Type="http://schemas.openxmlformats.org/officeDocument/2006/relationships/image" Target="../media/image35.jpeg"/><Relationship Id="rId6" Type="http://schemas.openxmlformats.org/officeDocument/2006/relationships/tags" Target="../tags/tag182.xml"/><Relationship Id="rId5" Type="http://schemas.openxmlformats.org/officeDocument/2006/relationships/tags" Target="../tags/tag181.xml"/><Relationship Id="rId4" Type="http://schemas.openxmlformats.org/officeDocument/2006/relationships/tags" Target="../tags/tag180.xml"/><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369.xml"/><Relationship Id="rId8" Type="http://schemas.openxmlformats.org/officeDocument/2006/relationships/slide" Target="slide14.xml"/><Relationship Id="rId7" Type="http://schemas.openxmlformats.org/officeDocument/2006/relationships/image" Target="../media/image35.jpeg"/><Relationship Id="rId6" Type="http://schemas.openxmlformats.org/officeDocument/2006/relationships/tags" Target="../tags/tag188.xml"/><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431.xml"/><Relationship Id="rId8" Type="http://schemas.openxmlformats.org/officeDocument/2006/relationships/slide" Target="slide14.xml"/><Relationship Id="rId7" Type="http://schemas.openxmlformats.org/officeDocument/2006/relationships/image" Target="../media/image35.jpeg"/><Relationship Id="rId6" Type="http://schemas.openxmlformats.org/officeDocument/2006/relationships/tags" Target="../tags/tag194.xml"/><Relationship Id="rId5" Type="http://schemas.openxmlformats.org/officeDocument/2006/relationships/tags" Target="../tags/tag193.xml"/><Relationship Id="rId4" Type="http://schemas.openxmlformats.org/officeDocument/2006/relationships/tags" Target="../tags/tag192.xml"/><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rgbClr val="F8F7F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1" name="图形 1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8701268" cy="2228850"/>
          </a:xfrm>
          <a:prstGeom prst="rect">
            <a:avLst/>
          </a:prstGeom>
        </p:spPr>
      </p:pic>
      <p:sp>
        <p:nvSpPr>
          <p:cNvPr id="17" name="椭圆 16"/>
          <p:cNvSpPr/>
          <p:nvPr/>
        </p:nvSpPr>
        <p:spPr>
          <a:xfrm rot="16200000">
            <a:off x="590039" y="2595745"/>
            <a:ext cx="1975725" cy="2050910"/>
          </a:xfrm>
          <a:prstGeom prst="ellipse">
            <a:avLst/>
          </a:prstGeom>
          <a:solidFill>
            <a:srgbClr val="12CF99"/>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6" name="椭圆 15"/>
          <p:cNvSpPr/>
          <p:nvPr/>
        </p:nvSpPr>
        <p:spPr>
          <a:xfrm rot="16200000">
            <a:off x="1128086" y="405092"/>
            <a:ext cx="1009650" cy="971878"/>
          </a:xfrm>
          <a:prstGeom prst="ellipse">
            <a:avLst/>
          </a:prstGeom>
          <a:gradFill>
            <a:gsLst>
              <a:gs pos="0">
                <a:srgbClr val="FF3736"/>
              </a:gs>
              <a:gs pos="90000">
                <a:srgbClr val="ED0000"/>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矩形 13"/>
          <p:cNvSpPr/>
          <p:nvPr/>
        </p:nvSpPr>
        <p:spPr>
          <a:xfrm>
            <a:off x="1745366" y="992982"/>
            <a:ext cx="8701268" cy="4872037"/>
          </a:xfrm>
          <a:prstGeom prst="rect">
            <a:avLst/>
          </a:prstGeom>
          <a:solidFill>
            <a:schemeClr val="bg1">
              <a:alpha val="74000"/>
            </a:schemeClr>
          </a:solidFill>
          <a:ln>
            <a:noFill/>
          </a:ln>
          <a:effectLst>
            <a:outerShdw blurRad="203200" dist="38100" sx="101000" sy="101000" algn="ctr" rotWithShape="0">
              <a:schemeClr val="bg1">
                <a:lumMod val="5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椭圆 17"/>
          <p:cNvSpPr/>
          <p:nvPr/>
        </p:nvSpPr>
        <p:spPr>
          <a:xfrm rot="16200000">
            <a:off x="-363545" y="5221710"/>
            <a:ext cx="2821575" cy="2780282"/>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椭圆 14"/>
          <p:cNvSpPr/>
          <p:nvPr/>
        </p:nvSpPr>
        <p:spPr>
          <a:xfrm rot="16200000">
            <a:off x="9565463" y="3615916"/>
            <a:ext cx="1771647" cy="1750239"/>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2" name="图形 1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68449" y="4522915"/>
            <a:ext cx="8123551" cy="2362200"/>
          </a:xfrm>
          <a:prstGeom prst="rect">
            <a:avLst/>
          </a:prstGeom>
        </p:spPr>
      </p:pic>
      <p:sp>
        <p:nvSpPr>
          <p:cNvPr id="19" name="圆: 空心 18"/>
          <p:cNvSpPr/>
          <p:nvPr/>
        </p:nvSpPr>
        <p:spPr>
          <a:xfrm>
            <a:off x="7983881" y="544185"/>
            <a:ext cx="933450" cy="933450"/>
          </a:xfrm>
          <a:prstGeom prst="donut">
            <a:avLst>
              <a:gd name="adj" fmla="val 19794"/>
            </a:avLst>
          </a:prstGeom>
          <a:gradFill>
            <a:gsLst>
              <a:gs pos="0">
                <a:srgbClr val="5FDDE4"/>
              </a:gs>
              <a:gs pos="67000">
                <a:srgbClr val="24CAD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grpSp>
        <p:nvGrpSpPr>
          <p:cNvPr id="23" name="组合 22"/>
          <p:cNvGrpSpPr/>
          <p:nvPr/>
        </p:nvGrpSpPr>
        <p:grpSpPr>
          <a:xfrm>
            <a:off x="11272434" y="310756"/>
            <a:ext cx="646950" cy="1598929"/>
            <a:chOff x="11272434" y="329806"/>
            <a:chExt cx="646950" cy="1598929"/>
          </a:xfrm>
        </p:grpSpPr>
        <p:sp>
          <p:nvSpPr>
            <p:cNvPr id="21" name="PA-矩形 44"/>
            <p:cNvSpPr/>
            <p:nvPr>
              <p:custDataLst>
                <p:tags r:id="rId5"/>
              </p:custDataLst>
            </p:nvPr>
          </p:nvSpPr>
          <p:spPr>
            <a:xfrm>
              <a:off x="11488497" y="329806"/>
              <a:ext cx="430887" cy="1009651"/>
            </a:xfrm>
            <a:prstGeom prst="rect">
              <a:avLst/>
            </a:prstGeom>
          </p:spPr>
          <p:txBody>
            <a:bodyPr vert="eaVert" wrap="square">
              <a:spAutoFit/>
            </a:bodyPr>
            <a:lstStyle/>
            <a:p>
              <a:pPr lvl="0">
                <a:defRPr/>
              </a:pPr>
              <a:r>
                <a:rPr lang="en-US" altLang="zh-CN" sz="1600" dirty="0">
                  <a:solidFill>
                    <a:schemeClr val="tx1">
                      <a:lumMod val="75000"/>
                      <a:lumOff val="25000"/>
                    </a:schemeClr>
                  </a:solidFill>
                  <a:cs typeface="+mn-ea"/>
                  <a:sym typeface="+mn-lt"/>
                </a:rPr>
                <a:t>2-0-2-X</a:t>
              </a:r>
              <a:endParaRPr lang="en-US" altLang="zh-CN" sz="1600" dirty="0">
                <a:solidFill>
                  <a:schemeClr val="tx1">
                    <a:lumMod val="75000"/>
                    <a:lumOff val="25000"/>
                  </a:schemeClr>
                </a:solidFill>
                <a:cs typeface="+mn-ea"/>
                <a:sym typeface="+mn-lt"/>
              </a:endParaRPr>
            </a:p>
          </p:txBody>
        </p:sp>
        <p:sp>
          <p:nvSpPr>
            <p:cNvPr id="22" name="Synergistically utilize technically sound portals with frictionless chains. Dramatically customize…"/>
            <p:cNvSpPr txBox="1"/>
            <p:nvPr/>
          </p:nvSpPr>
          <p:spPr>
            <a:xfrm>
              <a:off x="11272434" y="388605"/>
              <a:ext cx="323165" cy="1540130"/>
            </a:xfrm>
            <a:prstGeom prst="rect">
              <a:avLst/>
            </a:prstGeom>
            <a:ln w="12700">
              <a:miter lim="400000"/>
            </a:ln>
          </p:spPr>
          <p:txBody>
            <a:bodyPr vert="eaVert" wrap="square" lIns="0" tIns="0" rIns="0" bIns="0">
              <a:spAutoFit/>
            </a:bodyPr>
            <a:lstStyle/>
            <a:p>
              <a:pPr defTabSz="412750" hangingPunct="0">
                <a:lnSpc>
                  <a:spcPct val="150000"/>
                </a:lnSpc>
                <a:defRPr sz="2000" b="0">
                  <a:solidFill>
                    <a:srgbClr val="1C1F25"/>
                  </a:solidFill>
                  <a:latin typeface="Roboto Bold"/>
                  <a:ea typeface="Roboto Bold"/>
                  <a:cs typeface="Roboto Bold"/>
                  <a:sym typeface="Roboto Bold"/>
                </a:defRPr>
              </a:pPr>
              <a:r>
                <a:rPr sz="700" kern="0" dirty="0">
                  <a:solidFill>
                    <a:schemeClr val="tx1">
                      <a:lumMod val="75000"/>
                      <a:lumOff val="25000"/>
                    </a:schemeClr>
                  </a:solidFill>
                  <a:cs typeface="+mn-ea"/>
                  <a:sym typeface="+mn-lt"/>
                </a:rPr>
                <a:t>Synergistically utilize technically sound portals with</a:t>
              </a:r>
              <a:r>
                <a:rPr lang="en-US" sz="700" kern="0" dirty="0">
                  <a:solidFill>
                    <a:schemeClr val="tx1">
                      <a:lumMod val="75000"/>
                      <a:lumOff val="25000"/>
                    </a:schemeClr>
                  </a:solidFill>
                  <a:cs typeface="+mn-ea"/>
                  <a:sym typeface="+mn-lt"/>
                </a:rPr>
                <a:t>,</a:t>
              </a:r>
              <a:r>
                <a:rPr lang="en-US" altLang="zh-CN" sz="700" kern="0" dirty="0">
                  <a:solidFill>
                    <a:schemeClr val="tx1">
                      <a:lumMod val="75000"/>
                      <a:lumOff val="25000"/>
                    </a:schemeClr>
                  </a:solidFill>
                  <a:cs typeface="+mn-ea"/>
                  <a:sym typeface="+mn-lt"/>
                </a:rPr>
                <a:t> </a:t>
              </a:r>
              <a:endParaRPr lang="en-US" altLang="zh-CN" sz="700" kern="0" dirty="0">
                <a:solidFill>
                  <a:schemeClr val="tx1">
                    <a:lumMod val="75000"/>
                    <a:lumOff val="25000"/>
                  </a:schemeClr>
                </a:solidFill>
                <a:cs typeface="+mn-ea"/>
                <a:sym typeface="+mn-lt"/>
              </a:endParaRPr>
            </a:p>
          </p:txBody>
        </p:sp>
      </p:grpSp>
      <p:sp>
        <p:nvSpPr>
          <p:cNvPr id="24" name="Synergistically utilize technically sound portals with frictionless chains. Dramatically customize…"/>
          <p:cNvSpPr txBox="1"/>
          <p:nvPr/>
        </p:nvSpPr>
        <p:spPr>
          <a:xfrm>
            <a:off x="10012695" y="5921927"/>
            <a:ext cx="1750239" cy="391004"/>
          </a:xfrm>
          <a:prstGeom prst="rect">
            <a:avLst/>
          </a:prstGeom>
          <a:ln w="12700">
            <a:miter lim="400000"/>
          </a:ln>
        </p:spPr>
        <p:txBody>
          <a:bodyPr vert="horz" wrap="square" lIns="0" tIns="0" rIns="0" bIns="0">
            <a:spAutoFit/>
          </a:bodyPr>
          <a:lstStyle/>
          <a:p>
            <a:pPr algn="r" defTabSz="412750" hangingPunct="0">
              <a:lnSpc>
                <a:spcPct val="150000"/>
              </a:lnSpc>
              <a:defRPr sz="2000" b="0">
                <a:solidFill>
                  <a:srgbClr val="1C1F25"/>
                </a:solidFill>
                <a:latin typeface="Roboto Bold"/>
                <a:ea typeface="Roboto Bold"/>
                <a:cs typeface="Roboto Bold"/>
                <a:sym typeface="Roboto Bold"/>
              </a:defRPr>
            </a:pPr>
            <a:r>
              <a:rPr sz="900" kern="0" dirty="0">
                <a:solidFill>
                  <a:schemeClr val="bg1"/>
                </a:solidFill>
                <a:cs typeface="+mn-ea"/>
                <a:sym typeface="+mn-lt"/>
              </a:rPr>
              <a:t>Synergistically utilize technically sound portals with</a:t>
            </a:r>
            <a:r>
              <a:rPr lang="en-US" sz="900" kern="0" dirty="0">
                <a:solidFill>
                  <a:schemeClr val="bg1"/>
                </a:solidFill>
                <a:cs typeface="+mn-ea"/>
                <a:sym typeface="+mn-lt"/>
              </a:rPr>
              <a:t>,</a:t>
            </a:r>
            <a:r>
              <a:rPr lang="en-US" altLang="zh-CN" sz="900" kern="0" dirty="0">
                <a:solidFill>
                  <a:schemeClr val="bg1"/>
                </a:solidFill>
                <a:cs typeface="+mn-ea"/>
                <a:sym typeface="+mn-lt"/>
              </a:rPr>
              <a:t> </a:t>
            </a:r>
            <a:endParaRPr lang="en-US" altLang="zh-CN" sz="900" kern="0" dirty="0">
              <a:solidFill>
                <a:schemeClr val="bg1"/>
              </a:solidFill>
              <a:cs typeface="+mn-ea"/>
              <a:sym typeface="+mn-lt"/>
            </a:endParaRPr>
          </a:p>
        </p:txBody>
      </p:sp>
      <p:sp>
        <p:nvSpPr>
          <p:cNvPr id="25" name="PA-文本框 24"/>
          <p:cNvSpPr txBox="1"/>
          <p:nvPr>
            <p:custDataLst>
              <p:tags r:id="rId6"/>
            </p:custDataLst>
          </p:nvPr>
        </p:nvSpPr>
        <p:spPr>
          <a:xfrm>
            <a:off x="2031281" y="2358510"/>
            <a:ext cx="7879635" cy="1445260"/>
          </a:xfrm>
          <a:prstGeom prst="rect">
            <a:avLst/>
          </a:prstGeom>
          <a:noFill/>
        </p:spPr>
        <p:txBody>
          <a:bodyPr wrap="square" rtlCol="0">
            <a:spAutoFit/>
          </a:bodyPr>
          <a:lstStyle/>
          <a:p>
            <a:pPr algn="ctr"/>
            <a:r>
              <a:rPr lang="zh-CN" altLang="en-US" sz="8800" dirty="0">
                <a:cs typeface="+mn-ea"/>
                <a:sym typeface="+mn-lt"/>
              </a:rPr>
              <a:t>学途</a:t>
            </a:r>
            <a:r>
              <a:rPr lang="en-US" altLang="zh-CN" sz="8800" dirty="0">
                <a:cs typeface="+mn-ea"/>
                <a:sym typeface="+mn-lt"/>
              </a:rPr>
              <a:t>APP</a:t>
            </a:r>
            <a:r>
              <a:rPr lang="zh-CN" altLang="en-US" sz="8800" dirty="0">
                <a:cs typeface="+mn-ea"/>
                <a:sym typeface="+mn-lt"/>
              </a:rPr>
              <a:t>策划</a:t>
            </a:r>
            <a:endParaRPr lang="zh-CN" altLang="en-US" sz="8800" dirty="0">
              <a:cs typeface="+mn-ea"/>
              <a:sym typeface="+mn-lt"/>
            </a:endParaRPr>
          </a:p>
        </p:txBody>
      </p:sp>
      <p:grpSp>
        <p:nvGrpSpPr>
          <p:cNvPr id="33" name="组合 32"/>
          <p:cNvGrpSpPr/>
          <p:nvPr/>
        </p:nvGrpSpPr>
        <p:grpSpPr>
          <a:xfrm flipV="1">
            <a:off x="5503865" y="1754713"/>
            <a:ext cx="1086866" cy="304832"/>
            <a:chOff x="2437384" y="1796333"/>
            <a:chExt cx="1721392" cy="482797"/>
          </a:xfrm>
        </p:grpSpPr>
        <p:sp>
          <p:nvSpPr>
            <p:cNvPr id="27" name="十字形 26"/>
            <p:cNvSpPr/>
            <p:nvPr/>
          </p:nvSpPr>
          <p:spPr>
            <a:xfrm>
              <a:off x="2437384" y="1796333"/>
              <a:ext cx="482797" cy="482797"/>
            </a:xfrm>
            <a:prstGeom prst="plus">
              <a:avLst>
                <a:gd name="adj" fmla="val 42949"/>
              </a:avLst>
            </a:prstGeom>
            <a:gradFill flip="none" rotWithShape="1">
              <a:gsLst>
                <a:gs pos="43000">
                  <a:srgbClr val="EEC990"/>
                </a:gs>
                <a:gs pos="100000">
                  <a:srgbClr val="BA7644"/>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十字形 30"/>
            <p:cNvSpPr/>
            <p:nvPr/>
          </p:nvSpPr>
          <p:spPr>
            <a:xfrm>
              <a:off x="3056681" y="1796333"/>
              <a:ext cx="482797" cy="482797"/>
            </a:xfrm>
            <a:prstGeom prst="plus">
              <a:avLst>
                <a:gd name="adj" fmla="val 42949"/>
              </a:avLst>
            </a:prstGeom>
            <a:gradFill flip="none" rotWithShape="1">
              <a:gsLst>
                <a:gs pos="43000">
                  <a:srgbClr val="EEC990"/>
                </a:gs>
                <a:gs pos="100000">
                  <a:srgbClr val="BA7644"/>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十字形 31"/>
            <p:cNvSpPr/>
            <p:nvPr/>
          </p:nvSpPr>
          <p:spPr>
            <a:xfrm>
              <a:off x="3675979" y="1796333"/>
              <a:ext cx="482797" cy="482797"/>
            </a:xfrm>
            <a:prstGeom prst="plus">
              <a:avLst>
                <a:gd name="adj" fmla="val 42949"/>
              </a:avLst>
            </a:prstGeom>
            <a:gradFill flip="none" rotWithShape="1">
              <a:gsLst>
                <a:gs pos="43000">
                  <a:srgbClr val="EEC990"/>
                </a:gs>
                <a:gs pos="100000">
                  <a:srgbClr val="BA7644"/>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34" name="文本框 33"/>
          <p:cNvSpPr txBox="1"/>
          <p:nvPr/>
        </p:nvSpPr>
        <p:spPr>
          <a:xfrm>
            <a:off x="2515635" y="3780696"/>
            <a:ext cx="6910927" cy="414020"/>
          </a:xfrm>
          <a:prstGeom prst="rect">
            <a:avLst/>
          </a:prstGeom>
          <a:noFill/>
        </p:spPr>
        <p:txBody>
          <a:bodyPr wrap="square" rtlCol="0">
            <a:spAutoFit/>
          </a:bodyPr>
          <a:lstStyle/>
          <a:p>
            <a:pPr algn="ctr">
              <a:lnSpc>
                <a:spcPct val="150000"/>
              </a:lnSpc>
            </a:pPr>
            <a:r>
              <a:rPr lang="zh-CN" altLang="en-US" sz="1400" dirty="0">
                <a:solidFill>
                  <a:schemeClr val="bg1">
                    <a:lumMod val="65000"/>
                  </a:schemeClr>
                </a:solidFill>
                <a:cs typeface="+mn-ea"/>
                <a:sym typeface="+mn-lt"/>
              </a:rPr>
              <a:t>升学信息对接服务平台</a:t>
            </a:r>
            <a:endParaRPr lang="zh-CN" altLang="en-US" sz="1400" dirty="0">
              <a:solidFill>
                <a:schemeClr val="bg1">
                  <a:lumMod val="65000"/>
                </a:schemeClr>
              </a:solidFill>
              <a:cs typeface="+mn-ea"/>
              <a:sym typeface="+mn-lt"/>
            </a:endParaRPr>
          </a:p>
        </p:txBody>
      </p:sp>
      <p:sp>
        <p:nvSpPr>
          <p:cNvPr id="38" name="文本框 37"/>
          <p:cNvSpPr txBox="1"/>
          <p:nvPr/>
        </p:nvSpPr>
        <p:spPr>
          <a:xfrm>
            <a:off x="4643755" y="4782185"/>
            <a:ext cx="3492500" cy="460375"/>
          </a:xfrm>
          <a:prstGeom prst="rect">
            <a:avLst/>
          </a:prstGeom>
          <a:noFill/>
        </p:spPr>
        <p:txBody>
          <a:bodyPr wrap="square" rtlCol="0">
            <a:spAutoFit/>
          </a:bodyPr>
          <a:lstStyle/>
          <a:p>
            <a:pPr algn="dist"/>
            <a:r>
              <a:rPr lang="zh-CN" altLang="en-US" sz="1200" dirty="0">
                <a:cs typeface="+mn-ea"/>
                <a:sym typeface="+mn-lt"/>
              </a:rPr>
              <a:t>策划：杨雨荷</a:t>
            </a:r>
            <a:r>
              <a:rPr lang="en-US" altLang="zh-CN" sz="1200" dirty="0">
                <a:cs typeface="+mn-ea"/>
                <a:sym typeface="+mn-lt"/>
              </a:rPr>
              <a:t> </a:t>
            </a:r>
            <a:r>
              <a:rPr lang="zh-CN" altLang="en-US" sz="1200" dirty="0">
                <a:cs typeface="+mn-ea"/>
                <a:sym typeface="+mn-lt"/>
              </a:rPr>
              <a:t>颜百川</a:t>
            </a:r>
            <a:r>
              <a:rPr lang="en-US" altLang="zh-CN" sz="1200" dirty="0">
                <a:cs typeface="+mn-ea"/>
                <a:sym typeface="+mn-lt"/>
              </a:rPr>
              <a:t> </a:t>
            </a:r>
            <a:r>
              <a:rPr lang="zh-CN" altLang="en-US" sz="1200" dirty="0">
                <a:cs typeface="+mn-ea"/>
                <a:sym typeface="+mn-lt"/>
              </a:rPr>
              <a:t>刘曼子</a:t>
            </a:r>
            <a:r>
              <a:rPr lang="en-US" altLang="zh-CN" sz="1200" dirty="0">
                <a:cs typeface="+mn-ea"/>
                <a:sym typeface="+mn-lt"/>
              </a:rPr>
              <a:t> </a:t>
            </a:r>
            <a:endParaRPr lang="en-US" altLang="zh-CN" sz="1200" dirty="0">
              <a:cs typeface="+mn-ea"/>
              <a:sym typeface="+mn-lt"/>
            </a:endParaRPr>
          </a:p>
          <a:p>
            <a:pPr algn="dist"/>
            <a:r>
              <a:rPr lang="zh-CN" altLang="en-US" sz="1200" dirty="0">
                <a:cs typeface="+mn-ea"/>
                <a:sym typeface="+mn-lt"/>
              </a:rPr>
              <a:t>蔺颖芝</a:t>
            </a:r>
            <a:r>
              <a:rPr lang="en-US" altLang="zh-CN" sz="1200" dirty="0">
                <a:cs typeface="+mn-ea"/>
                <a:sym typeface="+mn-lt"/>
              </a:rPr>
              <a:t> </a:t>
            </a:r>
            <a:r>
              <a:rPr lang="zh-CN" altLang="en-US" sz="1200" dirty="0">
                <a:cs typeface="+mn-ea"/>
                <a:sym typeface="+mn-lt"/>
              </a:rPr>
              <a:t>薛昕沂</a:t>
            </a:r>
            <a:r>
              <a:rPr lang="en-US" altLang="zh-CN" sz="1200" dirty="0">
                <a:cs typeface="+mn-ea"/>
                <a:sym typeface="+mn-lt"/>
              </a:rPr>
              <a:t> </a:t>
            </a:r>
            <a:r>
              <a:rPr lang="zh-CN" altLang="en-US" sz="1200" dirty="0">
                <a:cs typeface="+mn-ea"/>
                <a:sym typeface="+mn-lt"/>
              </a:rPr>
              <a:t>苏皓烨</a:t>
            </a:r>
            <a:r>
              <a:rPr lang="en-US" altLang="zh-CN" sz="1200" dirty="0">
                <a:cs typeface="+mn-ea"/>
                <a:sym typeface="+mn-lt"/>
              </a:rPr>
              <a:t> </a:t>
            </a:r>
            <a:r>
              <a:rPr lang="zh-CN" altLang="en-US" sz="1200" dirty="0">
                <a:cs typeface="+mn-ea"/>
                <a:sym typeface="+mn-lt"/>
              </a:rPr>
              <a:t>高雨涵</a:t>
            </a:r>
            <a:endParaRPr lang="zh-CN" altLang="en-US" sz="1200" dirty="0">
              <a:cs typeface="+mn-ea"/>
              <a:sym typeface="+mn-lt"/>
            </a:endParaRPr>
          </a:p>
        </p:txBody>
      </p:sp>
      <p:grpSp>
        <p:nvGrpSpPr>
          <p:cNvPr id="43" name="组合 42"/>
          <p:cNvGrpSpPr/>
          <p:nvPr/>
        </p:nvGrpSpPr>
        <p:grpSpPr>
          <a:xfrm>
            <a:off x="1948324" y="5243698"/>
            <a:ext cx="942570" cy="307183"/>
            <a:chOff x="1967374" y="5396098"/>
            <a:chExt cx="942570" cy="307183"/>
          </a:xfrm>
        </p:grpSpPr>
        <p:cxnSp>
          <p:nvCxnSpPr>
            <p:cNvPr id="36" name="直接连接符 35"/>
            <p:cNvCxnSpPr/>
            <p:nvPr/>
          </p:nvCxnSpPr>
          <p:spPr>
            <a:xfrm>
              <a:off x="2061700" y="5396098"/>
              <a:ext cx="274951"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1967374" y="5441671"/>
              <a:ext cx="942570" cy="261610"/>
            </a:xfrm>
            <a:prstGeom prst="rect">
              <a:avLst/>
            </a:prstGeom>
            <a:noFill/>
          </p:spPr>
          <p:txBody>
            <a:bodyPr wrap="square" rtlCol="0">
              <a:spAutoFit/>
            </a:bodyPr>
            <a:lstStyle/>
            <a:p>
              <a:pPr algn="dist"/>
              <a:r>
                <a:rPr lang="en-US" altLang="zh-CN" sz="1100" dirty="0">
                  <a:cs typeface="+mn-ea"/>
                  <a:sym typeface="+mn-lt"/>
                </a:rPr>
                <a:t>SCHEME</a:t>
              </a:r>
              <a:endParaRPr lang="zh-CN" altLang="en-US" sz="1100" dirty="0">
                <a:cs typeface="+mn-ea"/>
                <a:sym typeface="+mn-lt"/>
              </a:endParaRPr>
            </a:p>
          </p:txBody>
        </p:sp>
      </p:grpSp>
      <p:grpSp>
        <p:nvGrpSpPr>
          <p:cNvPr id="44" name="组合 43"/>
          <p:cNvGrpSpPr/>
          <p:nvPr/>
        </p:nvGrpSpPr>
        <p:grpSpPr>
          <a:xfrm>
            <a:off x="1945766" y="1308260"/>
            <a:ext cx="942570" cy="297327"/>
            <a:chOff x="1967374" y="5441671"/>
            <a:chExt cx="942570" cy="297327"/>
          </a:xfrm>
        </p:grpSpPr>
        <p:cxnSp>
          <p:nvCxnSpPr>
            <p:cNvPr id="45" name="直接连接符 44"/>
            <p:cNvCxnSpPr/>
            <p:nvPr/>
          </p:nvCxnSpPr>
          <p:spPr>
            <a:xfrm>
              <a:off x="2061700" y="5738998"/>
              <a:ext cx="274951"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1967374" y="5441671"/>
              <a:ext cx="942570" cy="261610"/>
            </a:xfrm>
            <a:prstGeom prst="rect">
              <a:avLst/>
            </a:prstGeom>
            <a:noFill/>
          </p:spPr>
          <p:txBody>
            <a:bodyPr wrap="square" rtlCol="0">
              <a:spAutoFit/>
            </a:bodyPr>
            <a:lstStyle/>
            <a:p>
              <a:pPr algn="dist"/>
              <a:r>
                <a:rPr lang="en-US" altLang="zh-CN" sz="1100" dirty="0">
                  <a:cs typeface="+mn-ea"/>
                  <a:sym typeface="+mn-lt"/>
                </a:rPr>
                <a:t>CREATIVE</a:t>
              </a:r>
              <a:endParaRPr lang="zh-CN" altLang="en-US" sz="1100" dirty="0">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750"/>
                                        <p:tgtEl>
                                          <p:spTgt spid="11"/>
                                        </p:tgtEl>
                                      </p:cBhvr>
                                    </p:animEffect>
                                  </p:childTnLst>
                                </p:cTn>
                              </p:par>
                              <p:par>
                                <p:cTn id="8" presetID="22" presetClass="entr" presetSubtype="2"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right)">
                                      <p:cBhvr>
                                        <p:cTn id="10" dur="750"/>
                                        <p:tgtEl>
                                          <p:spTgt spid="12"/>
                                        </p:tgtEl>
                                      </p:cBhvr>
                                    </p:animEffect>
                                  </p:childTnLst>
                                </p:cTn>
                              </p:par>
                            </p:childTnLst>
                          </p:cTn>
                        </p:par>
                        <p:par>
                          <p:cTn id="11" fill="hold">
                            <p:stCondLst>
                              <p:cond delay="1000"/>
                            </p:stCondLst>
                            <p:childTnLst>
                              <p:par>
                                <p:cTn id="12" presetID="16" presetClass="entr" presetSubtype="21" fill="hold" grpId="0" nodeType="after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barn(inVertical)">
                                      <p:cBhvr>
                                        <p:cTn id="14" dur="750"/>
                                        <p:tgtEl>
                                          <p:spTgt spid="14"/>
                                        </p:tgtEl>
                                      </p:cBhvr>
                                    </p:animEffect>
                                  </p:childTnLst>
                                </p:cTn>
                              </p:par>
                            </p:childTnLst>
                          </p:cTn>
                        </p:par>
                        <p:par>
                          <p:cTn id="15" fill="hold">
                            <p:stCondLst>
                              <p:cond delay="2000"/>
                            </p:stCondLst>
                            <p:childTnLst>
                              <p:par>
                                <p:cTn id="16" presetID="42" presetClass="entr" presetSubtype="0" fill="hold" grpId="0"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750"/>
                                        <p:tgtEl>
                                          <p:spTgt spid="16"/>
                                        </p:tgtEl>
                                      </p:cBhvr>
                                    </p:animEffect>
                                    <p:anim calcmode="lin" valueType="num">
                                      <p:cBhvr>
                                        <p:cTn id="19" dur="750" fill="hold"/>
                                        <p:tgtEl>
                                          <p:spTgt spid="16"/>
                                        </p:tgtEl>
                                        <p:attrNameLst>
                                          <p:attrName>ppt_x</p:attrName>
                                        </p:attrNameLst>
                                      </p:cBhvr>
                                      <p:tavLst>
                                        <p:tav tm="0">
                                          <p:val>
                                            <p:strVal val="#ppt_x"/>
                                          </p:val>
                                        </p:tav>
                                        <p:tav tm="100000">
                                          <p:val>
                                            <p:strVal val="#ppt_x"/>
                                          </p:val>
                                        </p:tav>
                                      </p:tavLst>
                                    </p:anim>
                                    <p:anim calcmode="lin" valueType="num">
                                      <p:cBhvr>
                                        <p:cTn id="20" dur="750" fill="hold"/>
                                        <p:tgtEl>
                                          <p:spTgt spid="16"/>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750"/>
                                        <p:tgtEl>
                                          <p:spTgt spid="15"/>
                                        </p:tgtEl>
                                      </p:cBhvr>
                                    </p:animEffect>
                                    <p:anim calcmode="lin" valueType="num">
                                      <p:cBhvr>
                                        <p:cTn id="24" dur="750" fill="hold"/>
                                        <p:tgtEl>
                                          <p:spTgt spid="15"/>
                                        </p:tgtEl>
                                        <p:attrNameLst>
                                          <p:attrName>ppt_x</p:attrName>
                                        </p:attrNameLst>
                                      </p:cBhvr>
                                      <p:tavLst>
                                        <p:tav tm="0">
                                          <p:val>
                                            <p:strVal val="#ppt_x"/>
                                          </p:val>
                                        </p:tav>
                                        <p:tav tm="100000">
                                          <p:val>
                                            <p:strVal val="#ppt_x"/>
                                          </p:val>
                                        </p:tav>
                                      </p:tavLst>
                                    </p:anim>
                                    <p:anim calcmode="lin" valueType="num">
                                      <p:cBhvr>
                                        <p:cTn id="25" dur="750" fill="hold"/>
                                        <p:tgtEl>
                                          <p:spTgt spid="15"/>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750"/>
                                        <p:tgtEl>
                                          <p:spTgt spid="18"/>
                                        </p:tgtEl>
                                      </p:cBhvr>
                                    </p:animEffect>
                                    <p:anim calcmode="lin" valueType="num">
                                      <p:cBhvr>
                                        <p:cTn id="29" dur="750" fill="hold"/>
                                        <p:tgtEl>
                                          <p:spTgt spid="18"/>
                                        </p:tgtEl>
                                        <p:attrNameLst>
                                          <p:attrName>ppt_x</p:attrName>
                                        </p:attrNameLst>
                                      </p:cBhvr>
                                      <p:tavLst>
                                        <p:tav tm="0">
                                          <p:val>
                                            <p:strVal val="#ppt_x"/>
                                          </p:val>
                                        </p:tav>
                                        <p:tav tm="100000">
                                          <p:val>
                                            <p:strVal val="#ppt_x"/>
                                          </p:val>
                                        </p:tav>
                                      </p:tavLst>
                                    </p:anim>
                                    <p:anim calcmode="lin" valueType="num">
                                      <p:cBhvr>
                                        <p:cTn id="30" dur="750" fill="hold"/>
                                        <p:tgtEl>
                                          <p:spTgt spid="18"/>
                                        </p:tgtEl>
                                        <p:attrNameLst>
                                          <p:attrName>ppt_y</p:attrName>
                                        </p:attrNameLst>
                                      </p:cBhvr>
                                      <p:tavLst>
                                        <p:tav tm="0">
                                          <p:val>
                                            <p:strVal val="#ppt_y+.1"/>
                                          </p:val>
                                        </p:tav>
                                        <p:tav tm="100000">
                                          <p:val>
                                            <p:strVal val="#ppt_y"/>
                                          </p:val>
                                        </p:tav>
                                      </p:tavLst>
                                    </p:anim>
                                  </p:childTnLst>
                                </p:cTn>
                              </p:par>
                            </p:childTnLst>
                          </p:cTn>
                        </p:par>
                        <p:par>
                          <p:cTn id="31" fill="hold">
                            <p:stCondLst>
                              <p:cond delay="3000"/>
                            </p:stCondLst>
                            <p:childTnLst>
                              <p:par>
                                <p:cTn id="32" presetID="53" presetClass="entr" presetSubtype="16" fill="hold" grpId="0" nodeType="afterEffect">
                                  <p:stCondLst>
                                    <p:cond delay="0"/>
                                  </p:stCondLst>
                                  <p:childTnLst>
                                    <p:set>
                                      <p:cBhvr>
                                        <p:cTn id="33" dur="1" fill="hold">
                                          <p:stCondLst>
                                            <p:cond delay="0"/>
                                          </p:stCondLst>
                                        </p:cTn>
                                        <p:tgtEl>
                                          <p:spTgt spid="19"/>
                                        </p:tgtEl>
                                        <p:attrNameLst>
                                          <p:attrName>style.visibility</p:attrName>
                                        </p:attrNameLst>
                                      </p:cBhvr>
                                      <p:to>
                                        <p:strVal val="visible"/>
                                      </p:to>
                                    </p:set>
                                    <p:anim calcmode="lin" valueType="num">
                                      <p:cBhvr>
                                        <p:cTn id="34" dur="750" fill="hold"/>
                                        <p:tgtEl>
                                          <p:spTgt spid="19"/>
                                        </p:tgtEl>
                                        <p:attrNameLst>
                                          <p:attrName>ppt_w</p:attrName>
                                        </p:attrNameLst>
                                      </p:cBhvr>
                                      <p:tavLst>
                                        <p:tav tm="0">
                                          <p:val>
                                            <p:fltVal val="0"/>
                                          </p:val>
                                        </p:tav>
                                        <p:tav tm="100000">
                                          <p:val>
                                            <p:strVal val="#ppt_w"/>
                                          </p:val>
                                        </p:tav>
                                      </p:tavLst>
                                    </p:anim>
                                    <p:anim calcmode="lin" valueType="num">
                                      <p:cBhvr>
                                        <p:cTn id="35" dur="750" fill="hold"/>
                                        <p:tgtEl>
                                          <p:spTgt spid="19"/>
                                        </p:tgtEl>
                                        <p:attrNameLst>
                                          <p:attrName>ppt_h</p:attrName>
                                        </p:attrNameLst>
                                      </p:cBhvr>
                                      <p:tavLst>
                                        <p:tav tm="0">
                                          <p:val>
                                            <p:fltVal val="0"/>
                                          </p:val>
                                        </p:tav>
                                        <p:tav tm="100000">
                                          <p:val>
                                            <p:strVal val="#ppt_h"/>
                                          </p:val>
                                        </p:tav>
                                      </p:tavLst>
                                    </p:anim>
                                    <p:animEffect transition="in" filter="fade">
                                      <p:cBhvr>
                                        <p:cTn id="36" dur="750"/>
                                        <p:tgtEl>
                                          <p:spTgt spid="19"/>
                                        </p:tgtEl>
                                      </p:cBhvr>
                                    </p:animEffect>
                                  </p:childTnLst>
                                </p:cTn>
                              </p:par>
                            </p:childTnLst>
                          </p:cTn>
                        </p:par>
                        <p:par>
                          <p:cTn id="37" fill="hold">
                            <p:stCondLst>
                              <p:cond delay="4000"/>
                            </p:stCondLst>
                            <p:childTnLst>
                              <p:par>
                                <p:cTn id="38" presetID="53" presetClass="entr" presetSubtype="16"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 calcmode="lin" valueType="num">
                                      <p:cBhvr>
                                        <p:cTn id="40" dur="750" fill="hold"/>
                                        <p:tgtEl>
                                          <p:spTgt spid="17"/>
                                        </p:tgtEl>
                                        <p:attrNameLst>
                                          <p:attrName>ppt_w</p:attrName>
                                        </p:attrNameLst>
                                      </p:cBhvr>
                                      <p:tavLst>
                                        <p:tav tm="0">
                                          <p:val>
                                            <p:fltVal val="0"/>
                                          </p:val>
                                        </p:tav>
                                        <p:tav tm="100000">
                                          <p:val>
                                            <p:strVal val="#ppt_w"/>
                                          </p:val>
                                        </p:tav>
                                      </p:tavLst>
                                    </p:anim>
                                    <p:anim calcmode="lin" valueType="num">
                                      <p:cBhvr>
                                        <p:cTn id="41" dur="750" fill="hold"/>
                                        <p:tgtEl>
                                          <p:spTgt spid="17"/>
                                        </p:tgtEl>
                                        <p:attrNameLst>
                                          <p:attrName>ppt_h</p:attrName>
                                        </p:attrNameLst>
                                      </p:cBhvr>
                                      <p:tavLst>
                                        <p:tav tm="0">
                                          <p:val>
                                            <p:fltVal val="0"/>
                                          </p:val>
                                        </p:tav>
                                        <p:tav tm="100000">
                                          <p:val>
                                            <p:strVal val="#ppt_h"/>
                                          </p:val>
                                        </p:tav>
                                      </p:tavLst>
                                    </p:anim>
                                    <p:animEffect transition="in" filter="fade">
                                      <p:cBhvr>
                                        <p:cTn id="42" dur="750"/>
                                        <p:tgtEl>
                                          <p:spTgt spid="17"/>
                                        </p:tgtEl>
                                      </p:cBhvr>
                                    </p:animEffect>
                                  </p:childTnLst>
                                </p:cTn>
                              </p:par>
                            </p:childTnLst>
                          </p:cTn>
                        </p:par>
                        <p:par>
                          <p:cTn id="43" fill="hold">
                            <p:stCondLst>
                              <p:cond delay="5000"/>
                            </p:stCondLst>
                            <p:childTnLst>
                              <p:par>
                                <p:cTn id="44" presetID="47" presetClass="entr" presetSubtype="0" fill="hold" nodeType="after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750"/>
                                        <p:tgtEl>
                                          <p:spTgt spid="23"/>
                                        </p:tgtEl>
                                      </p:cBhvr>
                                    </p:animEffect>
                                    <p:anim calcmode="lin" valueType="num">
                                      <p:cBhvr>
                                        <p:cTn id="47" dur="750" fill="hold"/>
                                        <p:tgtEl>
                                          <p:spTgt spid="23"/>
                                        </p:tgtEl>
                                        <p:attrNameLst>
                                          <p:attrName>ppt_x</p:attrName>
                                        </p:attrNameLst>
                                      </p:cBhvr>
                                      <p:tavLst>
                                        <p:tav tm="0">
                                          <p:val>
                                            <p:strVal val="#ppt_x"/>
                                          </p:val>
                                        </p:tav>
                                        <p:tav tm="100000">
                                          <p:val>
                                            <p:strVal val="#ppt_x"/>
                                          </p:val>
                                        </p:tav>
                                      </p:tavLst>
                                    </p:anim>
                                    <p:anim calcmode="lin" valueType="num">
                                      <p:cBhvr>
                                        <p:cTn id="48" dur="750" fill="hold"/>
                                        <p:tgtEl>
                                          <p:spTgt spid="23"/>
                                        </p:tgtEl>
                                        <p:attrNameLst>
                                          <p:attrName>ppt_y</p:attrName>
                                        </p:attrNameLst>
                                      </p:cBhvr>
                                      <p:tavLst>
                                        <p:tav tm="0">
                                          <p:val>
                                            <p:strVal val="#ppt_y-.1"/>
                                          </p:val>
                                        </p:tav>
                                        <p:tav tm="100000">
                                          <p:val>
                                            <p:strVal val="#ppt_y"/>
                                          </p:val>
                                        </p:tav>
                                      </p:tavLst>
                                    </p:anim>
                                  </p:childTnLst>
                                </p:cTn>
                              </p:par>
                            </p:childTnLst>
                          </p:cTn>
                        </p:par>
                        <p:par>
                          <p:cTn id="49" fill="hold">
                            <p:stCondLst>
                              <p:cond delay="6000"/>
                            </p:stCondLst>
                            <p:childTnLst>
                              <p:par>
                                <p:cTn id="50" presetID="22" presetClass="entr" presetSubtype="2" fill="hold" grpId="0" nodeType="after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right)">
                                      <p:cBhvr>
                                        <p:cTn id="52" dur="750"/>
                                        <p:tgtEl>
                                          <p:spTgt spid="24"/>
                                        </p:tgtEl>
                                      </p:cBhvr>
                                    </p:animEffect>
                                  </p:childTnLst>
                                </p:cTn>
                              </p:par>
                            </p:childTnLst>
                          </p:cTn>
                        </p:par>
                        <p:par>
                          <p:cTn id="53" fill="hold">
                            <p:stCondLst>
                              <p:cond delay="7000"/>
                            </p:stCondLst>
                            <p:childTnLst>
                              <p:par>
                                <p:cTn id="54" presetID="2" presetClass="entr" presetSubtype="8" fill="hold" nodeType="afterEffect">
                                  <p:stCondLst>
                                    <p:cond delay="0"/>
                                  </p:stCondLst>
                                  <p:childTnLst>
                                    <p:set>
                                      <p:cBhvr>
                                        <p:cTn id="55" dur="1" fill="hold">
                                          <p:stCondLst>
                                            <p:cond delay="0"/>
                                          </p:stCondLst>
                                        </p:cTn>
                                        <p:tgtEl>
                                          <p:spTgt spid="43"/>
                                        </p:tgtEl>
                                        <p:attrNameLst>
                                          <p:attrName>style.visibility</p:attrName>
                                        </p:attrNameLst>
                                      </p:cBhvr>
                                      <p:to>
                                        <p:strVal val="visible"/>
                                      </p:to>
                                    </p:set>
                                    <p:anim calcmode="lin" valueType="num">
                                      <p:cBhvr additive="base">
                                        <p:cTn id="56" dur="750" fill="hold"/>
                                        <p:tgtEl>
                                          <p:spTgt spid="43"/>
                                        </p:tgtEl>
                                        <p:attrNameLst>
                                          <p:attrName>ppt_x</p:attrName>
                                        </p:attrNameLst>
                                      </p:cBhvr>
                                      <p:tavLst>
                                        <p:tav tm="0">
                                          <p:val>
                                            <p:strVal val="0-#ppt_w/2"/>
                                          </p:val>
                                        </p:tav>
                                        <p:tav tm="100000">
                                          <p:val>
                                            <p:strVal val="#ppt_x"/>
                                          </p:val>
                                        </p:tav>
                                      </p:tavLst>
                                    </p:anim>
                                    <p:anim calcmode="lin" valueType="num">
                                      <p:cBhvr additive="base">
                                        <p:cTn id="57" dur="750" fill="hold"/>
                                        <p:tgtEl>
                                          <p:spTgt spid="43"/>
                                        </p:tgtEl>
                                        <p:attrNameLst>
                                          <p:attrName>ppt_y</p:attrName>
                                        </p:attrNameLst>
                                      </p:cBhvr>
                                      <p:tavLst>
                                        <p:tav tm="0">
                                          <p:val>
                                            <p:strVal val="#ppt_y"/>
                                          </p:val>
                                        </p:tav>
                                        <p:tav tm="100000">
                                          <p:val>
                                            <p:strVal val="#ppt_y"/>
                                          </p:val>
                                        </p:tav>
                                      </p:tavLst>
                                    </p:anim>
                                  </p:childTnLst>
                                </p:cTn>
                              </p:par>
                              <p:par>
                                <p:cTn id="58" presetID="2" presetClass="entr" presetSubtype="8" fill="hold" nodeType="withEffect">
                                  <p:stCondLst>
                                    <p:cond delay="0"/>
                                  </p:stCondLst>
                                  <p:childTnLst>
                                    <p:set>
                                      <p:cBhvr>
                                        <p:cTn id="59" dur="1" fill="hold">
                                          <p:stCondLst>
                                            <p:cond delay="0"/>
                                          </p:stCondLst>
                                        </p:cTn>
                                        <p:tgtEl>
                                          <p:spTgt spid="44"/>
                                        </p:tgtEl>
                                        <p:attrNameLst>
                                          <p:attrName>style.visibility</p:attrName>
                                        </p:attrNameLst>
                                      </p:cBhvr>
                                      <p:to>
                                        <p:strVal val="visible"/>
                                      </p:to>
                                    </p:set>
                                    <p:anim calcmode="lin" valueType="num">
                                      <p:cBhvr additive="base">
                                        <p:cTn id="60" dur="750" fill="hold"/>
                                        <p:tgtEl>
                                          <p:spTgt spid="44"/>
                                        </p:tgtEl>
                                        <p:attrNameLst>
                                          <p:attrName>ppt_x</p:attrName>
                                        </p:attrNameLst>
                                      </p:cBhvr>
                                      <p:tavLst>
                                        <p:tav tm="0">
                                          <p:val>
                                            <p:strVal val="0-#ppt_w/2"/>
                                          </p:val>
                                        </p:tav>
                                        <p:tav tm="100000">
                                          <p:val>
                                            <p:strVal val="#ppt_x"/>
                                          </p:val>
                                        </p:tav>
                                      </p:tavLst>
                                    </p:anim>
                                    <p:anim calcmode="lin" valueType="num">
                                      <p:cBhvr additive="base">
                                        <p:cTn id="61" dur="750" fill="hold"/>
                                        <p:tgtEl>
                                          <p:spTgt spid="44"/>
                                        </p:tgtEl>
                                        <p:attrNameLst>
                                          <p:attrName>ppt_y</p:attrName>
                                        </p:attrNameLst>
                                      </p:cBhvr>
                                      <p:tavLst>
                                        <p:tav tm="0">
                                          <p:val>
                                            <p:strVal val="#ppt_y"/>
                                          </p:val>
                                        </p:tav>
                                        <p:tav tm="100000">
                                          <p:val>
                                            <p:strVal val="#ppt_y"/>
                                          </p:val>
                                        </p:tav>
                                      </p:tavLst>
                                    </p:anim>
                                  </p:childTnLst>
                                </p:cTn>
                              </p:par>
                            </p:childTnLst>
                          </p:cTn>
                        </p:par>
                        <p:par>
                          <p:cTn id="62" fill="hold">
                            <p:stCondLst>
                              <p:cond delay="8000"/>
                            </p:stCondLst>
                            <p:childTnLst>
                              <p:par>
                                <p:cTn id="63" presetID="0" presetClass="entr" presetSubtype="0" fill="hold" grpId="0" nodeType="afterEffect">
                                  <p:stCondLst>
                                    <p:cond delay="0"/>
                                  </p:stCondLst>
                                  <p:iterate type="lt">
                                    <p:tmPct val="10000"/>
                                  </p:iterate>
                                  <p:childTnLst>
                                    <p:set>
                                      <p:cBhvr>
                                        <p:cTn id="64" dur="1" fill="hold">
                                          <p:stCondLst>
                                            <p:cond delay="0"/>
                                          </p:stCondLst>
                                        </p:cTn>
                                        <p:tgtEl>
                                          <p:spTgt spid="25"/>
                                        </p:tgtEl>
                                        <p:attrNameLst>
                                          <p:attrName>style.visibility</p:attrName>
                                        </p:attrNameLst>
                                      </p:cBhvr>
                                      <p:to>
                                        <p:strVal val="visible"/>
                                      </p:to>
                                    </p:set>
                                    <p:anim to="" calcmode="lin" valueType="num">
                                      <p:cBhvr>
                                        <p:cTn id="65" dur="750" fill="hold">
                                          <p:stCondLst>
                                            <p:cond delay="0"/>
                                          </p:stCondLst>
                                        </p:cTn>
                                        <p:tgtEl>
                                          <p:spTgt spid="25"/>
                                        </p:tgtEl>
                                        <p:attrNameLst>
                                          <p:attrName>ppt_x</p:attrName>
                                        </p:attrNameLst>
                                      </p:cBhvr>
                                      <p:tavLst>
                                        <p:tav tm="0" fmla="#ppt_x-(-#ppt_w/2*cos(ppt_r/180*pi))*((1.5-1.5*$)^2-(1.5-1.5*$)^3)">
                                          <p:val>
                                            <p:fltVal val="0"/>
                                          </p:val>
                                        </p:tav>
                                        <p:tav tm="100000">
                                          <p:val>
                                            <p:fltVal val="1"/>
                                          </p:val>
                                        </p:tav>
                                      </p:tavLst>
                                    </p:anim>
                                    <p:anim to="" calcmode="lin" valueType="num">
                                      <p:cBhvr>
                                        <p:cTn id="66" dur="750" fill="hold">
                                          <p:stCondLst>
                                            <p:cond delay="0"/>
                                          </p:stCondLst>
                                        </p:cTn>
                                        <p:tgtEl>
                                          <p:spTgt spid="25"/>
                                        </p:tgtEl>
                                        <p:attrNameLst>
                                          <p:attrName>ppt_y</p:attrName>
                                        </p:attrNameLst>
                                      </p:cBhvr>
                                      <p:tavLst>
                                        <p:tav tm="0" fmla="#ppt_y+(-#ppt_h/2*cos(ppt_r/180*pi))*((1.5-1.5*$)^2-(1.5-1.5*$)^3)">
                                          <p:val>
                                            <p:fltVal val="0"/>
                                          </p:val>
                                        </p:tav>
                                        <p:tav tm="100000">
                                          <p:val>
                                            <p:fltVal val="1"/>
                                          </p:val>
                                        </p:tav>
                                      </p:tavLst>
                                    </p:anim>
                                    <p:anim to="" calcmode="lin" valueType="num">
                                      <p:cBhvr>
                                        <p:cTn id="67" dur="750" fill="hold">
                                          <p:stCondLst>
                                            <p:cond delay="0"/>
                                          </p:stCondLst>
                                        </p:cTn>
                                        <p:tgtEl>
                                          <p:spTgt spid="25"/>
                                        </p:tgtEl>
                                        <p:attrNameLst>
                                          <p:attrName>ppt_h</p:attrName>
                                        </p:attrNameLst>
                                      </p:cBhvr>
                                      <p:tavLst>
                                        <p:tav tm="0" fmla="#ppt_h-(-#ppt_h)*((1.5-1.5*$)^2-(1.5-1.5*$)^3)">
                                          <p:val>
                                            <p:fltVal val="0"/>
                                          </p:val>
                                        </p:tav>
                                        <p:tav tm="100000">
                                          <p:val>
                                            <p:fltVal val="1"/>
                                          </p:val>
                                        </p:tav>
                                      </p:tavLst>
                                    </p:anim>
                                    <p:anim to="" calcmode="lin" valueType="num">
                                      <p:cBhvr>
                                        <p:cTn id="68" dur="750" fill="hold">
                                          <p:stCondLst>
                                            <p:cond delay="0"/>
                                          </p:stCondLst>
                                        </p:cTn>
                                        <p:tgtEl>
                                          <p:spTgt spid="25"/>
                                        </p:tgtEl>
                                        <p:attrNameLst>
                                          <p:attrName>ppt_w</p:attrName>
                                        </p:attrNameLst>
                                      </p:cBhvr>
                                      <p:tavLst>
                                        <p:tav tm="0" fmla="#ppt_w-(-#ppt_w)*((1.5-1.5*$)^2-(1.5-1.5*$)^3)">
                                          <p:val>
                                            <p:fltVal val="0"/>
                                          </p:val>
                                        </p:tav>
                                        <p:tav tm="100000">
                                          <p:val>
                                            <p:fltVal val="1"/>
                                          </p:val>
                                        </p:tav>
                                      </p:tavLst>
                                    </p:anim>
                                  </p:childTnLst>
                                </p:cTn>
                              </p:par>
                            </p:childTnLst>
                          </p:cTn>
                        </p:par>
                        <p:par>
                          <p:cTn id="69" fill="hold">
                            <p:stCondLst>
                              <p:cond delay="7199"/>
                            </p:stCondLst>
                            <p:childTnLst>
                              <p:par>
                                <p:cTn id="70" presetID="53" presetClass="entr" presetSubtype="16" fill="hold" nodeType="afterEffect">
                                  <p:stCondLst>
                                    <p:cond delay="0"/>
                                  </p:stCondLst>
                                  <p:childTnLst>
                                    <p:set>
                                      <p:cBhvr>
                                        <p:cTn id="71" dur="1" fill="hold">
                                          <p:stCondLst>
                                            <p:cond delay="0"/>
                                          </p:stCondLst>
                                        </p:cTn>
                                        <p:tgtEl>
                                          <p:spTgt spid="33"/>
                                        </p:tgtEl>
                                        <p:attrNameLst>
                                          <p:attrName>style.visibility</p:attrName>
                                        </p:attrNameLst>
                                      </p:cBhvr>
                                      <p:to>
                                        <p:strVal val="visible"/>
                                      </p:to>
                                    </p:set>
                                    <p:anim calcmode="lin" valueType="num">
                                      <p:cBhvr>
                                        <p:cTn id="72" dur="750" fill="hold"/>
                                        <p:tgtEl>
                                          <p:spTgt spid="33"/>
                                        </p:tgtEl>
                                        <p:attrNameLst>
                                          <p:attrName>ppt_w</p:attrName>
                                        </p:attrNameLst>
                                      </p:cBhvr>
                                      <p:tavLst>
                                        <p:tav tm="0">
                                          <p:val>
                                            <p:fltVal val="0"/>
                                          </p:val>
                                        </p:tav>
                                        <p:tav tm="100000">
                                          <p:val>
                                            <p:strVal val="#ppt_w"/>
                                          </p:val>
                                        </p:tav>
                                      </p:tavLst>
                                    </p:anim>
                                    <p:anim calcmode="lin" valueType="num">
                                      <p:cBhvr>
                                        <p:cTn id="73" dur="750" fill="hold"/>
                                        <p:tgtEl>
                                          <p:spTgt spid="33"/>
                                        </p:tgtEl>
                                        <p:attrNameLst>
                                          <p:attrName>ppt_h</p:attrName>
                                        </p:attrNameLst>
                                      </p:cBhvr>
                                      <p:tavLst>
                                        <p:tav tm="0">
                                          <p:val>
                                            <p:fltVal val="0"/>
                                          </p:val>
                                        </p:tav>
                                        <p:tav tm="100000">
                                          <p:val>
                                            <p:strVal val="#ppt_h"/>
                                          </p:val>
                                        </p:tav>
                                      </p:tavLst>
                                    </p:anim>
                                    <p:animEffect transition="in" filter="fade">
                                      <p:cBhvr>
                                        <p:cTn id="74" dur="750"/>
                                        <p:tgtEl>
                                          <p:spTgt spid="33"/>
                                        </p:tgtEl>
                                      </p:cBhvr>
                                    </p:animEffect>
                                  </p:childTnLst>
                                </p:cTn>
                              </p:par>
                            </p:childTnLst>
                          </p:cTn>
                        </p:par>
                        <p:par>
                          <p:cTn id="75" fill="hold">
                            <p:stCondLst>
                              <p:cond delay="8199"/>
                            </p:stCondLst>
                            <p:childTnLst>
                              <p:par>
                                <p:cTn id="76" presetID="42" presetClass="entr" presetSubtype="0" fill="hold" grpId="0" nodeType="after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fade">
                                      <p:cBhvr>
                                        <p:cTn id="78" dur="750"/>
                                        <p:tgtEl>
                                          <p:spTgt spid="34"/>
                                        </p:tgtEl>
                                      </p:cBhvr>
                                    </p:animEffect>
                                    <p:anim calcmode="lin" valueType="num">
                                      <p:cBhvr>
                                        <p:cTn id="79" dur="750" fill="hold"/>
                                        <p:tgtEl>
                                          <p:spTgt spid="34"/>
                                        </p:tgtEl>
                                        <p:attrNameLst>
                                          <p:attrName>ppt_x</p:attrName>
                                        </p:attrNameLst>
                                      </p:cBhvr>
                                      <p:tavLst>
                                        <p:tav tm="0">
                                          <p:val>
                                            <p:strVal val="#ppt_x"/>
                                          </p:val>
                                        </p:tav>
                                        <p:tav tm="100000">
                                          <p:val>
                                            <p:strVal val="#ppt_x"/>
                                          </p:val>
                                        </p:tav>
                                      </p:tavLst>
                                    </p:anim>
                                    <p:anim calcmode="lin" valueType="num">
                                      <p:cBhvr>
                                        <p:cTn id="80" dur="75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6" grpId="0" animBg="1"/>
      <p:bldP spid="14" grpId="0" animBg="1"/>
      <p:bldP spid="18" grpId="0" animBg="1"/>
      <p:bldP spid="15" grpId="0" animBg="1"/>
      <p:bldP spid="19" grpId="0" animBg="1"/>
      <p:bldP spid="24" grpId="0" animBg="1"/>
      <p:bldP spid="25" grpId="0"/>
      <p:bldP spid="3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椭圆 42"/>
          <p:cNvSpPr/>
          <p:nvPr/>
        </p:nvSpPr>
        <p:spPr>
          <a:xfrm rot="16200000">
            <a:off x="7243068" y="-79707"/>
            <a:ext cx="1705167" cy="1641375"/>
          </a:xfrm>
          <a:prstGeom prst="ellipse">
            <a:avLst/>
          </a:prstGeom>
          <a:gradFill>
            <a:gsLst>
              <a:gs pos="0">
                <a:srgbClr val="FF3736"/>
              </a:gs>
              <a:gs pos="90000">
                <a:srgbClr val="ED0000"/>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3" name="图形 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flipH="1">
            <a:off x="0" y="3651790"/>
            <a:ext cx="4800600" cy="3284665"/>
          </a:xfrm>
          <a:prstGeom prst="rect">
            <a:avLst/>
          </a:prstGeom>
        </p:spPr>
      </p:pic>
      <p:pic>
        <p:nvPicPr>
          <p:cNvPr id="4" name="图形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4629150" y="0"/>
            <a:ext cx="7562850" cy="1428749"/>
          </a:xfrm>
          <a:prstGeom prst="rect">
            <a:avLst/>
          </a:prstGeom>
        </p:spPr>
      </p:pic>
      <p:grpSp>
        <p:nvGrpSpPr>
          <p:cNvPr id="25" name="组合 24"/>
          <p:cNvGrpSpPr/>
          <p:nvPr/>
        </p:nvGrpSpPr>
        <p:grpSpPr>
          <a:xfrm>
            <a:off x="658578" y="1574515"/>
            <a:ext cx="2997920" cy="1716450"/>
            <a:chOff x="1092874" y="1196607"/>
            <a:chExt cx="2997920" cy="1716450"/>
          </a:xfrm>
        </p:grpSpPr>
        <p:sp>
          <p:nvSpPr>
            <p:cNvPr id="9" name="圆: 空心 8"/>
            <p:cNvSpPr/>
            <p:nvPr/>
          </p:nvSpPr>
          <p:spPr>
            <a:xfrm>
              <a:off x="1426250" y="1196607"/>
              <a:ext cx="676245" cy="676245"/>
            </a:xfrm>
            <a:prstGeom prst="donut">
              <a:avLst>
                <a:gd name="adj" fmla="val 19794"/>
              </a:avLst>
            </a:prstGeom>
            <a:gradFill flip="none" rotWithShape="1">
              <a:gsLst>
                <a:gs pos="0">
                  <a:srgbClr val="F8326A"/>
                </a:gs>
                <a:gs pos="100000">
                  <a:srgbClr val="DE86F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7" name="PA-文本框 24"/>
            <p:cNvSpPr txBox="1"/>
            <p:nvPr>
              <p:custDataLst>
                <p:tags r:id="rId5"/>
              </p:custDataLst>
            </p:nvPr>
          </p:nvSpPr>
          <p:spPr>
            <a:xfrm>
              <a:off x="1407200" y="1294313"/>
              <a:ext cx="2216869" cy="1323439"/>
            </a:xfrm>
            <a:prstGeom prst="rect">
              <a:avLst/>
            </a:prstGeom>
            <a:noFill/>
          </p:spPr>
          <p:txBody>
            <a:bodyPr wrap="square" rtlCol="0">
              <a:spAutoFit/>
            </a:bodyPr>
            <a:lstStyle/>
            <a:p>
              <a:r>
                <a:rPr lang="zh-CN" altLang="en-US" sz="8000" dirty="0">
                  <a:solidFill>
                    <a:schemeClr val="tx1">
                      <a:lumMod val="75000"/>
                      <a:lumOff val="25000"/>
                    </a:schemeClr>
                  </a:solidFill>
                  <a:cs typeface="+mn-ea"/>
                  <a:sym typeface="+mn-lt"/>
                </a:rPr>
                <a:t>目录</a:t>
              </a:r>
              <a:endParaRPr lang="zh-CN" altLang="en-US" sz="8000" dirty="0">
                <a:solidFill>
                  <a:schemeClr val="tx1">
                    <a:lumMod val="75000"/>
                    <a:lumOff val="25000"/>
                  </a:schemeClr>
                </a:solidFill>
                <a:cs typeface="+mn-ea"/>
                <a:sym typeface="+mn-lt"/>
              </a:endParaRPr>
            </a:p>
          </p:txBody>
        </p:sp>
        <p:sp>
          <p:nvSpPr>
            <p:cNvPr id="8" name="PA-文本框 24"/>
            <p:cNvSpPr txBox="1"/>
            <p:nvPr>
              <p:custDataLst>
                <p:tags r:id="rId6"/>
              </p:custDataLst>
            </p:nvPr>
          </p:nvSpPr>
          <p:spPr>
            <a:xfrm>
              <a:off x="1092874" y="2451392"/>
              <a:ext cx="2997920" cy="461665"/>
            </a:xfrm>
            <a:prstGeom prst="rect">
              <a:avLst/>
            </a:prstGeom>
            <a:noFill/>
          </p:spPr>
          <p:txBody>
            <a:bodyPr wrap="square" rtlCol="0">
              <a:spAutoFit/>
            </a:bodyPr>
            <a:lstStyle/>
            <a:p>
              <a:pPr algn="dist"/>
              <a:r>
                <a:rPr lang="en-US" altLang="zh-CN" sz="2400" b="1" dirty="0">
                  <a:solidFill>
                    <a:schemeClr val="bg1">
                      <a:lumMod val="75000"/>
                    </a:schemeClr>
                  </a:solidFill>
                  <a:cs typeface="+mn-ea"/>
                  <a:sym typeface="+mn-lt"/>
                </a:rPr>
                <a:t>CONTNATS</a:t>
              </a:r>
              <a:endParaRPr lang="zh-CN" altLang="en-US" sz="2400" b="1" dirty="0">
                <a:solidFill>
                  <a:schemeClr val="bg1">
                    <a:lumMod val="75000"/>
                  </a:schemeClr>
                </a:solidFill>
                <a:cs typeface="+mn-ea"/>
                <a:sym typeface="+mn-lt"/>
              </a:endParaRPr>
            </a:p>
          </p:txBody>
        </p:sp>
      </p:grpSp>
      <p:grpSp>
        <p:nvGrpSpPr>
          <p:cNvPr id="15" name="组合 14"/>
          <p:cNvGrpSpPr/>
          <p:nvPr/>
        </p:nvGrpSpPr>
        <p:grpSpPr>
          <a:xfrm>
            <a:off x="279199" y="288262"/>
            <a:ext cx="1586076" cy="548471"/>
            <a:chOff x="222049" y="231112"/>
            <a:chExt cx="1586076" cy="548471"/>
          </a:xfrm>
        </p:grpSpPr>
        <p:sp>
          <p:nvSpPr>
            <p:cNvPr id="10" name="文本框 9"/>
            <p:cNvSpPr txBox="1"/>
            <p:nvPr/>
          </p:nvSpPr>
          <p:spPr>
            <a:xfrm>
              <a:off x="222049" y="470011"/>
              <a:ext cx="1586076" cy="309572"/>
            </a:xfrm>
            <a:prstGeom prst="rect">
              <a:avLst/>
            </a:prstGeom>
            <a:noFill/>
          </p:spPr>
          <p:txBody>
            <a:bodyPr wrap="square" rtlCol="0">
              <a:spAutoFit/>
            </a:bodyPr>
            <a:lstStyle/>
            <a:p>
              <a:pPr>
                <a:lnSpc>
                  <a:spcPct val="150000"/>
                </a:lnSpc>
              </a:pPr>
              <a:r>
                <a:rPr lang="en-US" altLang="zh-CN" sz="500" dirty="0">
                  <a:solidFill>
                    <a:schemeClr val="bg1">
                      <a:lumMod val="65000"/>
                    </a:schemeClr>
                  </a:solidFill>
                  <a:cs typeface="+mn-ea"/>
                  <a:sym typeface="+mn-lt"/>
                </a:rPr>
                <a:t>The average person is always waiting for an opportunity to come</a:t>
              </a:r>
              <a:endParaRPr lang="zh-CN" altLang="en-US" sz="500" dirty="0">
                <a:solidFill>
                  <a:schemeClr val="bg1">
                    <a:lumMod val="65000"/>
                  </a:schemeClr>
                </a:solidFill>
                <a:cs typeface="+mn-ea"/>
                <a:sym typeface="+mn-lt"/>
              </a:endParaRPr>
            </a:p>
          </p:txBody>
        </p:sp>
        <p:sp>
          <p:nvSpPr>
            <p:cNvPr id="14" name="文本框 13"/>
            <p:cNvSpPr txBox="1"/>
            <p:nvPr/>
          </p:nvSpPr>
          <p:spPr>
            <a:xfrm>
              <a:off x="222049" y="231112"/>
              <a:ext cx="1052370" cy="276999"/>
            </a:xfrm>
            <a:prstGeom prst="rect">
              <a:avLst/>
            </a:prstGeom>
            <a:noFill/>
          </p:spPr>
          <p:txBody>
            <a:bodyPr wrap="square" rtlCol="0">
              <a:spAutoFit/>
            </a:bodyPr>
            <a:lstStyle/>
            <a:p>
              <a:pPr algn="dist"/>
              <a:r>
                <a:rPr lang="en-US" altLang="zh-CN" sz="1200" dirty="0">
                  <a:cs typeface="+mn-ea"/>
                  <a:sym typeface="+mn-lt"/>
                </a:rPr>
                <a:t>XX</a:t>
              </a:r>
              <a:r>
                <a:rPr lang="zh-CN" altLang="en-US" sz="1200" dirty="0">
                  <a:cs typeface="+mn-ea"/>
                  <a:sym typeface="+mn-lt"/>
                </a:rPr>
                <a:t>公司</a:t>
              </a:r>
              <a:endParaRPr lang="zh-CN" altLang="en-US" sz="1200" dirty="0">
                <a:cs typeface="+mn-ea"/>
                <a:sym typeface="+mn-lt"/>
              </a:endParaRPr>
            </a:p>
          </p:txBody>
        </p:sp>
      </p:grpSp>
      <p:sp>
        <p:nvSpPr>
          <p:cNvPr id="16" name="矩形: 圆角 15"/>
          <p:cNvSpPr/>
          <p:nvPr>
            <p:custDataLst>
              <p:tags r:id="rId7"/>
            </p:custDataLst>
          </p:nvPr>
        </p:nvSpPr>
        <p:spPr>
          <a:xfrm>
            <a:off x="4143399" y="2561788"/>
            <a:ext cx="3443481" cy="629032"/>
          </a:xfrm>
          <a:prstGeom prst="roundRect">
            <a:avLst>
              <a:gd name="adj" fmla="val 2840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PA-文本框 24"/>
          <p:cNvSpPr txBox="1"/>
          <p:nvPr>
            <p:custDataLst>
              <p:tags r:id="rId8"/>
            </p:custDataLst>
          </p:nvPr>
        </p:nvSpPr>
        <p:spPr>
          <a:xfrm>
            <a:off x="6877075" y="1962928"/>
            <a:ext cx="833629" cy="646331"/>
          </a:xfrm>
          <a:prstGeom prst="rect">
            <a:avLst/>
          </a:prstGeom>
          <a:noFill/>
        </p:spPr>
        <p:txBody>
          <a:bodyPr wrap="square" rtlCol="0">
            <a:spAutoFit/>
          </a:bodyPr>
          <a:lstStyle/>
          <a:p>
            <a:r>
              <a:rPr lang="en-US" altLang="zh-CN" sz="3600" dirty="0">
                <a:solidFill>
                  <a:schemeClr val="tx1">
                    <a:lumMod val="75000"/>
                    <a:lumOff val="25000"/>
                  </a:schemeClr>
                </a:solidFill>
                <a:cs typeface="+mn-ea"/>
                <a:sym typeface="+mn-lt"/>
              </a:rPr>
              <a:t>01</a:t>
            </a:r>
            <a:endParaRPr lang="zh-CN" altLang="en-US" sz="3600" dirty="0">
              <a:solidFill>
                <a:schemeClr val="tx1">
                  <a:lumMod val="75000"/>
                  <a:lumOff val="25000"/>
                </a:schemeClr>
              </a:solidFill>
              <a:cs typeface="+mn-ea"/>
              <a:sym typeface="+mn-lt"/>
            </a:endParaRPr>
          </a:p>
        </p:txBody>
      </p:sp>
      <p:sp>
        <p:nvSpPr>
          <p:cNvPr id="18" name="PA-文本框 24"/>
          <p:cNvSpPr txBox="1"/>
          <p:nvPr>
            <p:custDataLst>
              <p:tags r:id="rId9"/>
            </p:custDataLst>
          </p:nvPr>
        </p:nvSpPr>
        <p:spPr>
          <a:xfrm>
            <a:off x="4310087" y="2569888"/>
            <a:ext cx="2997920" cy="645160"/>
          </a:xfrm>
          <a:prstGeom prst="rect">
            <a:avLst/>
          </a:prstGeom>
          <a:noFill/>
        </p:spPr>
        <p:txBody>
          <a:bodyPr wrap="square" rtlCol="0">
            <a:spAutoFit/>
          </a:bodyPr>
          <a:lstStyle/>
          <a:p>
            <a:pPr algn="dist"/>
            <a:r>
              <a:rPr lang="zh-CN" altLang="en-US" sz="3600" b="1" dirty="0">
                <a:solidFill>
                  <a:schemeClr val="tx1">
                    <a:lumMod val="75000"/>
                    <a:lumOff val="25000"/>
                  </a:schemeClr>
                </a:solidFill>
                <a:cs typeface="+mn-ea"/>
                <a:sym typeface="+mn-lt"/>
              </a:rPr>
              <a:t>项目介绍</a:t>
            </a:r>
            <a:endParaRPr lang="zh-CN" altLang="en-US" sz="3600" b="1" dirty="0">
              <a:solidFill>
                <a:schemeClr val="tx1">
                  <a:lumMod val="75000"/>
                  <a:lumOff val="25000"/>
                </a:schemeClr>
              </a:solidFill>
              <a:cs typeface="+mn-ea"/>
              <a:sym typeface="+mn-lt"/>
            </a:endParaRPr>
          </a:p>
        </p:txBody>
      </p:sp>
      <p:cxnSp>
        <p:nvCxnSpPr>
          <p:cNvPr id="20" name="直接箭头连接符 19"/>
          <p:cNvCxnSpPr/>
          <p:nvPr>
            <p:custDataLst>
              <p:tags r:id="rId10"/>
            </p:custDataLst>
          </p:nvPr>
        </p:nvCxnSpPr>
        <p:spPr>
          <a:xfrm>
            <a:off x="4233887" y="2426401"/>
            <a:ext cx="2679003" cy="2374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1" name="椭圆 40"/>
          <p:cNvSpPr/>
          <p:nvPr/>
        </p:nvSpPr>
        <p:spPr>
          <a:xfrm rot="16200000">
            <a:off x="4134603" y="821924"/>
            <a:ext cx="470195" cy="452604"/>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椭圆 41"/>
          <p:cNvSpPr/>
          <p:nvPr/>
        </p:nvSpPr>
        <p:spPr>
          <a:xfrm rot="16200000">
            <a:off x="1057978" y="4622311"/>
            <a:ext cx="1045083" cy="1072848"/>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4" name="Synergistically utilize technically sound portals with frictionless chains. Dramatically customize…"/>
          <p:cNvSpPr txBox="1"/>
          <p:nvPr/>
        </p:nvSpPr>
        <p:spPr>
          <a:xfrm>
            <a:off x="9881082" y="312609"/>
            <a:ext cx="1750239" cy="391004"/>
          </a:xfrm>
          <a:prstGeom prst="rect">
            <a:avLst/>
          </a:prstGeom>
          <a:ln w="12700">
            <a:miter lim="400000"/>
          </a:ln>
        </p:spPr>
        <p:txBody>
          <a:bodyPr vert="horz" wrap="square" lIns="0" tIns="0" rIns="0" bIns="0">
            <a:spAutoFit/>
          </a:bodyPr>
          <a:lstStyle/>
          <a:p>
            <a:pPr algn="r" defTabSz="412750" hangingPunct="0">
              <a:lnSpc>
                <a:spcPct val="150000"/>
              </a:lnSpc>
              <a:defRPr sz="2000" b="0">
                <a:solidFill>
                  <a:srgbClr val="1C1F25"/>
                </a:solidFill>
                <a:latin typeface="Roboto Bold"/>
                <a:ea typeface="Roboto Bold"/>
                <a:cs typeface="Roboto Bold"/>
                <a:sym typeface="Roboto Bold"/>
              </a:defRPr>
            </a:pPr>
            <a:r>
              <a:rPr sz="900" kern="0" dirty="0">
                <a:solidFill>
                  <a:schemeClr val="bg1"/>
                </a:solidFill>
                <a:cs typeface="+mn-ea"/>
                <a:sym typeface="+mn-lt"/>
              </a:rPr>
              <a:t>Synergistically utilize technically sound portals with</a:t>
            </a:r>
            <a:r>
              <a:rPr lang="en-US" sz="900" kern="0" dirty="0">
                <a:solidFill>
                  <a:schemeClr val="bg1"/>
                </a:solidFill>
                <a:cs typeface="+mn-ea"/>
                <a:sym typeface="+mn-lt"/>
              </a:rPr>
              <a:t>,</a:t>
            </a:r>
            <a:r>
              <a:rPr lang="en-US" altLang="zh-CN" sz="900" kern="0" dirty="0">
                <a:solidFill>
                  <a:schemeClr val="bg1"/>
                </a:solidFill>
                <a:cs typeface="+mn-ea"/>
                <a:sym typeface="+mn-lt"/>
              </a:rPr>
              <a:t> </a:t>
            </a:r>
            <a:endParaRPr lang="en-US" altLang="zh-CN" sz="900" kern="0" dirty="0">
              <a:solidFill>
                <a:schemeClr val="bg1"/>
              </a:solidFill>
              <a:cs typeface="+mn-ea"/>
              <a:sym typeface="+mn-lt"/>
            </a:endParaRPr>
          </a:p>
        </p:txBody>
      </p:sp>
      <p:sp>
        <p:nvSpPr>
          <p:cNvPr id="73" name="椭圆 72"/>
          <p:cNvSpPr/>
          <p:nvPr/>
        </p:nvSpPr>
        <p:spPr>
          <a:xfrm rot="16200000" flipH="1" flipV="1">
            <a:off x="2948431" y="4436804"/>
            <a:ext cx="313462" cy="335942"/>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80" name="矩形: 圆角 79"/>
          <p:cNvSpPr/>
          <p:nvPr>
            <p:custDataLst>
              <p:tags r:id="rId11"/>
            </p:custDataLst>
          </p:nvPr>
        </p:nvSpPr>
        <p:spPr>
          <a:xfrm>
            <a:off x="4143399" y="3927956"/>
            <a:ext cx="3443481" cy="629032"/>
          </a:xfrm>
          <a:prstGeom prst="roundRect">
            <a:avLst>
              <a:gd name="adj" fmla="val 2840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1" name="PA-文本框 24"/>
          <p:cNvSpPr txBox="1"/>
          <p:nvPr>
            <p:custDataLst>
              <p:tags r:id="rId12"/>
            </p:custDataLst>
          </p:nvPr>
        </p:nvSpPr>
        <p:spPr>
          <a:xfrm>
            <a:off x="6877075" y="3329096"/>
            <a:ext cx="833629" cy="646331"/>
          </a:xfrm>
          <a:prstGeom prst="rect">
            <a:avLst/>
          </a:prstGeom>
          <a:noFill/>
        </p:spPr>
        <p:txBody>
          <a:bodyPr wrap="square" rtlCol="0">
            <a:spAutoFit/>
          </a:bodyPr>
          <a:lstStyle/>
          <a:p>
            <a:r>
              <a:rPr lang="en-US" altLang="zh-CN" sz="3600" dirty="0">
                <a:solidFill>
                  <a:schemeClr val="tx1">
                    <a:lumMod val="75000"/>
                    <a:lumOff val="25000"/>
                  </a:schemeClr>
                </a:solidFill>
                <a:cs typeface="+mn-ea"/>
                <a:sym typeface="+mn-lt"/>
              </a:rPr>
              <a:t>03</a:t>
            </a:r>
            <a:endParaRPr lang="zh-CN" altLang="en-US" sz="3600" dirty="0">
              <a:solidFill>
                <a:schemeClr val="tx1">
                  <a:lumMod val="75000"/>
                  <a:lumOff val="25000"/>
                </a:schemeClr>
              </a:solidFill>
              <a:cs typeface="+mn-ea"/>
              <a:sym typeface="+mn-lt"/>
            </a:endParaRPr>
          </a:p>
        </p:txBody>
      </p:sp>
      <p:sp>
        <p:nvSpPr>
          <p:cNvPr id="82" name="PA-文本框 24"/>
          <p:cNvSpPr txBox="1"/>
          <p:nvPr>
            <p:custDataLst>
              <p:tags r:id="rId13"/>
            </p:custDataLst>
          </p:nvPr>
        </p:nvSpPr>
        <p:spPr>
          <a:xfrm>
            <a:off x="4310087" y="3936056"/>
            <a:ext cx="2997920" cy="645160"/>
          </a:xfrm>
          <a:prstGeom prst="rect">
            <a:avLst/>
          </a:prstGeom>
          <a:noFill/>
        </p:spPr>
        <p:txBody>
          <a:bodyPr wrap="square" rtlCol="0">
            <a:spAutoFit/>
          </a:bodyPr>
          <a:lstStyle/>
          <a:p>
            <a:pPr algn="dist"/>
            <a:r>
              <a:rPr lang="en-US" altLang="zh-CN" sz="3600" b="1" dirty="0">
                <a:solidFill>
                  <a:schemeClr val="tx1">
                    <a:lumMod val="75000"/>
                    <a:lumOff val="25000"/>
                  </a:schemeClr>
                </a:solidFill>
                <a:cs typeface="+mn-ea"/>
                <a:sym typeface="+mn-lt"/>
              </a:rPr>
              <a:t>pest</a:t>
            </a:r>
            <a:r>
              <a:rPr lang="zh-CN" altLang="en-US" sz="3600" b="1" dirty="0">
                <a:solidFill>
                  <a:schemeClr val="tx1">
                    <a:lumMod val="75000"/>
                    <a:lumOff val="25000"/>
                  </a:schemeClr>
                </a:solidFill>
                <a:cs typeface="+mn-ea"/>
                <a:sym typeface="+mn-lt"/>
              </a:rPr>
              <a:t>分析</a:t>
            </a:r>
            <a:endParaRPr lang="zh-CN" altLang="en-US" sz="3600" b="1" dirty="0">
              <a:solidFill>
                <a:schemeClr val="tx1">
                  <a:lumMod val="75000"/>
                  <a:lumOff val="25000"/>
                </a:schemeClr>
              </a:solidFill>
              <a:cs typeface="+mn-ea"/>
              <a:sym typeface="+mn-lt"/>
            </a:endParaRPr>
          </a:p>
        </p:txBody>
      </p:sp>
      <p:cxnSp>
        <p:nvCxnSpPr>
          <p:cNvPr id="83" name="直接箭头连接符 82"/>
          <p:cNvCxnSpPr/>
          <p:nvPr>
            <p:custDataLst>
              <p:tags r:id="rId14"/>
            </p:custDataLst>
          </p:nvPr>
        </p:nvCxnSpPr>
        <p:spPr>
          <a:xfrm>
            <a:off x="4233887" y="3792569"/>
            <a:ext cx="2679003" cy="2374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0" name="矩形: 圆角 89"/>
          <p:cNvSpPr/>
          <p:nvPr>
            <p:custDataLst>
              <p:tags r:id="rId15"/>
            </p:custDataLst>
          </p:nvPr>
        </p:nvSpPr>
        <p:spPr>
          <a:xfrm>
            <a:off x="7968478" y="2561788"/>
            <a:ext cx="3443481" cy="629032"/>
          </a:xfrm>
          <a:prstGeom prst="roundRect">
            <a:avLst>
              <a:gd name="adj" fmla="val 2840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1" name="PA-文本框 24"/>
          <p:cNvSpPr txBox="1"/>
          <p:nvPr>
            <p:custDataLst>
              <p:tags r:id="rId16"/>
            </p:custDataLst>
          </p:nvPr>
        </p:nvSpPr>
        <p:spPr>
          <a:xfrm>
            <a:off x="10702154" y="1962928"/>
            <a:ext cx="833629" cy="646331"/>
          </a:xfrm>
          <a:prstGeom prst="rect">
            <a:avLst/>
          </a:prstGeom>
          <a:noFill/>
        </p:spPr>
        <p:txBody>
          <a:bodyPr wrap="square" rtlCol="0">
            <a:spAutoFit/>
          </a:bodyPr>
          <a:lstStyle/>
          <a:p>
            <a:r>
              <a:rPr lang="en-US" altLang="zh-CN" sz="3600" dirty="0">
                <a:solidFill>
                  <a:schemeClr val="tx1">
                    <a:lumMod val="75000"/>
                    <a:lumOff val="25000"/>
                  </a:schemeClr>
                </a:solidFill>
                <a:cs typeface="+mn-ea"/>
                <a:sym typeface="+mn-lt"/>
              </a:rPr>
              <a:t>02</a:t>
            </a:r>
            <a:endParaRPr lang="zh-CN" altLang="en-US" sz="3600" dirty="0">
              <a:solidFill>
                <a:schemeClr val="tx1">
                  <a:lumMod val="75000"/>
                  <a:lumOff val="25000"/>
                </a:schemeClr>
              </a:solidFill>
              <a:cs typeface="+mn-ea"/>
              <a:sym typeface="+mn-lt"/>
            </a:endParaRPr>
          </a:p>
        </p:txBody>
      </p:sp>
      <p:sp>
        <p:nvSpPr>
          <p:cNvPr id="92" name="PA-文本框 24"/>
          <p:cNvSpPr txBox="1"/>
          <p:nvPr>
            <p:custDataLst>
              <p:tags r:id="rId17"/>
            </p:custDataLst>
          </p:nvPr>
        </p:nvSpPr>
        <p:spPr>
          <a:xfrm>
            <a:off x="8135166" y="2569888"/>
            <a:ext cx="2997920" cy="645160"/>
          </a:xfrm>
          <a:prstGeom prst="rect">
            <a:avLst/>
          </a:prstGeom>
          <a:noFill/>
        </p:spPr>
        <p:txBody>
          <a:bodyPr wrap="square" rtlCol="0">
            <a:spAutoFit/>
          </a:bodyPr>
          <a:lstStyle/>
          <a:p>
            <a:pPr algn="dist"/>
            <a:r>
              <a:rPr lang="zh-CN" altLang="en-US" sz="3600" b="1" dirty="0">
                <a:solidFill>
                  <a:schemeClr val="tx1">
                    <a:lumMod val="75000"/>
                    <a:lumOff val="25000"/>
                  </a:schemeClr>
                </a:solidFill>
                <a:cs typeface="+mn-ea"/>
                <a:sym typeface="+mn-lt"/>
              </a:rPr>
              <a:t>系统设计</a:t>
            </a:r>
            <a:endParaRPr lang="zh-CN" altLang="en-US" sz="3600" b="1" dirty="0">
              <a:solidFill>
                <a:schemeClr val="tx1">
                  <a:lumMod val="75000"/>
                  <a:lumOff val="25000"/>
                </a:schemeClr>
              </a:solidFill>
              <a:cs typeface="+mn-ea"/>
              <a:sym typeface="+mn-lt"/>
            </a:endParaRPr>
          </a:p>
        </p:txBody>
      </p:sp>
      <p:cxnSp>
        <p:nvCxnSpPr>
          <p:cNvPr id="93" name="直接箭头连接符 92"/>
          <p:cNvCxnSpPr/>
          <p:nvPr>
            <p:custDataLst>
              <p:tags r:id="rId18"/>
            </p:custDataLst>
          </p:nvPr>
        </p:nvCxnSpPr>
        <p:spPr>
          <a:xfrm>
            <a:off x="8058966" y="2426401"/>
            <a:ext cx="2679003" cy="2374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5" name="矩形: 圆角 94"/>
          <p:cNvSpPr/>
          <p:nvPr>
            <p:custDataLst>
              <p:tags r:id="rId19"/>
            </p:custDataLst>
          </p:nvPr>
        </p:nvSpPr>
        <p:spPr>
          <a:xfrm>
            <a:off x="7968478" y="3927956"/>
            <a:ext cx="3443481" cy="629032"/>
          </a:xfrm>
          <a:prstGeom prst="roundRect">
            <a:avLst>
              <a:gd name="adj" fmla="val 2840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6" name="PA-文本框 24"/>
          <p:cNvSpPr txBox="1"/>
          <p:nvPr>
            <p:custDataLst>
              <p:tags r:id="rId20"/>
            </p:custDataLst>
          </p:nvPr>
        </p:nvSpPr>
        <p:spPr>
          <a:xfrm>
            <a:off x="10702154" y="3329096"/>
            <a:ext cx="833629" cy="646331"/>
          </a:xfrm>
          <a:prstGeom prst="rect">
            <a:avLst/>
          </a:prstGeom>
          <a:noFill/>
        </p:spPr>
        <p:txBody>
          <a:bodyPr wrap="square" rtlCol="0">
            <a:spAutoFit/>
          </a:bodyPr>
          <a:lstStyle/>
          <a:p>
            <a:r>
              <a:rPr lang="en-US" altLang="zh-CN" sz="3600" dirty="0">
                <a:solidFill>
                  <a:schemeClr val="tx1">
                    <a:lumMod val="75000"/>
                    <a:lumOff val="25000"/>
                  </a:schemeClr>
                </a:solidFill>
                <a:cs typeface="+mn-ea"/>
                <a:sym typeface="+mn-lt"/>
              </a:rPr>
              <a:t>04</a:t>
            </a:r>
            <a:endParaRPr lang="zh-CN" altLang="en-US" sz="3600" dirty="0">
              <a:solidFill>
                <a:schemeClr val="tx1">
                  <a:lumMod val="75000"/>
                  <a:lumOff val="25000"/>
                </a:schemeClr>
              </a:solidFill>
              <a:cs typeface="+mn-ea"/>
              <a:sym typeface="+mn-lt"/>
            </a:endParaRPr>
          </a:p>
        </p:txBody>
      </p:sp>
      <p:sp>
        <p:nvSpPr>
          <p:cNvPr id="97" name="PA-文本框 24"/>
          <p:cNvSpPr txBox="1"/>
          <p:nvPr>
            <p:custDataLst>
              <p:tags r:id="rId21"/>
            </p:custDataLst>
          </p:nvPr>
        </p:nvSpPr>
        <p:spPr>
          <a:xfrm>
            <a:off x="8135166" y="3936056"/>
            <a:ext cx="2997920" cy="645160"/>
          </a:xfrm>
          <a:prstGeom prst="rect">
            <a:avLst/>
          </a:prstGeom>
          <a:noFill/>
        </p:spPr>
        <p:txBody>
          <a:bodyPr wrap="square" rtlCol="0">
            <a:spAutoFit/>
          </a:bodyPr>
          <a:lstStyle/>
          <a:p>
            <a:pPr algn="dist"/>
            <a:r>
              <a:rPr lang="en-US" altLang="zh-CN" sz="3600" b="1" dirty="0">
                <a:solidFill>
                  <a:schemeClr val="tx1">
                    <a:lumMod val="75000"/>
                    <a:lumOff val="25000"/>
                  </a:schemeClr>
                </a:solidFill>
                <a:cs typeface="+mn-ea"/>
                <a:sym typeface="+mn-lt"/>
              </a:rPr>
              <a:t>SWOT</a:t>
            </a:r>
            <a:r>
              <a:rPr lang="zh-CN" altLang="en-US" sz="3600" b="1" dirty="0">
                <a:solidFill>
                  <a:schemeClr val="tx1">
                    <a:lumMod val="75000"/>
                    <a:lumOff val="25000"/>
                  </a:schemeClr>
                </a:solidFill>
                <a:cs typeface="+mn-ea"/>
                <a:sym typeface="+mn-lt"/>
              </a:rPr>
              <a:t>分析</a:t>
            </a:r>
            <a:endParaRPr lang="zh-CN" altLang="en-US" sz="3600" b="1" dirty="0">
              <a:solidFill>
                <a:schemeClr val="tx1">
                  <a:lumMod val="75000"/>
                  <a:lumOff val="25000"/>
                </a:schemeClr>
              </a:solidFill>
              <a:cs typeface="+mn-ea"/>
              <a:sym typeface="+mn-lt"/>
            </a:endParaRPr>
          </a:p>
        </p:txBody>
      </p:sp>
      <p:cxnSp>
        <p:nvCxnSpPr>
          <p:cNvPr id="98" name="直接箭头连接符 97"/>
          <p:cNvCxnSpPr/>
          <p:nvPr>
            <p:custDataLst>
              <p:tags r:id="rId22"/>
            </p:custDataLst>
          </p:nvPr>
        </p:nvCxnSpPr>
        <p:spPr>
          <a:xfrm>
            <a:off x="8058966" y="3792569"/>
            <a:ext cx="2679003" cy="2374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
          <p:cNvSpPr txBox="1"/>
          <p:nvPr/>
        </p:nvSpPr>
        <p:spPr>
          <a:xfrm>
            <a:off x="0" y="0"/>
            <a:ext cx="453650" cy="117981"/>
          </a:xfrm>
          <a:prstGeom prst="rect">
            <a:avLst/>
          </a:prstGeom>
          <a:noFill/>
        </p:spPr>
        <p:txBody>
          <a:bodyPr wrap="square" rtlCol="0">
            <a:spAutoFit/>
          </a:bodyPr>
          <a:lstStyle/>
          <a:p>
            <a:pPr>
              <a:lnSpc>
                <a:spcPct val="200000"/>
              </a:lnSpc>
            </a:pPr>
            <a:r>
              <a:rPr lang="zh-CN" altLang="en-US" sz="100" dirty="0">
                <a:solidFill>
                  <a:schemeClr val="tx1">
                    <a:alpha val="0"/>
                  </a:schemeClr>
                </a:solidFill>
                <a:cs typeface="+mn-ea"/>
                <a:sym typeface="+mn-lt"/>
              </a:rPr>
              <a:t>行业</a:t>
            </a:r>
            <a:r>
              <a:rPr lang="en-US" altLang="zh-CN" sz="100" dirty="0">
                <a:solidFill>
                  <a:schemeClr val="tx1">
                    <a:alpha val="0"/>
                  </a:schemeClr>
                </a:solidFill>
                <a:cs typeface="+mn-ea"/>
                <a:sym typeface="+mn-lt"/>
              </a:rPr>
              <a:t>PPT</a:t>
            </a:r>
            <a:r>
              <a:rPr lang="zh-CN" altLang="en-US" sz="100" dirty="0">
                <a:solidFill>
                  <a:schemeClr val="tx1">
                    <a:alpha val="0"/>
                  </a:schemeClr>
                </a:solidFill>
                <a:cs typeface="+mn-ea"/>
                <a:sym typeface="+mn-lt"/>
              </a:rPr>
              <a:t>模板</a:t>
            </a:r>
            <a:r>
              <a:rPr lang="en-US" altLang="zh-CN" sz="100" dirty="0">
                <a:solidFill>
                  <a:schemeClr val="tx1">
                    <a:alpha val="0"/>
                  </a:schemeClr>
                </a:solidFill>
                <a:cs typeface="+mn-ea"/>
                <a:sym typeface="+mn-lt"/>
              </a:rPr>
              <a:t>http://www.1ppt.com/hangye/</a:t>
            </a:r>
            <a:endParaRPr lang="en-US" altLang="zh-CN" sz="100" dirty="0">
              <a:solidFill>
                <a:schemeClr val="tx1">
                  <a:alpha val="0"/>
                </a:schemeClr>
              </a:solidFill>
              <a:cs typeface="+mn-ea"/>
              <a:sym typeface="+mn-lt"/>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750"/>
                                        <p:tgtEl>
                                          <p:spTgt spid="3"/>
                                        </p:tgtEl>
                                      </p:cBhvr>
                                    </p:animEffect>
                                  </p:childTnLst>
                                </p:cTn>
                              </p:par>
                              <p:par>
                                <p:cTn id="8" presetID="22" presetClass="entr" presetSubtype="2"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right)">
                                      <p:cBhvr>
                                        <p:cTn id="10" dur="750"/>
                                        <p:tgtEl>
                                          <p:spTgt spid="4"/>
                                        </p:tgtEl>
                                      </p:cBhvr>
                                    </p:animEffect>
                                  </p:childTnLst>
                                </p:cTn>
                              </p:par>
                            </p:childTnLst>
                          </p:cTn>
                        </p:par>
                        <p:par>
                          <p:cTn id="11" fill="hold">
                            <p:stCondLst>
                              <p:cond delay="1000"/>
                            </p:stCondLst>
                            <p:childTnLst>
                              <p:par>
                                <p:cTn id="12" presetID="47" presetClass="entr" presetSubtype="0" fill="hold"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750"/>
                                        <p:tgtEl>
                                          <p:spTgt spid="15"/>
                                        </p:tgtEl>
                                      </p:cBhvr>
                                    </p:animEffect>
                                    <p:anim calcmode="lin" valueType="num">
                                      <p:cBhvr>
                                        <p:cTn id="15" dur="750" fill="hold"/>
                                        <p:tgtEl>
                                          <p:spTgt spid="15"/>
                                        </p:tgtEl>
                                        <p:attrNameLst>
                                          <p:attrName>ppt_x</p:attrName>
                                        </p:attrNameLst>
                                      </p:cBhvr>
                                      <p:tavLst>
                                        <p:tav tm="0">
                                          <p:val>
                                            <p:strVal val="#ppt_x"/>
                                          </p:val>
                                        </p:tav>
                                        <p:tav tm="100000">
                                          <p:val>
                                            <p:strVal val="#ppt_x"/>
                                          </p:val>
                                        </p:tav>
                                      </p:tavLst>
                                    </p:anim>
                                    <p:anim calcmode="lin" valueType="num">
                                      <p:cBhvr>
                                        <p:cTn id="16" dur="750" fill="hold"/>
                                        <p:tgtEl>
                                          <p:spTgt spid="15"/>
                                        </p:tgtEl>
                                        <p:attrNameLst>
                                          <p:attrName>ppt_y</p:attrName>
                                        </p:attrNameLst>
                                      </p:cBhvr>
                                      <p:tavLst>
                                        <p:tav tm="0">
                                          <p:val>
                                            <p:strVal val="#ppt_y-.1"/>
                                          </p:val>
                                        </p:tav>
                                        <p:tav tm="100000">
                                          <p:val>
                                            <p:strVal val="#ppt_y"/>
                                          </p:val>
                                        </p:tav>
                                      </p:tavLst>
                                    </p:anim>
                                  </p:childTnLst>
                                </p:cTn>
                              </p:par>
                            </p:childTnLst>
                          </p:cTn>
                        </p:par>
                        <p:par>
                          <p:cTn id="17" fill="hold">
                            <p:stCondLst>
                              <p:cond delay="2000"/>
                            </p:stCondLst>
                            <p:childTnLst>
                              <p:par>
                                <p:cTn id="18" presetID="2" presetClass="entr" presetSubtype="2" fill="hold" grpId="0" nodeType="after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750" fill="hold"/>
                                        <p:tgtEl>
                                          <p:spTgt spid="44"/>
                                        </p:tgtEl>
                                        <p:attrNameLst>
                                          <p:attrName>ppt_x</p:attrName>
                                        </p:attrNameLst>
                                      </p:cBhvr>
                                      <p:tavLst>
                                        <p:tav tm="0">
                                          <p:val>
                                            <p:strVal val="1+#ppt_w/2"/>
                                          </p:val>
                                        </p:tav>
                                        <p:tav tm="100000">
                                          <p:val>
                                            <p:strVal val="#ppt_x"/>
                                          </p:val>
                                        </p:tav>
                                      </p:tavLst>
                                    </p:anim>
                                    <p:anim calcmode="lin" valueType="num">
                                      <p:cBhvr additive="base">
                                        <p:cTn id="21" dur="750" fill="hold"/>
                                        <p:tgtEl>
                                          <p:spTgt spid="44"/>
                                        </p:tgtEl>
                                        <p:attrNameLst>
                                          <p:attrName>ppt_y</p:attrName>
                                        </p:attrNameLst>
                                      </p:cBhvr>
                                      <p:tavLst>
                                        <p:tav tm="0">
                                          <p:val>
                                            <p:strVal val="#ppt_y"/>
                                          </p:val>
                                        </p:tav>
                                        <p:tav tm="100000">
                                          <p:val>
                                            <p:strVal val="#ppt_y"/>
                                          </p:val>
                                        </p:tav>
                                      </p:tavLst>
                                    </p:anim>
                                  </p:childTnLst>
                                </p:cTn>
                              </p:par>
                            </p:childTnLst>
                          </p:cTn>
                        </p:par>
                        <p:par>
                          <p:cTn id="22" fill="hold">
                            <p:stCondLst>
                              <p:cond delay="3000"/>
                            </p:stCondLst>
                            <p:childTnLst>
                              <p:par>
                                <p:cTn id="23" presetID="53" presetClass="entr" presetSubtype="16" fill="hold" grpId="0" nodeType="afterEffect">
                                  <p:stCondLst>
                                    <p:cond delay="0"/>
                                  </p:stCondLst>
                                  <p:childTnLst>
                                    <p:set>
                                      <p:cBhvr>
                                        <p:cTn id="24" dur="1" fill="hold">
                                          <p:stCondLst>
                                            <p:cond delay="0"/>
                                          </p:stCondLst>
                                        </p:cTn>
                                        <p:tgtEl>
                                          <p:spTgt spid="41"/>
                                        </p:tgtEl>
                                        <p:attrNameLst>
                                          <p:attrName>style.visibility</p:attrName>
                                        </p:attrNameLst>
                                      </p:cBhvr>
                                      <p:to>
                                        <p:strVal val="visible"/>
                                      </p:to>
                                    </p:set>
                                    <p:anim calcmode="lin" valueType="num">
                                      <p:cBhvr>
                                        <p:cTn id="25" dur="750" fill="hold"/>
                                        <p:tgtEl>
                                          <p:spTgt spid="41"/>
                                        </p:tgtEl>
                                        <p:attrNameLst>
                                          <p:attrName>ppt_w</p:attrName>
                                        </p:attrNameLst>
                                      </p:cBhvr>
                                      <p:tavLst>
                                        <p:tav tm="0">
                                          <p:val>
                                            <p:fltVal val="0"/>
                                          </p:val>
                                        </p:tav>
                                        <p:tav tm="100000">
                                          <p:val>
                                            <p:strVal val="#ppt_w"/>
                                          </p:val>
                                        </p:tav>
                                      </p:tavLst>
                                    </p:anim>
                                    <p:anim calcmode="lin" valueType="num">
                                      <p:cBhvr>
                                        <p:cTn id="26" dur="750" fill="hold"/>
                                        <p:tgtEl>
                                          <p:spTgt spid="41"/>
                                        </p:tgtEl>
                                        <p:attrNameLst>
                                          <p:attrName>ppt_h</p:attrName>
                                        </p:attrNameLst>
                                      </p:cBhvr>
                                      <p:tavLst>
                                        <p:tav tm="0">
                                          <p:val>
                                            <p:fltVal val="0"/>
                                          </p:val>
                                        </p:tav>
                                        <p:tav tm="100000">
                                          <p:val>
                                            <p:strVal val="#ppt_h"/>
                                          </p:val>
                                        </p:tav>
                                      </p:tavLst>
                                    </p:anim>
                                    <p:animEffect transition="in" filter="fade">
                                      <p:cBhvr>
                                        <p:cTn id="27" dur="750"/>
                                        <p:tgtEl>
                                          <p:spTgt spid="41"/>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 calcmode="lin" valueType="num">
                                      <p:cBhvr>
                                        <p:cTn id="30" dur="750" fill="hold"/>
                                        <p:tgtEl>
                                          <p:spTgt spid="43"/>
                                        </p:tgtEl>
                                        <p:attrNameLst>
                                          <p:attrName>ppt_w</p:attrName>
                                        </p:attrNameLst>
                                      </p:cBhvr>
                                      <p:tavLst>
                                        <p:tav tm="0">
                                          <p:val>
                                            <p:fltVal val="0"/>
                                          </p:val>
                                        </p:tav>
                                        <p:tav tm="100000">
                                          <p:val>
                                            <p:strVal val="#ppt_w"/>
                                          </p:val>
                                        </p:tav>
                                      </p:tavLst>
                                    </p:anim>
                                    <p:anim calcmode="lin" valueType="num">
                                      <p:cBhvr>
                                        <p:cTn id="31" dur="750" fill="hold"/>
                                        <p:tgtEl>
                                          <p:spTgt spid="43"/>
                                        </p:tgtEl>
                                        <p:attrNameLst>
                                          <p:attrName>ppt_h</p:attrName>
                                        </p:attrNameLst>
                                      </p:cBhvr>
                                      <p:tavLst>
                                        <p:tav tm="0">
                                          <p:val>
                                            <p:fltVal val="0"/>
                                          </p:val>
                                        </p:tav>
                                        <p:tav tm="100000">
                                          <p:val>
                                            <p:strVal val="#ppt_h"/>
                                          </p:val>
                                        </p:tav>
                                      </p:tavLst>
                                    </p:anim>
                                    <p:animEffect transition="in" filter="fade">
                                      <p:cBhvr>
                                        <p:cTn id="32" dur="750"/>
                                        <p:tgtEl>
                                          <p:spTgt spid="43"/>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anim calcmode="lin" valueType="num">
                                      <p:cBhvr>
                                        <p:cTn id="35" dur="750" fill="hold"/>
                                        <p:tgtEl>
                                          <p:spTgt spid="42"/>
                                        </p:tgtEl>
                                        <p:attrNameLst>
                                          <p:attrName>ppt_w</p:attrName>
                                        </p:attrNameLst>
                                      </p:cBhvr>
                                      <p:tavLst>
                                        <p:tav tm="0">
                                          <p:val>
                                            <p:fltVal val="0"/>
                                          </p:val>
                                        </p:tav>
                                        <p:tav tm="100000">
                                          <p:val>
                                            <p:strVal val="#ppt_w"/>
                                          </p:val>
                                        </p:tav>
                                      </p:tavLst>
                                    </p:anim>
                                    <p:anim calcmode="lin" valueType="num">
                                      <p:cBhvr>
                                        <p:cTn id="36" dur="750" fill="hold"/>
                                        <p:tgtEl>
                                          <p:spTgt spid="42"/>
                                        </p:tgtEl>
                                        <p:attrNameLst>
                                          <p:attrName>ppt_h</p:attrName>
                                        </p:attrNameLst>
                                      </p:cBhvr>
                                      <p:tavLst>
                                        <p:tav tm="0">
                                          <p:val>
                                            <p:fltVal val="0"/>
                                          </p:val>
                                        </p:tav>
                                        <p:tav tm="100000">
                                          <p:val>
                                            <p:strVal val="#ppt_h"/>
                                          </p:val>
                                        </p:tav>
                                      </p:tavLst>
                                    </p:anim>
                                    <p:animEffect transition="in" filter="fade">
                                      <p:cBhvr>
                                        <p:cTn id="37" dur="750"/>
                                        <p:tgtEl>
                                          <p:spTgt spid="42"/>
                                        </p:tgtEl>
                                      </p:cBhvr>
                                    </p:animEffect>
                                  </p:childTnLst>
                                </p:cTn>
                              </p:par>
                            </p:childTnLst>
                          </p:cTn>
                        </p:par>
                        <p:par>
                          <p:cTn id="38" fill="hold">
                            <p:stCondLst>
                              <p:cond delay="4000"/>
                            </p:stCondLst>
                            <p:childTnLst>
                              <p:par>
                                <p:cTn id="39" presetID="2" presetClass="entr" presetSubtype="8" fill="hold" nodeType="afterEffect">
                                  <p:stCondLst>
                                    <p:cond delay="0"/>
                                  </p:stCondLst>
                                  <p:childTnLst>
                                    <p:set>
                                      <p:cBhvr>
                                        <p:cTn id="40" dur="1" fill="hold">
                                          <p:stCondLst>
                                            <p:cond delay="0"/>
                                          </p:stCondLst>
                                        </p:cTn>
                                        <p:tgtEl>
                                          <p:spTgt spid="25"/>
                                        </p:tgtEl>
                                        <p:attrNameLst>
                                          <p:attrName>style.visibility</p:attrName>
                                        </p:attrNameLst>
                                      </p:cBhvr>
                                      <p:to>
                                        <p:strVal val="visible"/>
                                      </p:to>
                                    </p:set>
                                    <p:anim calcmode="lin" valueType="num">
                                      <p:cBhvr additive="base">
                                        <p:cTn id="41" dur="750" fill="hold"/>
                                        <p:tgtEl>
                                          <p:spTgt spid="25"/>
                                        </p:tgtEl>
                                        <p:attrNameLst>
                                          <p:attrName>ppt_x</p:attrName>
                                        </p:attrNameLst>
                                      </p:cBhvr>
                                      <p:tavLst>
                                        <p:tav tm="0">
                                          <p:val>
                                            <p:strVal val="0-#ppt_w/2"/>
                                          </p:val>
                                        </p:tav>
                                        <p:tav tm="100000">
                                          <p:val>
                                            <p:strVal val="#ppt_x"/>
                                          </p:val>
                                        </p:tav>
                                      </p:tavLst>
                                    </p:anim>
                                    <p:anim calcmode="lin" valueType="num">
                                      <p:cBhvr additive="base">
                                        <p:cTn id="42" dur="750" fill="hold"/>
                                        <p:tgtEl>
                                          <p:spTgt spid="25"/>
                                        </p:tgtEl>
                                        <p:attrNameLst>
                                          <p:attrName>ppt_y</p:attrName>
                                        </p:attrNameLst>
                                      </p:cBhvr>
                                      <p:tavLst>
                                        <p:tav tm="0">
                                          <p:val>
                                            <p:strVal val="#ppt_y"/>
                                          </p:val>
                                        </p:tav>
                                        <p:tav tm="100000">
                                          <p:val>
                                            <p:strVal val="#ppt_y"/>
                                          </p:val>
                                        </p:tav>
                                      </p:tavLst>
                                    </p:anim>
                                  </p:childTnLst>
                                </p:cTn>
                              </p:par>
                            </p:childTnLst>
                          </p:cTn>
                        </p:par>
                        <p:par>
                          <p:cTn id="43" fill="hold">
                            <p:stCondLst>
                              <p:cond delay="5000"/>
                            </p:stCondLst>
                            <p:childTnLst>
                              <p:par>
                                <p:cTn id="44" presetID="53" presetClass="entr" presetSubtype="16" fill="hold" grpId="0" nodeType="afterEffect">
                                  <p:stCondLst>
                                    <p:cond delay="0"/>
                                  </p:stCondLst>
                                  <p:childTnLst>
                                    <p:set>
                                      <p:cBhvr>
                                        <p:cTn id="45" dur="1" fill="hold">
                                          <p:stCondLst>
                                            <p:cond delay="0"/>
                                          </p:stCondLst>
                                        </p:cTn>
                                        <p:tgtEl>
                                          <p:spTgt spid="73"/>
                                        </p:tgtEl>
                                        <p:attrNameLst>
                                          <p:attrName>style.visibility</p:attrName>
                                        </p:attrNameLst>
                                      </p:cBhvr>
                                      <p:to>
                                        <p:strVal val="visible"/>
                                      </p:to>
                                    </p:set>
                                    <p:anim calcmode="lin" valueType="num">
                                      <p:cBhvr>
                                        <p:cTn id="46" dur="750" fill="hold"/>
                                        <p:tgtEl>
                                          <p:spTgt spid="73"/>
                                        </p:tgtEl>
                                        <p:attrNameLst>
                                          <p:attrName>ppt_w</p:attrName>
                                        </p:attrNameLst>
                                      </p:cBhvr>
                                      <p:tavLst>
                                        <p:tav tm="0">
                                          <p:val>
                                            <p:fltVal val="0"/>
                                          </p:val>
                                        </p:tav>
                                        <p:tav tm="100000">
                                          <p:val>
                                            <p:strVal val="#ppt_w"/>
                                          </p:val>
                                        </p:tav>
                                      </p:tavLst>
                                    </p:anim>
                                    <p:anim calcmode="lin" valueType="num">
                                      <p:cBhvr>
                                        <p:cTn id="47" dur="750" fill="hold"/>
                                        <p:tgtEl>
                                          <p:spTgt spid="73"/>
                                        </p:tgtEl>
                                        <p:attrNameLst>
                                          <p:attrName>ppt_h</p:attrName>
                                        </p:attrNameLst>
                                      </p:cBhvr>
                                      <p:tavLst>
                                        <p:tav tm="0">
                                          <p:val>
                                            <p:fltVal val="0"/>
                                          </p:val>
                                        </p:tav>
                                        <p:tav tm="100000">
                                          <p:val>
                                            <p:strVal val="#ppt_h"/>
                                          </p:val>
                                        </p:tav>
                                      </p:tavLst>
                                    </p:anim>
                                    <p:animEffect transition="in" filter="fade">
                                      <p:cBhvr>
                                        <p:cTn id="48" dur="75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1" grpId="0" animBg="1"/>
      <p:bldP spid="42" grpId="0" animBg="1"/>
      <p:bldP spid="44" grpId="0" animBg="1"/>
      <p:bldP spid="7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形 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 y="1300162"/>
            <a:ext cx="5803760" cy="5557838"/>
          </a:xfrm>
          <a:prstGeom prst="rect">
            <a:avLst/>
          </a:prstGeom>
        </p:spPr>
      </p:pic>
      <p:sp>
        <p:nvSpPr>
          <p:cNvPr id="15" name="椭圆 14"/>
          <p:cNvSpPr/>
          <p:nvPr/>
        </p:nvSpPr>
        <p:spPr>
          <a:xfrm rot="16200000">
            <a:off x="688631" y="3692580"/>
            <a:ext cx="891810" cy="878759"/>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5581650" y="2861"/>
            <a:ext cx="6610350" cy="1245166"/>
          </a:xfrm>
          <a:prstGeom prst="rect">
            <a:avLst/>
          </a:prstGeom>
        </p:spPr>
      </p:pic>
      <p:sp>
        <p:nvSpPr>
          <p:cNvPr id="13" name="椭圆 12"/>
          <p:cNvSpPr/>
          <p:nvPr/>
        </p:nvSpPr>
        <p:spPr>
          <a:xfrm rot="16200000">
            <a:off x="10060458" y="5228742"/>
            <a:ext cx="1245166" cy="1272552"/>
          </a:xfrm>
          <a:prstGeom prst="ellipse">
            <a:avLst/>
          </a:prstGeom>
          <a:gradFill>
            <a:gsLst>
              <a:gs pos="0">
                <a:srgbClr val="FF3736"/>
              </a:gs>
              <a:gs pos="90000">
                <a:srgbClr val="ED0000"/>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1745366" y="992982"/>
            <a:ext cx="8701268" cy="4872037"/>
          </a:xfrm>
          <a:prstGeom prst="rect">
            <a:avLst/>
          </a:prstGeom>
          <a:solidFill>
            <a:srgbClr val="EBEBEB">
              <a:alpha val="44000"/>
            </a:srgbClr>
          </a:solidFill>
          <a:ln>
            <a:noFill/>
          </a:ln>
          <a:effectLst>
            <a:outerShdw blurRad="88900" dist="381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7" name="图形 6"/>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3008772"/>
            <a:ext cx="4019550" cy="3849229"/>
          </a:xfrm>
          <a:prstGeom prst="rect">
            <a:avLst/>
          </a:prstGeom>
        </p:spPr>
      </p:pic>
      <p:sp>
        <p:nvSpPr>
          <p:cNvPr id="12" name="Synergistically utilize technically sound portals with frictionless chains. Dramatically customize…"/>
          <p:cNvSpPr txBox="1"/>
          <p:nvPr/>
        </p:nvSpPr>
        <p:spPr>
          <a:xfrm flipH="1" flipV="1">
            <a:off x="241782" y="6146957"/>
            <a:ext cx="1750239" cy="391004"/>
          </a:xfrm>
          <a:prstGeom prst="rect">
            <a:avLst/>
          </a:prstGeom>
          <a:ln w="12700">
            <a:miter lim="400000"/>
          </a:ln>
        </p:spPr>
        <p:txBody>
          <a:bodyPr vert="horz" wrap="square" lIns="0" tIns="0" rIns="0" bIns="0">
            <a:spAutoFit/>
          </a:bodyPr>
          <a:lstStyle/>
          <a:p>
            <a:pPr algn="r" defTabSz="412750" hangingPunct="0">
              <a:lnSpc>
                <a:spcPct val="150000"/>
              </a:lnSpc>
              <a:defRPr sz="2000" b="0">
                <a:solidFill>
                  <a:srgbClr val="1C1F25"/>
                </a:solidFill>
                <a:latin typeface="Roboto Bold"/>
                <a:ea typeface="Roboto Bold"/>
                <a:cs typeface="Roboto Bold"/>
                <a:sym typeface="Roboto Bold"/>
              </a:defRPr>
            </a:pPr>
            <a:r>
              <a:rPr sz="900" kern="0" dirty="0">
                <a:solidFill>
                  <a:schemeClr val="bg1"/>
                </a:solidFill>
                <a:cs typeface="+mn-ea"/>
                <a:sym typeface="+mn-lt"/>
              </a:rPr>
              <a:t>Synergistically utilize technically sound portals with</a:t>
            </a:r>
            <a:r>
              <a:rPr lang="en-US" sz="900" kern="0" dirty="0">
                <a:solidFill>
                  <a:schemeClr val="bg1"/>
                </a:solidFill>
                <a:cs typeface="+mn-ea"/>
                <a:sym typeface="+mn-lt"/>
              </a:rPr>
              <a:t>,</a:t>
            </a:r>
            <a:r>
              <a:rPr lang="en-US" altLang="zh-CN" sz="900" kern="0" dirty="0">
                <a:solidFill>
                  <a:schemeClr val="bg1"/>
                </a:solidFill>
                <a:cs typeface="+mn-ea"/>
                <a:sym typeface="+mn-lt"/>
              </a:rPr>
              <a:t> </a:t>
            </a:r>
            <a:endParaRPr lang="en-US" altLang="zh-CN" sz="900" kern="0" dirty="0">
              <a:solidFill>
                <a:schemeClr val="bg1"/>
              </a:solidFill>
              <a:cs typeface="+mn-ea"/>
              <a:sym typeface="+mn-lt"/>
            </a:endParaRPr>
          </a:p>
        </p:txBody>
      </p:sp>
      <p:sp>
        <p:nvSpPr>
          <p:cNvPr id="16" name="圆: 空心 15"/>
          <p:cNvSpPr/>
          <p:nvPr/>
        </p:nvSpPr>
        <p:spPr>
          <a:xfrm>
            <a:off x="2339905" y="570933"/>
            <a:ext cx="933450" cy="933450"/>
          </a:xfrm>
          <a:prstGeom prst="donut">
            <a:avLst>
              <a:gd name="adj" fmla="val 19794"/>
            </a:avLst>
          </a:prstGeom>
          <a:gradFill>
            <a:gsLst>
              <a:gs pos="0">
                <a:srgbClr val="5FDDE4"/>
              </a:gs>
              <a:gs pos="67000">
                <a:srgbClr val="24CAD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17" name="椭圆 16"/>
          <p:cNvSpPr/>
          <p:nvPr/>
        </p:nvSpPr>
        <p:spPr>
          <a:xfrm rot="16200000">
            <a:off x="11027314" y="2508570"/>
            <a:ext cx="1984186" cy="2059693"/>
          </a:xfrm>
          <a:prstGeom prst="ellipse">
            <a:avLst/>
          </a:prstGeom>
          <a:solidFill>
            <a:srgbClr val="12CF99"/>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9" name="Synergistically utilize technically sound portals with frictionless chains. Dramatically customize…"/>
          <p:cNvSpPr txBox="1"/>
          <p:nvPr/>
        </p:nvSpPr>
        <p:spPr>
          <a:xfrm>
            <a:off x="271537" y="82209"/>
            <a:ext cx="1016814" cy="488724"/>
          </a:xfrm>
          <a:prstGeom prst="rect">
            <a:avLst/>
          </a:prstGeom>
          <a:ln w="12700">
            <a:miter lim="400000"/>
          </a:ln>
        </p:spPr>
        <p:txBody>
          <a:bodyPr vert="horz" wrap="square" lIns="0" tIns="0" rIns="0" bIns="0">
            <a:spAutoFit/>
          </a:bodyPr>
          <a:lstStyle/>
          <a:p>
            <a:pPr algn="dist" defTabSz="412750" hangingPunct="0">
              <a:lnSpc>
                <a:spcPct val="150000"/>
              </a:lnSpc>
              <a:defRPr sz="2000" b="0">
                <a:solidFill>
                  <a:srgbClr val="1C1F25"/>
                </a:solidFill>
                <a:latin typeface="Roboto Bold"/>
                <a:ea typeface="Roboto Bold"/>
                <a:cs typeface="Roboto Bold"/>
                <a:sym typeface="Roboto Bold"/>
              </a:defRPr>
            </a:pPr>
            <a:r>
              <a:rPr lang="en-US" altLang="zh-CN" sz="2400" kern="0" dirty="0">
                <a:solidFill>
                  <a:schemeClr val="tx1">
                    <a:lumMod val="75000"/>
                    <a:lumOff val="25000"/>
                  </a:schemeClr>
                </a:solidFill>
                <a:cs typeface="+mn-ea"/>
                <a:sym typeface="+mn-lt"/>
              </a:rPr>
              <a:t>LOGO</a:t>
            </a:r>
            <a:endParaRPr lang="en-US" altLang="zh-CN" sz="2400" kern="0" dirty="0">
              <a:solidFill>
                <a:schemeClr val="tx1">
                  <a:lumMod val="75000"/>
                  <a:lumOff val="25000"/>
                </a:schemeClr>
              </a:solidFill>
              <a:cs typeface="+mn-ea"/>
              <a:sym typeface="+mn-lt"/>
            </a:endParaRPr>
          </a:p>
        </p:txBody>
      </p:sp>
      <p:sp>
        <p:nvSpPr>
          <p:cNvPr id="21" name="PA-文本框 24"/>
          <p:cNvSpPr txBox="1"/>
          <p:nvPr>
            <p:custDataLst>
              <p:tags r:id="rId7"/>
            </p:custDataLst>
          </p:nvPr>
        </p:nvSpPr>
        <p:spPr>
          <a:xfrm>
            <a:off x="3060770" y="2803301"/>
            <a:ext cx="6235630" cy="1568450"/>
          </a:xfrm>
          <a:prstGeom prst="rect">
            <a:avLst/>
          </a:prstGeom>
          <a:noFill/>
        </p:spPr>
        <p:txBody>
          <a:bodyPr wrap="square" rtlCol="0">
            <a:spAutoFit/>
          </a:bodyPr>
          <a:lstStyle/>
          <a:p>
            <a:pPr algn="dist"/>
            <a:r>
              <a:rPr lang="zh-CN" altLang="en-US" sz="9600" b="1" dirty="0">
                <a:solidFill>
                  <a:schemeClr val="tx1">
                    <a:lumMod val="75000"/>
                    <a:lumOff val="25000"/>
                  </a:schemeClr>
                </a:solidFill>
                <a:cs typeface="+mn-ea"/>
                <a:sym typeface="+mn-lt"/>
              </a:rPr>
              <a:t>项目介绍</a:t>
            </a:r>
            <a:endParaRPr lang="zh-CN" altLang="en-US" sz="9600" dirty="0">
              <a:solidFill>
                <a:schemeClr val="tx1">
                  <a:lumMod val="75000"/>
                  <a:lumOff val="25000"/>
                </a:schemeClr>
              </a:solidFill>
              <a:cs typeface="+mn-ea"/>
              <a:sym typeface="+mn-lt"/>
            </a:endParaRPr>
          </a:p>
        </p:txBody>
      </p:sp>
      <p:sp>
        <p:nvSpPr>
          <p:cNvPr id="22" name="PA-文本框 24"/>
          <p:cNvSpPr txBox="1"/>
          <p:nvPr>
            <p:custDataLst>
              <p:tags r:id="rId8"/>
            </p:custDataLst>
          </p:nvPr>
        </p:nvSpPr>
        <p:spPr>
          <a:xfrm>
            <a:off x="4838830" y="1561785"/>
            <a:ext cx="2679510" cy="2646878"/>
          </a:xfrm>
          <a:prstGeom prst="rect">
            <a:avLst/>
          </a:prstGeom>
          <a:noFill/>
        </p:spPr>
        <p:txBody>
          <a:bodyPr wrap="square" rtlCol="0">
            <a:spAutoFit/>
          </a:bodyPr>
          <a:lstStyle>
            <a:defPPr>
              <a:defRPr lang="zh-CN"/>
            </a:defPPr>
            <a:lvl1pPr>
              <a:defRPr sz="16600" b="1">
                <a:ln w="25400">
                  <a:gradFill>
                    <a:gsLst>
                      <a:gs pos="0">
                        <a:schemeClr val="tx1">
                          <a:lumMod val="75000"/>
                          <a:lumOff val="25000"/>
                          <a:alpha val="64000"/>
                        </a:schemeClr>
                      </a:gs>
                      <a:gs pos="71000">
                        <a:schemeClr val="tx1">
                          <a:lumMod val="75000"/>
                          <a:lumOff val="25000"/>
                          <a:alpha val="0"/>
                        </a:schemeClr>
                      </a:gs>
                    </a:gsLst>
                    <a:lin ang="5400000" scaled="1"/>
                  </a:gradFill>
                </a:ln>
                <a:noFill/>
                <a:latin typeface="Arial" panose="020B0604020202020204"/>
                <a:ea typeface="微软雅黑" panose="020B0503020204020204" pitchFamily="34" charset="-122"/>
              </a:defRPr>
            </a:lvl1pPr>
          </a:lstStyle>
          <a:p>
            <a:r>
              <a:rPr lang="en-US" altLang="zh-CN" dirty="0">
                <a:latin typeface="+mn-lt"/>
                <a:ea typeface="+mn-ea"/>
                <a:cs typeface="+mn-ea"/>
                <a:sym typeface="+mn-lt"/>
              </a:rPr>
              <a:t>01</a:t>
            </a:r>
            <a:endParaRPr lang="zh-CN" altLang="en-US" dirty="0">
              <a:latin typeface="+mn-lt"/>
              <a:ea typeface="+mn-ea"/>
              <a:cs typeface="+mn-ea"/>
              <a:sym typeface="+mn-lt"/>
            </a:endParaRPr>
          </a:p>
        </p:txBody>
      </p:sp>
      <p:sp>
        <p:nvSpPr>
          <p:cNvPr id="18" name="文本框 17"/>
          <p:cNvSpPr txBox="1"/>
          <p:nvPr/>
        </p:nvSpPr>
        <p:spPr>
          <a:xfrm>
            <a:off x="2770751" y="4189946"/>
            <a:ext cx="6786301" cy="460375"/>
          </a:xfrm>
          <a:prstGeom prst="rect">
            <a:avLst/>
          </a:prstGeom>
          <a:noFill/>
        </p:spPr>
        <p:txBody>
          <a:bodyPr wrap="square" rtlCol="0">
            <a:spAutoFit/>
          </a:bodyPr>
          <a:lstStyle/>
          <a:p>
            <a:pPr algn="ctr">
              <a:lnSpc>
                <a:spcPct val="200000"/>
              </a:lnSpc>
            </a:pPr>
            <a:endParaRPr lang="zh-CN" altLang="en-US" sz="1200" dirty="0">
              <a:solidFill>
                <a:schemeClr val="tx1">
                  <a:lumMod val="65000"/>
                  <a:lumOff val="35000"/>
                </a:schemeClr>
              </a:solidFill>
              <a:cs typeface="+mn-ea"/>
              <a:sym typeface="+mn-lt"/>
            </a:endParaRPr>
          </a:p>
        </p:txBody>
      </p:sp>
      <p:grpSp>
        <p:nvGrpSpPr>
          <p:cNvPr id="20" name="组合 19"/>
          <p:cNvGrpSpPr/>
          <p:nvPr/>
        </p:nvGrpSpPr>
        <p:grpSpPr>
          <a:xfrm flipH="1">
            <a:off x="9323292" y="1207056"/>
            <a:ext cx="942570" cy="297327"/>
            <a:chOff x="1967374" y="5441671"/>
            <a:chExt cx="942570" cy="297327"/>
          </a:xfrm>
        </p:grpSpPr>
        <p:cxnSp>
          <p:nvCxnSpPr>
            <p:cNvPr id="23" name="直接连接符 22"/>
            <p:cNvCxnSpPr/>
            <p:nvPr/>
          </p:nvCxnSpPr>
          <p:spPr>
            <a:xfrm>
              <a:off x="2061700" y="5738998"/>
              <a:ext cx="274951"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1967374" y="5441671"/>
              <a:ext cx="942570" cy="261610"/>
            </a:xfrm>
            <a:prstGeom prst="rect">
              <a:avLst/>
            </a:prstGeom>
            <a:noFill/>
          </p:spPr>
          <p:txBody>
            <a:bodyPr wrap="square" rtlCol="0">
              <a:spAutoFit/>
            </a:bodyPr>
            <a:lstStyle/>
            <a:p>
              <a:pPr algn="dist"/>
              <a:r>
                <a:rPr lang="en-US" altLang="zh-CN" sz="1100" dirty="0">
                  <a:cs typeface="+mn-ea"/>
                  <a:sym typeface="+mn-lt"/>
                </a:rPr>
                <a:t>CREATIVE</a:t>
              </a:r>
              <a:endParaRPr lang="zh-CN" altLang="en-US" sz="1100" dirty="0">
                <a:cs typeface="+mn-ea"/>
                <a:sym typeface="+mn-lt"/>
              </a:endParaRPr>
            </a:p>
          </p:txBody>
        </p:sp>
      </p:grpSp>
      <p:grpSp>
        <p:nvGrpSpPr>
          <p:cNvPr id="28" name="组合 27"/>
          <p:cNvGrpSpPr/>
          <p:nvPr/>
        </p:nvGrpSpPr>
        <p:grpSpPr>
          <a:xfrm flipH="1">
            <a:off x="9335771" y="5261529"/>
            <a:ext cx="942570" cy="307183"/>
            <a:chOff x="1967374" y="5396098"/>
            <a:chExt cx="942570" cy="307183"/>
          </a:xfrm>
        </p:grpSpPr>
        <p:cxnSp>
          <p:nvCxnSpPr>
            <p:cNvPr id="29" name="直接连接符 28"/>
            <p:cNvCxnSpPr/>
            <p:nvPr/>
          </p:nvCxnSpPr>
          <p:spPr>
            <a:xfrm>
              <a:off x="2061700" y="5396098"/>
              <a:ext cx="274951"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1967374" y="5441671"/>
              <a:ext cx="942570" cy="261610"/>
            </a:xfrm>
            <a:prstGeom prst="rect">
              <a:avLst/>
            </a:prstGeom>
            <a:noFill/>
          </p:spPr>
          <p:txBody>
            <a:bodyPr wrap="square" rtlCol="0">
              <a:spAutoFit/>
            </a:bodyPr>
            <a:lstStyle/>
            <a:p>
              <a:pPr algn="dist"/>
              <a:r>
                <a:rPr lang="en-US" altLang="zh-CN" sz="1100" dirty="0">
                  <a:cs typeface="+mn-ea"/>
                  <a:sym typeface="+mn-lt"/>
                </a:rPr>
                <a:t>SCHEME</a:t>
              </a:r>
              <a:endParaRPr lang="zh-CN" altLang="en-US" sz="1100" dirty="0">
                <a:cs typeface="+mn-ea"/>
                <a:sym typeface="+mn-lt"/>
              </a:endParaRPr>
            </a:p>
          </p:txBody>
        </p:sp>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50"/>
                                        <p:tgtEl>
                                          <p:spTgt spid="8"/>
                                        </p:tgtEl>
                                      </p:cBhvr>
                                    </p:animEffect>
                                    <p:anim calcmode="lin" valueType="num">
                                      <p:cBhvr>
                                        <p:cTn id="8" dur="750" fill="hold"/>
                                        <p:tgtEl>
                                          <p:spTgt spid="8"/>
                                        </p:tgtEl>
                                        <p:attrNameLst>
                                          <p:attrName>ppt_x</p:attrName>
                                        </p:attrNameLst>
                                      </p:cBhvr>
                                      <p:tavLst>
                                        <p:tav tm="0">
                                          <p:val>
                                            <p:strVal val="#ppt_x"/>
                                          </p:val>
                                        </p:tav>
                                        <p:tav tm="100000">
                                          <p:val>
                                            <p:strVal val="#ppt_x"/>
                                          </p:val>
                                        </p:tav>
                                      </p:tavLst>
                                    </p:anim>
                                    <p:anim calcmode="lin" valueType="num">
                                      <p:cBhvr>
                                        <p:cTn id="9" dur="7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50"/>
                                        <p:tgtEl>
                                          <p:spTgt spid="7"/>
                                        </p:tgtEl>
                                      </p:cBhvr>
                                    </p:animEffect>
                                    <p:anim calcmode="lin" valueType="num">
                                      <p:cBhvr>
                                        <p:cTn id="15" dur="750" fill="hold"/>
                                        <p:tgtEl>
                                          <p:spTgt spid="7"/>
                                        </p:tgtEl>
                                        <p:attrNameLst>
                                          <p:attrName>ppt_x</p:attrName>
                                        </p:attrNameLst>
                                      </p:cBhvr>
                                      <p:tavLst>
                                        <p:tav tm="0">
                                          <p:val>
                                            <p:strVal val="#ppt_x"/>
                                          </p:val>
                                        </p:tav>
                                        <p:tav tm="100000">
                                          <p:val>
                                            <p:strVal val="#ppt_x"/>
                                          </p:val>
                                        </p:tav>
                                      </p:tavLst>
                                    </p:anim>
                                    <p:anim calcmode="lin" valueType="num">
                                      <p:cBhvr>
                                        <p:cTn id="16" dur="750" fill="hold"/>
                                        <p:tgtEl>
                                          <p:spTgt spid="7"/>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25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750"/>
                                        <p:tgtEl>
                                          <p:spTgt spid="3"/>
                                        </p:tgtEl>
                                      </p:cBhvr>
                                    </p:animEffect>
                                    <p:anim calcmode="lin" valueType="num">
                                      <p:cBhvr>
                                        <p:cTn id="20" dur="750" fill="hold"/>
                                        <p:tgtEl>
                                          <p:spTgt spid="3"/>
                                        </p:tgtEl>
                                        <p:attrNameLst>
                                          <p:attrName>ppt_x</p:attrName>
                                        </p:attrNameLst>
                                      </p:cBhvr>
                                      <p:tavLst>
                                        <p:tav tm="0">
                                          <p:val>
                                            <p:strVal val="#ppt_x"/>
                                          </p:val>
                                        </p:tav>
                                        <p:tav tm="100000">
                                          <p:val>
                                            <p:strVal val="#ppt_x"/>
                                          </p:val>
                                        </p:tav>
                                      </p:tavLst>
                                    </p:anim>
                                    <p:anim calcmode="lin" valueType="num">
                                      <p:cBhvr>
                                        <p:cTn id="21" dur="750" fill="hold"/>
                                        <p:tgtEl>
                                          <p:spTgt spid="3"/>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16" presetClass="entr" presetSubtype="21"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arn(inVertical)">
                                      <p:cBhvr>
                                        <p:cTn id="25" dur="750"/>
                                        <p:tgtEl>
                                          <p:spTgt spid="11"/>
                                        </p:tgtEl>
                                      </p:cBhvr>
                                    </p:animEffect>
                                  </p:childTnLst>
                                </p:cTn>
                              </p:par>
                            </p:childTnLst>
                          </p:cTn>
                        </p:par>
                        <p:par>
                          <p:cTn id="26" fill="hold">
                            <p:stCondLst>
                              <p:cond delay="2000"/>
                            </p:stCondLst>
                            <p:childTnLst>
                              <p:par>
                                <p:cTn id="27" presetID="2" presetClass="entr" presetSubtype="8" fill="hold" grpId="0" nodeType="after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750" fill="hold"/>
                                        <p:tgtEl>
                                          <p:spTgt spid="19"/>
                                        </p:tgtEl>
                                        <p:attrNameLst>
                                          <p:attrName>ppt_x</p:attrName>
                                        </p:attrNameLst>
                                      </p:cBhvr>
                                      <p:tavLst>
                                        <p:tav tm="0">
                                          <p:val>
                                            <p:strVal val="0-#ppt_w/2"/>
                                          </p:val>
                                        </p:tav>
                                        <p:tav tm="100000">
                                          <p:val>
                                            <p:strVal val="#ppt_x"/>
                                          </p:val>
                                        </p:tav>
                                      </p:tavLst>
                                    </p:anim>
                                    <p:anim calcmode="lin" valueType="num">
                                      <p:cBhvr additive="base">
                                        <p:cTn id="30" dur="750" fill="hold"/>
                                        <p:tgtEl>
                                          <p:spTgt spid="19"/>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750" fill="hold"/>
                                        <p:tgtEl>
                                          <p:spTgt spid="12"/>
                                        </p:tgtEl>
                                        <p:attrNameLst>
                                          <p:attrName>ppt_x</p:attrName>
                                        </p:attrNameLst>
                                      </p:cBhvr>
                                      <p:tavLst>
                                        <p:tav tm="0">
                                          <p:val>
                                            <p:strVal val="0-#ppt_w/2"/>
                                          </p:val>
                                        </p:tav>
                                        <p:tav tm="100000">
                                          <p:val>
                                            <p:strVal val="#ppt_x"/>
                                          </p:val>
                                        </p:tav>
                                      </p:tavLst>
                                    </p:anim>
                                    <p:anim calcmode="lin" valueType="num">
                                      <p:cBhvr additive="base">
                                        <p:cTn id="34" dur="750" fill="hold"/>
                                        <p:tgtEl>
                                          <p:spTgt spid="12"/>
                                        </p:tgtEl>
                                        <p:attrNameLst>
                                          <p:attrName>ppt_y</p:attrName>
                                        </p:attrNameLst>
                                      </p:cBhvr>
                                      <p:tavLst>
                                        <p:tav tm="0">
                                          <p:val>
                                            <p:strVal val="#ppt_y"/>
                                          </p:val>
                                        </p:tav>
                                        <p:tav tm="100000">
                                          <p:val>
                                            <p:strVal val="#ppt_y"/>
                                          </p:val>
                                        </p:tav>
                                      </p:tavLst>
                                    </p:anim>
                                  </p:childTnLst>
                                </p:cTn>
                              </p:par>
                            </p:childTnLst>
                          </p:cTn>
                        </p:par>
                        <p:par>
                          <p:cTn id="35" fill="hold">
                            <p:stCondLst>
                              <p:cond delay="3000"/>
                            </p:stCondLst>
                            <p:childTnLst>
                              <p:par>
                                <p:cTn id="36" presetID="2" presetClass="entr" presetSubtype="12"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 calcmode="lin" valueType="num">
                                      <p:cBhvr additive="base">
                                        <p:cTn id="38" dur="750" fill="hold"/>
                                        <p:tgtEl>
                                          <p:spTgt spid="15"/>
                                        </p:tgtEl>
                                        <p:attrNameLst>
                                          <p:attrName>ppt_x</p:attrName>
                                        </p:attrNameLst>
                                      </p:cBhvr>
                                      <p:tavLst>
                                        <p:tav tm="0">
                                          <p:val>
                                            <p:strVal val="0-#ppt_w/2"/>
                                          </p:val>
                                        </p:tav>
                                        <p:tav tm="100000">
                                          <p:val>
                                            <p:strVal val="#ppt_x"/>
                                          </p:val>
                                        </p:tav>
                                      </p:tavLst>
                                    </p:anim>
                                    <p:anim calcmode="lin" valueType="num">
                                      <p:cBhvr additive="base">
                                        <p:cTn id="39" dur="750" fill="hold"/>
                                        <p:tgtEl>
                                          <p:spTgt spid="15"/>
                                        </p:tgtEl>
                                        <p:attrNameLst>
                                          <p:attrName>ppt_y</p:attrName>
                                        </p:attrNameLst>
                                      </p:cBhvr>
                                      <p:tavLst>
                                        <p:tav tm="0">
                                          <p:val>
                                            <p:strVal val="1+#ppt_h/2"/>
                                          </p:val>
                                        </p:tav>
                                        <p:tav tm="100000">
                                          <p:val>
                                            <p:strVal val="#ppt_y"/>
                                          </p:val>
                                        </p:tav>
                                      </p:tavLst>
                                    </p:anim>
                                  </p:childTnLst>
                                </p:cTn>
                              </p:par>
                              <p:par>
                                <p:cTn id="40" presetID="2" presetClass="entr" presetSubtype="6" fill="hold" grpId="0" nodeType="withEffect">
                                  <p:stCondLst>
                                    <p:cond delay="25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750" fill="hold"/>
                                        <p:tgtEl>
                                          <p:spTgt spid="13"/>
                                        </p:tgtEl>
                                        <p:attrNameLst>
                                          <p:attrName>ppt_x</p:attrName>
                                        </p:attrNameLst>
                                      </p:cBhvr>
                                      <p:tavLst>
                                        <p:tav tm="0">
                                          <p:val>
                                            <p:strVal val="1+#ppt_w/2"/>
                                          </p:val>
                                        </p:tav>
                                        <p:tav tm="100000">
                                          <p:val>
                                            <p:strVal val="#ppt_x"/>
                                          </p:val>
                                        </p:tav>
                                      </p:tavLst>
                                    </p:anim>
                                    <p:anim calcmode="lin" valueType="num">
                                      <p:cBhvr additive="base">
                                        <p:cTn id="43" dur="750" fill="hold"/>
                                        <p:tgtEl>
                                          <p:spTgt spid="13"/>
                                        </p:tgtEl>
                                        <p:attrNameLst>
                                          <p:attrName>ppt_y</p:attrName>
                                        </p:attrNameLst>
                                      </p:cBhvr>
                                      <p:tavLst>
                                        <p:tav tm="0">
                                          <p:val>
                                            <p:strVal val="1+#ppt_h/2"/>
                                          </p:val>
                                        </p:tav>
                                        <p:tav tm="100000">
                                          <p:val>
                                            <p:strVal val="#ppt_y"/>
                                          </p:val>
                                        </p:tav>
                                      </p:tavLst>
                                    </p:anim>
                                  </p:childTnLst>
                                </p:cTn>
                              </p:par>
                              <p:par>
                                <p:cTn id="44" presetID="2" presetClass="entr" presetSubtype="9" fill="hold" grpId="0" nodeType="withEffect">
                                  <p:stCondLst>
                                    <p:cond delay="50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750" fill="hold"/>
                                        <p:tgtEl>
                                          <p:spTgt spid="16"/>
                                        </p:tgtEl>
                                        <p:attrNameLst>
                                          <p:attrName>ppt_x</p:attrName>
                                        </p:attrNameLst>
                                      </p:cBhvr>
                                      <p:tavLst>
                                        <p:tav tm="0">
                                          <p:val>
                                            <p:strVal val="0-#ppt_w/2"/>
                                          </p:val>
                                        </p:tav>
                                        <p:tav tm="100000">
                                          <p:val>
                                            <p:strVal val="#ppt_x"/>
                                          </p:val>
                                        </p:tav>
                                      </p:tavLst>
                                    </p:anim>
                                    <p:anim calcmode="lin" valueType="num">
                                      <p:cBhvr additive="base">
                                        <p:cTn id="47" dur="750" fill="hold"/>
                                        <p:tgtEl>
                                          <p:spTgt spid="16"/>
                                        </p:tgtEl>
                                        <p:attrNameLst>
                                          <p:attrName>ppt_y</p:attrName>
                                        </p:attrNameLst>
                                      </p:cBhvr>
                                      <p:tavLst>
                                        <p:tav tm="0">
                                          <p:val>
                                            <p:strVal val="0-#ppt_h/2"/>
                                          </p:val>
                                        </p:tav>
                                        <p:tav tm="100000">
                                          <p:val>
                                            <p:strVal val="#ppt_y"/>
                                          </p:val>
                                        </p:tav>
                                      </p:tavLst>
                                    </p:anim>
                                  </p:childTnLst>
                                </p:cTn>
                              </p:par>
                              <p:par>
                                <p:cTn id="48" presetID="2" presetClass="entr" presetSubtype="2" fill="hold" grpId="0" nodeType="withEffect">
                                  <p:stCondLst>
                                    <p:cond delay="750"/>
                                  </p:stCondLst>
                                  <p:childTnLst>
                                    <p:set>
                                      <p:cBhvr>
                                        <p:cTn id="49" dur="1" fill="hold">
                                          <p:stCondLst>
                                            <p:cond delay="0"/>
                                          </p:stCondLst>
                                        </p:cTn>
                                        <p:tgtEl>
                                          <p:spTgt spid="17"/>
                                        </p:tgtEl>
                                        <p:attrNameLst>
                                          <p:attrName>style.visibility</p:attrName>
                                        </p:attrNameLst>
                                      </p:cBhvr>
                                      <p:to>
                                        <p:strVal val="visible"/>
                                      </p:to>
                                    </p:set>
                                    <p:anim calcmode="lin" valueType="num">
                                      <p:cBhvr additive="base">
                                        <p:cTn id="50" dur="750" fill="hold"/>
                                        <p:tgtEl>
                                          <p:spTgt spid="17"/>
                                        </p:tgtEl>
                                        <p:attrNameLst>
                                          <p:attrName>ppt_x</p:attrName>
                                        </p:attrNameLst>
                                      </p:cBhvr>
                                      <p:tavLst>
                                        <p:tav tm="0">
                                          <p:val>
                                            <p:strVal val="1+#ppt_w/2"/>
                                          </p:val>
                                        </p:tav>
                                        <p:tav tm="100000">
                                          <p:val>
                                            <p:strVal val="#ppt_x"/>
                                          </p:val>
                                        </p:tav>
                                      </p:tavLst>
                                    </p:anim>
                                    <p:anim calcmode="lin" valueType="num">
                                      <p:cBhvr additive="base">
                                        <p:cTn id="51" dur="750" fill="hold"/>
                                        <p:tgtEl>
                                          <p:spTgt spid="17"/>
                                        </p:tgtEl>
                                        <p:attrNameLst>
                                          <p:attrName>ppt_y</p:attrName>
                                        </p:attrNameLst>
                                      </p:cBhvr>
                                      <p:tavLst>
                                        <p:tav tm="0">
                                          <p:val>
                                            <p:strVal val="#ppt_y"/>
                                          </p:val>
                                        </p:tav>
                                        <p:tav tm="100000">
                                          <p:val>
                                            <p:strVal val="#ppt_y"/>
                                          </p:val>
                                        </p:tav>
                                      </p:tavLst>
                                    </p:anim>
                                  </p:childTnLst>
                                </p:cTn>
                              </p:par>
                            </p:childTnLst>
                          </p:cTn>
                        </p:par>
                        <p:par>
                          <p:cTn id="52" fill="hold">
                            <p:stCondLst>
                              <p:cond delay="4000"/>
                            </p:stCondLst>
                            <p:childTnLst>
                              <p:par>
                                <p:cTn id="53" presetID="22" presetClass="entr" presetSubtype="2"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wipe(right)">
                                      <p:cBhvr>
                                        <p:cTn id="55" dur="750"/>
                                        <p:tgtEl>
                                          <p:spTgt spid="20"/>
                                        </p:tgtEl>
                                      </p:cBhvr>
                                    </p:animEffect>
                                  </p:childTnLst>
                                </p:cTn>
                              </p:par>
                              <p:par>
                                <p:cTn id="56" presetID="22" presetClass="entr" presetSubtype="2" fill="hold"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wipe(right)">
                                      <p:cBhvr>
                                        <p:cTn id="58" dur="750"/>
                                        <p:tgtEl>
                                          <p:spTgt spid="28"/>
                                        </p:tgtEl>
                                      </p:cBhvr>
                                    </p:animEffect>
                                  </p:childTnLst>
                                </p:cTn>
                              </p:par>
                            </p:childTnLst>
                          </p:cTn>
                        </p:par>
                        <p:par>
                          <p:cTn id="59" fill="hold">
                            <p:stCondLst>
                              <p:cond delay="5000"/>
                            </p:stCondLst>
                            <p:childTnLst>
                              <p:par>
                                <p:cTn id="60" presetID="0" presetClass="entr" presetSubtype="0" fill="hold" grpId="0" nodeType="afterEffect">
                                  <p:stCondLst>
                                    <p:cond delay="0"/>
                                  </p:stCondLst>
                                  <p:iterate type="lt">
                                    <p:tmPct val="10000"/>
                                  </p:iterate>
                                  <p:childTnLst>
                                    <p:set>
                                      <p:cBhvr>
                                        <p:cTn id="61" dur="1" fill="hold">
                                          <p:stCondLst>
                                            <p:cond delay="0"/>
                                          </p:stCondLst>
                                        </p:cTn>
                                        <p:tgtEl>
                                          <p:spTgt spid="21"/>
                                        </p:tgtEl>
                                        <p:attrNameLst>
                                          <p:attrName>style.visibility</p:attrName>
                                        </p:attrNameLst>
                                      </p:cBhvr>
                                      <p:to>
                                        <p:strVal val="visible"/>
                                      </p:to>
                                    </p:set>
                                    <p:anim to="" calcmode="lin" valueType="num">
                                      <p:cBhvr>
                                        <p:cTn id="62" dur="750" fill="hold">
                                          <p:stCondLst>
                                            <p:cond delay="0"/>
                                          </p:stCondLst>
                                        </p:cTn>
                                        <p:tgtEl>
                                          <p:spTgt spid="21"/>
                                        </p:tgtEl>
                                        <p:attrNameLst>
                                          <p:attrName>ppt_x</p:attrName>
                                        </p:attrNameLst>
                                      </p:cBhvr>
                                      <p:tavLst>
                                        <p:tav tm="0" fmla="#ppt_x-(-#ppt_w/2*cos(ppt_r/180*pi))*((1.5-1.5*$)^2-(1.5-1.5*$)^3)">
                                          <p:val>
                                            <p:fltVal val="0"/>
                                          </p:val>
                                        </p:tav>
                                        <p:tav tm="100000">
                                          <p:val>
                                            <p:fltVal val="1"/>
                                          </p:val>
                                        </p:tav>
                                      </p:tavLst>
                                    </p:anim>
                                    <p:anim to="" calcmode="lin" valueType="num">
                                      <p:cBhvr>
                                        <p:cTn id="63" dur="750" fill="hold">
                                          <p:stCondLst>
                                            <p:cond delay="0"/>
                                          </p:stCondLst>
                                        </p:cTn>
                                        <p:tgtEl>
                                          <p:spTgt spid="21"/>
                                        </p:tgtEl>
                                        <p:attrNameLst>
                                          <p:attrName>ppt_y</p:attrName>
                                        </p:attrNameLst>
                                      </p:cBhvr>
                                      <p:tavLst>
                                        <p:tav tm="0" fmla="#ppt_y+(-#ppt_h/2*cos(ppt_r/180*pi))*((1.5-1.5*$)^2-(1.5-1.5*$)^3)">
                                          <p:val>
                                            <p:fltVal val="0"/>
                                          </p:val>
                                        </p:tav>
                                        <p:tav tm="100000">
                                          <p:val>
                                            <p:fltVal val="1"/>
                                          </p:val>
                                        </p:tav>
                                      </p:tavLst>
                                    </p:anim>
                                    <p:anim to="" calcmode="lin" valueType="num">
                                      <p:cBhvr>
                                        <p:cTn id="64" dur="750" fill="hold">
                                          <p:stCondLst>
                                            <p:cond delay="0"/>
                                          </p:stCondLst>
                                        </p:cTn>
                                        <p:tgtEl>
                                          <p:spTgt spid="21"/>
                                        </p:tgtEl>
                                        <p:attrNameLst>
                                          <p:attrName>ppt_h</p:attrName>
                                        </p:attrNameLst>
                                      </p:cBhvr>
                                      <p:tavLst>
                                        <p:tav tm="0" fmla="#ppt_h-(-#ppt_h)*((1.5-1.5*$)^2-(1.5-1.5*$)^3)">
                                          <p:val>
                                            <p:fltVal val="0"/>
                                          </p:val>
                                        </p:tav>
                                        <p:tav tm="100000">
                                          <p:val>
                                            <p:fltVal val="1"/>
                                          </p:val>
                                        </p:tav>
                                      </p:tavLst>
                                    </p:anim>
                                    <p:anim to="" calcmode="lin" valueType="num">
                                      <p:cBhvr>
                                        <p:cTn id="65" dur="750" fill="hold">
                                          <p:stCondLst>
                                            <p:cond delay="0"/>
                                          </p:stCondLst>
                                        </p:cTn>
                                        <p:tgtEl>
                                          <p:spTgt spid="21"/>
                                        </p:tgtEl>
                                        <p:attrNameLst>
                                          <p:attrName>ppt_w</p:attrName>
                                        </p:attrNameLst>
                                      </p:cBhvr>
                                      <p:tavLst>
                                        <p:tav tm="0" fmla="#ppt_w-(-#ppt_w)*((1.5-1.5*$)^2-(1.5-1.5*$)^3)">
                                          <p:val>
                                            <p:fltVal val="0"/>
                                          </p:val>
                                        </p:tav>
                                        <p:tav tm="100000">
                                          <p:val>
                                            <p:fltVal val="1"/>
                                          </p:val>
                                        </p:tav>
                                      </p:tavLst>
                                    </p:anim>
                                  </p:childTnLst>
                                </p:cTn>
                              </p:par>
                            </p:childTnLst>
                          </p:cTn>
                        </p:par>
                        <p:par>
                          <p:cTn id="66" fill="hold">
                            <p:stCondLst>
                              <p:cond delay="5724"/>
                            </p:stCondLst>
                            <p:childTnLst>
                              <p:par>
                                <p:cTn id="67" presetID="42" presetClass="entr" presetSubtype="0" fill="hold" grpId="0" nodeType="after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750"/>
                                        <p:tgtEl>
                                          <p:spTgt spid="22"/>
                                        </p:tgtEl>
                                      </p:cBhvr>
                                    </p:animEffect>
                                    <p:anim calcmode="lin" valueType="num">
                                      <p:cBhvr>
                                        <p:cTn id="70" dur="750" fill="hold"/>
                                        <p:tgtEl>
                                          <p:spTgt spid="22"/>
                                        </p:tgtEl>
                                        <p:attrNameLst>
                                          <p:attrName>ppt_x</p:attrName>
                                        </p:attrNameLst>
                                      </p:cBhvr>
                                      <p:tavLst>
                                        <p:tav tm="0">
                                          <p:val>
                                            <p:strVal val="#ppt_x"/>
                                          </p:val>
                                        </p:tav>
                                        <p:tav tm="100000">
                                          <p:val>
                                            <p:strVal val="#ppt_x"/>
                                          </p:val>
                                        </p:tav>
                                      </p:tavLst>
                                    </p:anim>
                                    <p:anim calcmode="lin" valueType="num">
                                      <p:cBhvr>
                                        <p:cTn id="71" dur="750" fill="hold"/>
                                        <p:tgtEl>
                                          <p:spTgt spid="22"/>
                                        </p:tgtEl>
                                        <p:attrNameLst>
                                          <p:attrName>ppt_y</p:attrName>
                                        </p:attrNameLst>
                                      </p:cBhvr>
                                      <p:tavLst>
                                        <p:tav tm="0">
                                          <p:val>
                                            <p:strVal val="#ppt_y+.1"/>
                                          </p:val>
                                        </p:tav>
                                        <p:tav tm="100000">
                                          <p:val>
                                            <p:strVal val="#ppt_y"/>
                                          </p:val>
                                        </p:tav>
                                      </p:tavLst>
                                    </p:anim>
                                  </p:childTnLst>
                                </p:cTn>
                              </p:par>
                            </p:childTnLst>
                          </p:cTn>
                        </p:par>
                        <p:par>
                          <p:cTn id="72" fill="hold">
                            <p:stCondLst>
                              <p:cond delay="6724"/>
                            </p:stCondLst>
                            <p:childTnLst>
                              <p:par>
                                <p:cTn id="73" presetID="42" presetClass="entr" presetSubtype="0" fill="hold" grpId="0" nodeType="after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750"/>
                                        <p:tgtEl>
                                          <p:spTgt spid="18"/>
                                        </p:tgtEl>
                                      </p:cBhvr>
                                    </p:animEffect>
                                    <p:anim calcmode="lin" valueType="num">
                                      <p:cBhvr>
                                        <p:cTn id="76" dur="750" fill="hold"/>
                                        <p:tgtEl>
                                          <p:spTgt spid="18"/>
                                        </p:tgtEl>
                                        <p:attrNameLst>
                                          <p:attrName>ppt_x</p:attrName>
                                        </p:attrNameLst>
                                      </p:cBhvr>
                                      <p:tavLst>
                                        <p:tav tm="0">
                                          <p:val>
                                            <p:strVal val="#ppt_x"/>
                                          </p:val>
                                        </p:tav>
                                        <p:tav tm="100000">
                                          <p:val>
                                            <p:strVal val="#ppt_x"/>
                                          </p:val>
                                        </p:tav>
                                      </p:tavLst>
                                    </p:anim>
                                    <p:anim calcmode="lin" valueType="num">
                                      <p:cBhvr>
                                        <p:cTn id="77" dur="75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3" grpId="0" animBg="1"/>
      <p:bldP spid="11" grpId="0" animBg="1"/>
      <p:bldP spid="12" grpId="0" animBg="1"/>
      <p:bldP spid="16" grpId="0" animBg="1"/>
      <p:bldP spid="17" grpId="0" animBg="1"/>
      <p:bldP spid="19" grpId="0" animBg="1"/>
      <p:bldP spid="21" grpId="0"/>
      <p:bldP spid="22"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48366" y="1695611"/>
            <a:ext cx="4044651" cy="368935"/>
          </a:xfrm>
          <a:prstGeom prst="rect">
            <a:avLst/>
          </a:prstGeom>
          <a:noFill/>
        </p:spPr>
        <p:txBody>
          <a:bodyPr wrap="square" lIns="0" tIns="0" rIns="0" bIns="0" rtlCol="0">
            <a:spAutoFit/>
          </a:bodyPr>
          <a:lstStyle/>
          <a:p>
            <a:pPr>
              <a:defRPr/>
            </a:pPr>
            <a:r>
              <a:rPr lang="zh-CN" altLang="en-US" sz="2400" b="1" dirty="0">
                <a:solidFill>
                  <a:srgbClr val="404040"/>
                </a:solidFill>
                <a:cs typeface="+mn-ea"/>
                <a:sym typeface="+mn-lt"/>
              </a:rPr>
              <a:t>学途平台定位介绍</a:t>
            </a:r>
            <a:endParaRPr lang="zh-CN" altLang="en-US" sz="2400" b="1" dirty="0">
              <a:solidFill>
                <a:srgbClr val="404040"/>
              </a:solidFill>
              <a:cs typeface="+mn-ea"/>
              <a:sym typeface="+mn-lt"/>
            </a:endParaRPr>
          </a:p>
        </p:txBody>
      </p:sp>
      <p:cxnSp>
        <p:nvCxnSpPr>
          <p:cNvPr id="3" name="直接连接符 2"/>
          <p:cNvCxnSpPr/>
          <p:nvPr/>
        </p:nvCxnSpPr>
        <p:spPr>
          <a:xfrm>
            <a:off x="948366" y="2275967"/>
            <a:ext cx="5449298" cy="0"/>
          </a:xfrm>
          <a:prstGeom prst="line">
            <a:avLst/>
          </a:prstGeom>
          <a:ln>
            <a:solidFill>
              <a:srgbClr val="02CB94"/>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926151" y="2445178"/>
            <a:ext cx="5432473" cy="1477010"/>
          </a:xfrm>
          <a:prstGeom prst="rect">
            <a:avLst/>
          </a:prstGeom>
          <a:noFill/>
        </p:spPr>
        <p:txBody>
          <a:bodyPr wrap="square" lIns="0" tIns="0" rIns="0" bIns="0" rtlCol="0">
            <a:spAutoFit/>
          </a:bodyPr>
          <a:lstStyle/>
          <a:p>
            <a:pPr>
              <a:lnSpc>
                <a:spcPct val="150000"/>
              </a:lnSpc>
            </a:pPr>
            <a:r>
              <a:rPr lang="zh-CN" altLang="en-US" sz="1600" dirty="0">
                <a:solidFill>
                  <a:srgbClr val="404040"/>
                </a:solidFill>
                <a:cs typeface="+mn-ea"/>
                <a:sym typeface="+mn-lt"/>
              </a:rPr>
              <a:t>一款聚焦高校专业学习资料精准匹配和学长学姐经验定向传承的垂直生态平台，专为解决高校学子信息差难题而生，以</a:t>
            </a:r>
            <a:r>
              <a:rPr lang="en-US" altLang="zh-CN" sz="1600" dirty="0">
                <a:solidFill>
                  <a:srgbClr val="404040"/>
                </a:solidFill>
                <a:cs typeface="+mn-ea"/>
                <a:sym typeface="+mn-lt"/>
              </a:rPr>
              <a:t>“</a:t>
            </a:r>
            <a:r>
              <a:rPr lang="zh-CN" altLang="en-US" sz="1600" dirty="0">
                <a:solidFill>
                  <a:srgbClr val="404040"/>
                </a:solidFill>
                <a:cs typeface="+mn-ea"/>
                <a:sym typeface="+mn-lt"/>
              </a:rPr>
              <a:t>学生驱动、精准赋能、生态共建</a:t>
            </a:r>
            <a:r>
              <a:rPr lang="en-US" altLang="zh-CN" sz="1600" dirty="0">
                <a:solidFill>
                  <a:srgbClr val="404040"/>
                </a:solidFill>
                <a:cs typeface="+mn-ea"/>
                <a:sym typeface="+mn-lt"/>
              </a:rPr>
              <a:t>”</a:t>
            </a:r>
            <a:r>
              <a:rPr lang="zh-CN" altLang="en-US" sz="1600" dirty="0">
                <a:solidFill>
                  <a:srgbClr val="404040"/>
                </a:solidFill>
                <a:cs typeface="+mn-ea"/>
                <a:sym typeface="+mn-lt"/>
              </a:rPr>
              <a:t>为核心，打造可信、高效、体系化的校园学习成长服务</a:t>
            </a:r>
            <a:endParaRPr lang="zh-CN" altLang="en-US" sz="1600" dirty="0">
              <a:solidFill>
                <a:srgbClr val="404040"/>
              </a:solidFill>
              <a:cs typeface="+mn-ea"/>
              <a:sym typeface="+mn-lt"/>
            </a:endParaRPr>
          </a:p>
        </p:txBody>
      </p:sp>
      <p:sp>
        <p:nvSpPr>
          <p:cNvPr id="5" name="平行四边形 4"/>
          <p:cNvSpPr>
            <a:spLocks noChangeAspect="1"/>
          </p:cNvSpPr>
          <p:nvPr/>
        </p:nvSpPr>
        <p:spPr>
          <a:xfrm>
            <a:off x="6473134" y="2071721"/>
            <a:ext cx="4862691" cy="2953634"/>
          </a:xfrm>
          <a:prstGeom prst="parallelogram">
            <a:avLst/>
          </a:prstGeom>
          <a:noFill/>
          <a:ln>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rgbClr val="404040"/>
              </a:solidFill>
              <a:cs typeface="+mn-ea"/>
              <a:sym typeface="+mn-lt"/>
            </a:endParaRPr>
          </a:p>
        </p:txBody>
      </p:sp>
      <p:sp>
        <p:nvSpPr>
          <p:cNvPr id="6" name="平行四边形 5"/>
          <p:cNvSpPr>
            <a:spLocks noChangeAspect="1"/>
          </p:cNvSpPr>
          <p:nvPr/>
        </p:nvSpPr>
        <p:spPr>
          <a:xfrm>
            <a:off x="1119505" y="5161915"/>
            <a:ext cx="5031105" cy="695325"/>
          </a:xfrm>
          <a:prstGeom prst="parallelogram">
            <a:avLst/>
          </a:prstGeom>
          <a:noFill/>
          <a:ln>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defRPr/>
            </a:pPr>
            <a:endParaRPr lang="zh-CN" altLang="en-US" sz="2400" b="1" dirty="0">
              <a:solidFill>
                <a:srgbClr val="404040"/>
              </a:solidFill>
              <a:cs typeface="+mn-ea"/>
              <a:sym typeface="+mn-lt"/>
            </a:endParaRPr>
          </a:p>
        </p:txBody>
      </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rcRect l="2173" t="2060" b="3444"/>
          <a:stretch>
            <a:fillRect/>
          </a:stretch>
        </p:blipFill>
        <p:spPr>
          <a:xfrm>
            <a:off x="6735033" y="2369154"/>
            <a:ext cx="4841536" cy="2953634"/>
          </a:xfrm>
          <a:custGeom>
            <a:avLst/>
            <a:gdLst>
              <a:gd name="connsiteX0" fmla="*/ 738409 w 4841536"/>
              <a:gd name="connsiteY0" fmla="*/ 0 h 2953634"/>
              <a:gd name="connsiteX1" fmla="*/ 4841536 w 4841536"/>
              <a:gd name="connsiteY1" fmla="*/ 0 h 2953634"/>
              <a:gd name="connsiteX2" fmla="*/ 4841536 w 4841536"/>
              <a:gd name="connsiteY2" fmla="*/ 84620 h 2953634"/>
              <a:gd name="connsiteX3" fmla="*/ 4124283 w 4841536"/>
              <a:gd name="connsiteY3" fmla="*/ 2953634 h 2953634"/>
              <a:gd name="connsiteX4" fmla="*/ 0 w 4841536"/>
              <a:gd name="connsiteY4" fmla="*/ 2953634 h 2953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1536" h="2953634">
                <a:moveTo>
                  <a:pt x="738409" y="0"/>
                </a:moveTo>
                <a:lnTo>
                  <a:pt x="4841536" y="0"/>
                </a:lnTo>
                <a:lnTo>
                  <a:pt x="4841536" y="84620"/>
                </a:lnTo>
                <a:lnTo>
                  <a:pt x="4124283" y="2953634"/>
                </a:lnTo>
                <a:lnTo>
                  <a:pt x="0" y="2953634"/>
                </a:lnTo>
                <a:close/>
              </a:path>
            </a:pathLst>
          </a:custGeom>
        </p:spPr>
      </p:pic>
      <p:sp>
        <p:nvSpPr>
          <p:cNvPr id="28" name="矩形 27"/>
          <p:cNvSpPr/>
          <p:nvPr/>
        </p:nvSpPr>
        <p:spPr>
          <a:xfrm>
            <a:off x="533400" y="22225"/>
            <a:ext cx="1691005" cy="58547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anim calcmode="lin" valueType="num">
                                      <p:cBhvr>
                                        <p:cTn id="17" dur="500" fill="hold"/>
                                        <p:tgtEl>
                                          <p:spTgt spid="2"/>
                                        </p:tgtEl>
                                        <p:attrNameLst>
                                          <p:attrName>ppt_x</p:attrName>
                                        </p:attrNameLst>
                                      </p:cBhvr>
                                      <p:tavLst>
                                        <p:tav tm="0">
                                          <p:val>
                                            <p:strVal val="#ppt_x"/>
                                          </p:val>
                                        </p:tav>
                                        <p:tav tm="100000">
                                          <p:val>
                                            <p:strVal val="#ppt_x"/>
                                          </p:val>
                                        </p:tav>
                                      </p:tavLst>
                                    </p:anim>
                                    <p:anim calcmode="lin" valueType="num">
                                      <p:cBhvr>
                                        <p:cTn id="18" dur="500" fill="hold"/>
                                        <p:tgtEl>
                                          <p:spTgt spid="2"/>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anim calcmode="lin" valueType="num">
                                      <p:cBhvr>
                                        <p:cTn id="22" dur="500" fill="hold"/>
                                        <p:tgtEl>
                                          <p:spTgt spid="3"/>
                                        </p:tgtEl>
                                        <p:attrNameLst>
                                          <p:attrName>ppt_x</p:attrName>
                                        </p:attrNameLst>
                                      </p:cBhvr>
                                      <p:tavLst>
                                        <p:tav tm="0">
                                          <p:val>
                                            <p:strVal val="#ppt_x"/>
                                          </p:val>
                                        </p:tav>
                                        <p:tav tm="100000">
                                          <p:val>
                                            <p:strVal val="#ppt_x"/>
                                          </p:val>
                                        </p:tav>
                                      </p:tavLst>
                                    </p:anim>
                                    <p:anim calcmode="lin" valueType="num">
                                      <p:cBhvr>
                                        <p:cTn id="23" dur="500" fill="hold"/>
                                        <p:tgtEl>
                                          <p:spTgt spid="3"/>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anim calcmode="lin" valueType="num">
                                      <p:cBhvr>
                                        <p:cTn id="27" dur="500" fill="hold"/>
                                        <p:tgtEl>
                                          <p:spTgt spid="4"/>
                                        </p:tgtEl>
                                        <p:attrNameLst>
                                          <p:attrName>ppt_x</p:attrName>
                                        </p:attrNameLst>
                                      </p:cBhvr>
                                      <p:tavLst>
                                        <p:tav tm="0">
                                          <p:val>
                                            <p:strVal val="#ppt_x"/>
                                          </p:val>
                                        </p:tav>
                                        <p:tav tm="100000">
                                          <p:val>
                                            <p:strVal val="#ppt_x"/>
                                          </p:val>
                                        </p:tav>
                                      </p:tavLst>
                                    </p:anim>
                                    <p:anim calcmode="lin" valueType="num">
                                      <p:cBhvr>
                                        <p:cTn id="28" dur="500" fill="hold"/>
                                        <p:tgtEl>
                                          <p:spTgt spid="4"/>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anim calcmode="lin" valueType="num">
                                      <p:cBhvr>
                                        <p:cTn id="32" dur="500" fill="hold"/>
                                        <p:tgtEl>
                                          <p:spTgt spid="6"/>
                                        </p:tgtEl>
                                        <p:attrNameLst>
                                          <p:attrName>ppt_x</p:attrName>
                                        </p:attrNameLst>
                                      </p:cBhvr>
                                      <p:tavLst>
                                        <p:tav tm="0">
                                          <p:val>
                                            <p:strVal val="#ppt_x"/>
                                          </p:val>
                                        </p:tav>
                                        <p:tav tm="100000">
                                          <p:val>
                                            <p:strVal val="#ppt_x"/>
                                          </p:val>
                                        </p:tav>
                                      </p:tavLst>
                                    </p:anim>
                                    <p:anim calcmode="lin" valueType="num">
                                      <p:cBhvr>
                                        <p:cTn id="33"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animBg="1"/>
      <p:bldP spid="6"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ïṩlîde"/>
          <p:cNvSpPr/>
          <p:nvPr/>
        </p:nvSpPr>
        <p:spPr>
          <a:xfrm>
            <a:off x="957096" y="2891758"/>
            <a:ext cx="4323223" cy="1284896"/>
          </a:xfrm>
          <a:prstGeom prst="rect">
            <a:avLst/>
          </a:prstGeom>
        </p:spPr>
        <p:txBody>
          <a:bodyPr>
            <a:noAutofit/>
          </a:bodyPr>
          <a:lstStyle/>
          <a:p>
            <a:pPr lvl="0">
              <a:lnSpc>
                <a:spcPct val="150000"/>
              </a:lnSpc>
              <a:defRPr/>
            </a:pPr>
            <a:r>
              <a:rPr lang="zh-CN" altLang="en-US" sz="1600" dirty="0">
                <a:solidFill>
                  <a:srgbClr val="404040"/>
                </a:solidFill>
                <a:cs typeface="+mn-ea"/>
                <a:sym typeface="+mn-lt"/>
              </a:rPr>
              <a:t>平台核心服务三大核心群体，实现需求闭环。</a:t>
            </a:r>
            <a:endParaRPr lang="zh-CN" altLang="en-US" sz="1600" dirty="0">
              <a:solidFill>
                <a:srgbClr val="404040"/>
              </a:solidFill>
              <a:cs typeface="+mn-ea"/>
              <a:sym typeface="+mn-lt"/>
            </a:endParaRPr>
          </a:p>
        </p:txBody>
      </p:sp>
      <p:grpSp>
        <p:nvGrpSpPr>
          <p:cNvPr id="8" name="îṩḷiḍé"/>
          <p:cNvGrpSpPr/>
          <p:nvPr/>
        </p:nvGrpSpPr>
        <p:grpSpPr>
          <a:xfrm>
            <a:off x="949624" y="2081323"/>
            <a:ext cx="4963398" cy="1778099"/>
            <a:chOff x="9821" y="3310"/>
            <a:chExt cx="6691" cy="2397"/>
          </a:xfrm>
        </p:grpSpPr>
        <p:sp>
          <p:nvSpPr>
            <p:cNvPr id="9" name="íṡḻiḍê"/>
            <p:cNvSpPr/>
            <p:nvPr/>
          </p:nvSpPr>
          <p:spPr>
            <a:xfrm>
              <a:off x="9821" y="3575"/>
              <a:ext cx="6691" cy="2132"/>
            </a:xfrm>
            <a:prstGeom prst="rect">
              <a:avLst/>
            </a:prstGeom>
          </p:spPr>
          <p:txBody>
            <a:bodyPr>
              <a:normAutofit/>
            </a:bodyPr>
            <a:lstStyle/>
            <a:p>
              <a:pPr lvl="0">
                <a:defRPr/>
              </a:pPr>
              <a:r>
                <a:rPr lang="zh-CN" altLang="en-US" sz="2400" b="1" dirty="0">
                  <a:solidFill>
                    <a:srgbClr val="404040"/>
                  </a:solidFill>
                  <a:cs typeface="+mn-ea"/>
                  <a:sym typeface="+mn-lt"/>
                </a:rPr>
                <a:t>精准锚定核心人群需求</a:t>
              </a:r>
              <a:r>
                <a:rPr lang="en-US" altLang="zh-CN" sz="2400" b="1" dirty="0">
                  <a:solidFill>
                    <a:srgbClr val="404040"/>
                  </a:solidFill>
                  <a:cs typeface="+mn-ea"/>
                  <a:sym typeface="+mn-lt"/>
                </a:rPr>
                <a:t> </a:t>
              </a:r>
              <a:endParaRPr lang="en-US" altLang="zh-CN" sz="2400" b="1" dirty="0">
                <a:solidFill>
                  <a:srgbClr val="404040"/>
                </a:solidFill>
                <a:cs typeface="+mn-ea"/>
                <a:sym typeface="+mn-lt"/>
              </a:endParaRPr>
            </a:p>
          </p:txBody>
        </p:sp>
        <p:cxnSp>
          <p:nvCxnSpPr>
            <p:cNvPr id="10" name="直接连接符 9"/>
            <p:cNvCxnSpPr/>
            <p:nvPr/>
          </p:nvCxnSpPr>
          <p:spPr>
            <a:xfrm flipH="1">
              <a:off x="9971" y="3310"/>
              <a:ext cx="3080" cy="0"/>
            </a:xfrm>
            <a:prstGeom prst="line">
              <a:avLst/>
            </a:prstGeom>
            <a:ln w="3175" cap="rnd">
              <a:solidFill>
                <a:srgbClr val="404040"/>
              </a:solidFill>
              <a:round/>
            </a:ln>
          </p:spPr>
          <p:style>
            <a:lnRef idx="1">
              <a:schemeClr val="accent1"/>
            </a:lnRef>
            <a:fillRef idx="0">
              <a:schemeClr val="accent1"/>
            </a:fillRef>
            <a:effectRef idx="0">
              <a:schemeClr val="accent1"/>
            </a:effectRef>
            <a:fontRef idx="minor">
              <a:schemeClr val="tx1"/>
            </a:fontRef>
          </p:style>
        </p:cxnSp>
      </p:grpSp>
      <p:sp>
        <p:nvSpPr>
          <p:cNvPr id="11" name="iṩ1îḋé"/>
          <p:cNvSpPr/>
          <p:nvPr>
            <p:custDataLst>
              <p:tags r:id="rId1"/>
            </p:custDataLst>
          </p:nvPr>
        </p:nvSpPr>
        <p:spPr>
          <a:xfrm>
            <a:off x="6336112" y="2978905"/>
            <a:ext cx="4973042" cy="982146"/>
          </a:xfrm>
          <a:prstGeom prst="snipRoundRect">
            <a:avLst/>
          </a:prstGeom>
          <a:solidFill>
            <a:srgbClr val="F2F2F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2" name="ïṧlîḋê"/>
          <p:cNvSpPr/>
          <p:nvPr>
            <p:custDataLst>
              <p:tags r:id="rId2"/>
            </p:custDataLst>
          </p:nvPr>
        </p:nvSpPr>
        <p:spPr>
          <a:xfrm>
            <a:off x="6336112" y="4383552"/>
            <a:ext cx="4973042" cy="982146"/>
          </a:xfrm>
          <a:prstGeom prst="snipRoundRect">
            <a:avLst/>
          </a:prstGeom>
          <a:solidFill>
            <a:srgbClr val="F2F2F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3" name="îṧļîḋè"/>
          <p:cNvSpPr/>
          <p:nvPr>
            <p:custDataLst>
              <p:tags r:id="rId3"/>
            </p:custDataLst>
          </p:nvPr>
        </p:nvSpPr>
        <p:spPr>
          <a:xfrm>
            <a:off x="6336112" y="1540609"/>
            <a:ext cx="4973042" cy="982146"/>
          </a:xfrm>
          <a:prstGeom prst="snipRoundRect">
            <a:avLst/>
          </a:prstGeom>
          <a:solidFill>
            <a:srgbClr val="F2F2F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lnSpc>
                <a:spcPct val="150000"/>
              </a:lnSpc>
              <a:spcBef>
                <a:spcPct val="0"/>
              </a:spcBef>
            </a:pPr>
            <a:endParaRPr lang="en-US" altLang="zh-CN" dirty="0">
              <a:solidFill>
                <a:srgbClr val="000000"/>
              </a:solidFill>
              <a:cs typeface="+mn-ea"/>
              <a:sym typeface="+mn-lt"/>
            </a:endParaRPr>
          </a:p>
        </p:txBody>
      </p:sp>
      <p:sp>
        <p:nvSpPr>
          <p:cNvPr id="14" name="îṣḻiḋé"/>
          <p:cNvSpPr/>
          <p:nvPr>
            <p:custDataLst>
              <p:tags r:id="rId4"/>
            </p:custDataLst>
          </p:nvPr>
        </p:nvSpPr>
        <p:spPr>
          <a:xfrm>
            <a:off x="5777163" y="1473043"/>
            <a:ext cx="1117280" cy="1117278"/>
          </a:xfrm>
          <a:prstGeom prst="ellipse">
            <a:avLst/>
          </a:prstGeom>
          <a:solidFill>
            <a:srgbClr val="0050F9"/>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5" name="i$ḷiḍê"/>
          <p:cNvSpPr/>
          <p:nvPr>
            <p:custDataLst>
              <p:tags r:id="rId5"/>
            </p:custDataLst>
          </p:nvPr>
        </p:nvSpPr>
        <p:spPr>
          <a:xfrm>
            <a:off x="5777163" y="2911339"/>
            <a:ext cx="1117280" cy="1117278"/>
          </a:xfrm>
          <a:prstGeom prst="ellipse">
            <a:avLst/>
          </a:prstGeom>
          <a:solidFill>
            <a:srgbClr val="0050F9"/>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6" name="iṧḻîďê"/>
          <p:cNvSpPr/>
          <p:nvPr>
            <p:custDataLst>
              <p:tags r:id="rId6"/>
            </p:custDataLst>
          </p:nvPr>
        </p:nvSpPr>
        <p:spPr>
          <a:xfrm>
            <a:off x="5777163" y="4315986"/>
            <a:ext cx="1117280" cy="1117278"/>
          </a:xfrm>
          <a:prstGeom prst="ellipse">
            <a:avLst/>
          </a:prstGeom>
          <a:solidFill>
            <a:srgbClr val="0050F9"/>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7" name="í$lïḓè"/>
          <p:cNvSpPr/>
          <p:nvPr>
            <p:custDataLst>
              <p:tags r:id="rId7"/>
            </p:custDataLst>
          </p:nvPr>
        </p:nvSpPr>
        <p:spPr>
          <a:xfrm>
            <a:off x="5857256" y="1553137"/>
            <a:ext cx="957093" cy="957091"/>
          </a:xfrm>
          <a:prstGeom prst="ellipse">
            <a:avLst/>
          </a:prstGeom>
          <a:solidFill>
            <a:srgbClr val="0050F9"/>
          </a:solidFill>
          <a:ln w="381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8" name="iṥliḑé"/>
          <p:cNvSpPr/>
          <p:nvPr>
            <p:custDataLst>
              <p:tags r:id="rId8"/>
            </p:custDataLst>
          </p:nvPr>
        </p:nvSpPr>
        <p:spPr>
          <a:xfrm>
            <a:off x="5857256" y="2991432"/>
            <a:ext cx="957093" cy="957091"/>
          </a:xfrm>
          <a:prstGeom prst="ellipse">
            <a:avLst/>
          </a:prstGeom>
          <a:solidFill>
            <a:srgbClr val="0050F9"/>
          </a:solidFill>
          <a:ln w="381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9" name="i$lîḍê"/>
          <p:cNvSpPr/>
          <p:nvPr>
            <p:custDataLst>
              <p:tags r:id="rId9"/>
            </p:custDataLst>
          </p:nvPr>
        </p:nvSpPr>
        <p:spPr>
          <a:xfrm>
            <a:off x="5857256" y="4396080"/>
            <a:ext cx="957093" cy="957091"/>
          </a:xfrm>
          <a:prstGeom prst="ellipse">
            <a:avLst/>
          </a:prstGeom>
          <a:solidFill>
            <a:srgbClr val="0050F9"/>
          </a:solidFill>
          <a:ln w="381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20" name="îšlíḍe"/>
          <p:cNvSpPr/>
          <p:nvPr>
            <p:custDataLst>
              <p:tags r:id="rId10"/>
            </p:custDataLst>
          </p:nvPr>
        </p:nvSpPr>
        <p:spPr>
          <a:xfrm>
            <a:off x="7049135" y="2814955"/>
            <a:ext cx="4260215" cy="1198880"/>
          </a:xfrm>
          <a:prstGeom prst="rect">
            <a:avLst/>
          </a:prstGeom>
        </p:spPr>
        <p:txBody>
          <a:bodyPr wrap="square" anchor="ctr" anchorCtr="0">
            <a:spAutoFit/>
          </a:bodyPr>
          <a:lstStyle/>
          <a:p>
            <a:pPr lvl="0">
              <a:lnSpc>
                <a:spcPct val="150000"/>
              </a:lnSpc>
              <a:defRPr/>
            </a:pPr>
            <a:r>
              <a:rPr lang="zh-CN" altLang="en-US" sz="1600" dirty="0">
                <a:solidFill>
                  <a:srgbClr val="000000"/>
                </a:solidFill>
                <a:cs typeface="+mn-ea"/>
                <a:sym typeface="+mn-lt"/>
              </a:rPr>
              <a:t>面向高年级、毕业生，搭建经验沉淀和价值输出的专属渠道，满足其分享意愿、个人影响力塑造及潜在收益需求</a:t>
            </a:r>
            <a:endParaRPr lang="zh-CN" altLang="en-US" sz="1600" dirty="0">
              <a:solidFill>
                <a:srgbClr val="000000"/>
              </a:solidFill>
              <a:cs typeface="+mn-ea"/>
              <a:sym typeface="+mn-lt"/>
            </a:endParaRPr>
          </a:p>
        </p:txBody>
      </p:sp>
      <p:sp>
        <p:nvSpPr>
          <p:cNvPr id="22" name="îṣlïďê"/>
          <p:cNvSpPr/>
          <p:nvPr>
            <p:custDataLst>
              <p:tags r:id="rId11"/>
            </p:custDataLst>
          </p:nvPr>
        </p:nvSpPr>
        <p:spPr>
          <a:xfrm>
            <a:off x="7049135" y="1376680"/>
            <a:ext cx="4260215" cy="1198880"/>
          </a:xfrm>
          <a:prstGeom prst="rect">
            <a:avLst/>
          </a:prstGeom>
        </p:spPr>
        <p:txBody>
          <a:bodyPr wrap="square" anchor="ctr" anchorCtr="0">
            <a:spAutoFit/>
          </a:bodyPr>
          <a:lstStyle/>
          <a:p>
            <a:pPr lvl="0">
              <a:lnSpc>
                <a:spcPct val="150000"/>
              </a:lnSpc>
              <a:defRPr/>
            </a:pPr>
            <a:r>
              <a:rPr lang="zh-CN" altLang="en-US" sz="1600" dirty="0">
                <a:solidFill>
                  <a:srgbClr val="000000"/>
                </a:solidFill>
                <a:cs typeface="+mn-ea"/>
                <a:sym typeface="+mn-lt"/>
              </a:rPr>
              <a:t>面向新生、低年级学生，提供入门导航和资料补给的一站式解决方案，覆盖专业入门、课程复习、考研考证等全学习周期</a:t>
            </a:r>
            <a:endParaRPr lang="zh-CN" altLang="en-US" sz="1600" dirty="0">
              <a:solidFill>
                <a:srgbClr val="000000"/>
              </a:solidFill>
              <a:cs typeface="+mn-ea"/>
              <a:sym typeface="+mn-lt"/>
            </a:endParaRPr>
          </a:p>
        </p:txBody>
      </p:sp>
      <p:sp>
        <p:nvSpPr>
          <p:cNvPr id="23" name="îşḷiďe"/>
          <p:cNvSpPr/>
          <p:nvPr>
            <p:custDataLst>
              <p:tags r:id="rId12"/>
            </p:custDataLst>
          </p:nvPr>
        </p:nvSpPr>
        <p:spPr>
          <a:xfrm>
            <a:off x="7048939" y="4219767"/>
            <a:ext cx="3661747" cy="1198880"/>
          </a:xfrm>
          <a:prstGeom prst="rect">
            <a:avLst/>
          </a:prstGeom>
        </p:spPr>
        <p:txBody>
          <a:bodyPr wrap="square" anchor="ctr" anchorCtr="0">
            <a:spAutoFit/>
          </a:bodyPr>
          <a:lstStyle/>
          <a:p>
            <a:pPr lvl="0">
              <a:lnSpc>
                <a:spcPct val="150000"/>
              </a:lnSpc>
              <a:defRPr/>
            </a:pPr>
            <a:r>
              <a:rPr lang="zh-CN" altLang="en-US" sz="1600" dirty="0">
                <a:solidFill>
                  <a:srgbClr val="000000"/>
                </a:solidFill>
                <a:cs typeface="+mn-ea"/>
                <a:sym typeface="+mn-lt"/>
              </a:rPr>
              <a:t>面向高校院系（潜在合作方），成为官方资源的补充延伸，助力校园学习资源优化与学风建设</a:t>
            </a:r>
            <a:endParaRPr lang="zh-CN" altLang="en-US" sz="1600" dirty="0">
              <a:solidFill>
                <a:srgbClr val="000000"/>
              </a:solidFill>
              <a:cs typeface="+mn-ea"/>
              <a:sym typeface="+mn-lt"/>
            </a:endParaRPr>
          </a:p>
        </p:txBody>
      </p:sp>
      <p:sp>
        <p:nvSpPr>
          <p:cNvPr id="24" name="wrench-and-bolt-tool-with-hammer_28491"/>
          <p:cNvSpPr/>
          <p:nvPr>
            <p:custDataLst>
              <p:tags r:id="rId13"/>
            </p:custDataLst>
          </p:nvPr>
        </p:nvSpPr>
        <p:spPr>
          <a:xfrm>
            <a:off x="6041635" y="1726838"/>
            <a:ext cx="588333" cy="609685"/>
          </a:xfrm>
          <a:custGeom>
            <a:avLst/>
            <a:gdLst>
              <a:gd name="connsiteX0" fmla="*/ 447790 w 584385"/>
              <a:gd name="connsiteY0" fmla="*/ 469190 h 605593"/>
              <a:gd name="connsiteX1" fmla="*/ 477338 w 584385"/>
              <a:gd name="connsiteY1" fmla="*/ 498570 h 605593"/>
              <a:gd name="connsiteX2" fmla="*/ 466490 w 584385"/>
              <a:gd name="connsiteY2" fmla="*/ 538773 h 605593"/>
              <a:gd name="connsiteX3" fmla="*/ 426300 w 584385"/>
              <a:gd name="connsiteY3" fmla="*/ 549494 h 605593"/>
              <a:gd name="connsiteX4" fmla="*/ 396752 w 584385"/>
              <a:gd name="connsiteY4" fmla="*/ 520114 h 605593"/>
              <a:gd name="connsiteX5" fmla="*/ 407600 w 584385"/>
              <a:gd name="connsiteY5" fmla="*/ 479911 h 605593"/>
              <a:gd name="connsiteX6" fmla="*/ 448054 w 584385"/>
              <a:gd name="connsiteY6" fmla="*/ 453715 h 605593"/>
              <a:gd name="connsiteX7" fmla="*/ 399530 w 584385"/>
              <a:gd name="connsiteY7" fmla="*/ 466706 h 605593"/>
              <a:gd name="connsiteX8" fmla="*/ 394367 w 584385"/>
              <a:gd name="connsiteY8" fmla="*/ 471965 h 605593"/>
              <a:gd name="connsiteX9" fmla="*/ 381359 w 584385"/>
              <a:gd name="connsiteY9" fmla="*/ 520426 h 605593"/>
              <a:gd name="connsiteX10" fmla="*/ 383217 w 584385"/>
              <a:gd name="connsiteY10" fmla="*/ 527540 h 605593"/>
              <a:gd name="connsiteX11" fmla="*/ 418733 w 584385"/>
              <a:gd name="connsiteY11" fmla="*/ 563009 h 605593"/>
              <a:gd name="connsiteX12" fmla="*/ 423998 w 584385"/>
              <a:gd name="connsiteY12" fmla="*/ 565175 h 605593"/>
              <a:gd name="connsiteX13" fmla="*/ 425960 w 584385"/>
              <a:gd name="connsiteY13" fmla="*/ 564865 h 605593"/>
              <a:gd name="connsiteX14" fmla="*/ 474381 w 584385"/>
              <a:gd name="connsiteY14" fmla="*/ 551977 h 605593"/>
              <a:gd name="connsiteX15" fmla="*/ 479647 w 584385"/>
              <a:gd name="connsiteY15" fmla="*/ 546718 h 605593"/>
              <a:gd name="connsiteX16" fmla="*/ 492655 w 584385"/>
              <a:gd name="connsiteY16" fmla="*/ 498257 h 605593"/>
              <a:gd name="connsiteX17" fmla="*/ 490694 w 584385"/>
              <a:gd name="connsiteY17" fmla="*/ 491143 h 605593"/>
              <a:gd name="connsiteX18" fmla="*/ 455178 w 584385"/>
              <a:gd name="connsiteY18" fmla="*/ 455674 h 605593"/>
              <a:gd name="connsiteX19" fmla="*/ 448054 w 584385"/>
              <a:gd name="connsiteY19" fmla="*/ 453715 h 605593"/>
              <a:gd name="connsiteX20" fmla="*/ 437007 w 584385"/>
              <a:gd name="connsiteY20" fmla="*/ 413090 h 605593"/>
              <a:gd name="connsiteX21" fmla="*/ 505148 w 584385"/>
              <a:gd name="connsiteY21" fmla="*/ 441239 h 605593"/>
              <a:gd name="connsiteX22" fmla="*/ 533436 w 584385"/>
              <a:gd name="connsiteY22" fmla="*/ 509290 h 605593"/>
              <a:gd name="connsiteX23" fmla="*/ 505148 w 584385"/>
              <a:gd name="connsiteY23" fmla="*/ 577444 h 605593"/>
              <a:gd name="connsiteX24" fmla="*/ 437007 w 584385"/>
              <a:gd name="connsiteY24" fmla="*/ 605593 h 605593"/>
              <a:gd name="connsiteX25" fmla="*/ 368866 w 584385"/>
              <a:gd name="connsiteY25" fmla="*/ 577444 h 605593"/>
              <a:gd name="connsiteX26" fmla="*/ 346979 w 584385"/>
              <a:gd name="connsiteY26" fmla="*/ 475161 h 605593"/>
              <a:gd name="connsiteX27" fmla="*/ 347598 w 584385"/>
              <a:gd name="connsiteY27" fmla="*/ 473821 h 605593"/>
              <a:gd name="connsiteX28" fmla="*/ 348424 w 584385"/>
              <a:gd name="connsiteY28" fmla="*/ 471552 h 605593"/>
              <a:gd name="connsiteX29" fmla="*/ 349043 w 584385"/>
              <a:gd name="connsiteY29" fmla="*/ 470109 h 605593"/>
              <a:gd name="connsiteX30" fmla="*/ 368866 w 584385"/>
              <a:gd name="connsiteY30" fmla="*/ 441239 h 605593"/>
              <a:gd name="connsiteX31" fmla="*/ 437007 w 584385"/>
              <a:gd name="connsiteY31" fmla="*/ 413090 h 605593"/>
              <a:gd name="connsiteX32" fmla="*/ 332446 w 584385"/>
              <a:gd name="connsiteY32" fmla="*/ 356991 h 605593"/>
              <a:gd name="connsiteX33" fmla="*/ 384402 w 584385"/>
              <a:gd name="connsiteY33" fmla="*/ 408842 h 605593"/>
              <a:gd name="connsiteX34" fmla="*/ 359715 w 584385"/>
              <a:gd name="connsiteY34" fmla="*/ 427295 h 605593"/>
              <a:gd name="connsiteX35" fmla="*/ 338127 w 584385"/>
              <a:gd name="connsiteY35" fmla="*/ 458323 h 605593"/>
              <a:gd name="connsiteX36" fmla="*/ 284623 w 584385"/>
              <a:gd name="connsiteY36" fmla="*/ 404925 h 605593"/>
              <a:gd name="connsiteX37" fmla="*/ 332446 w 584385"/>
              <a:gd name="connsiteY37" fmla="*/ 356991 h 605593"/>
              <a:gd name="connsiteX38" fmla="*/ 195145 w 584385"/>
              <a:gd name="connsiteY38" fmla="*/ 219882 h 605593"/>
              <a:gd name="connsiteX39" fmla="*/ 274038 w 584385"/>
              <a:gd name="connsiteY39" fmla="*/ 298642 h 605593"/>
              <a:gd name="connsiteX40" fmla="*/ 226124 w 584385"/>
              <a:gd name="connsiteY40" fmla="*/ 346476 h 605593"/>
              <a:gd name="connsiteX41" fmla="*/ 147232 w 584385"/>
              <a:gd name="connsiteY41" fmla="*/ 267819 h 605593"/>
              <a:gd name="connsiteX42" fmla="*/ 148987 w 584385"/>
              <a:gd name="connsiteY42" fmla="*/ 266891 h 605593"/>
              <a:gd name="connsiteX43" fmla="*/ 151982 w 584385"/>
              <a:gd name="connsiteY43" fmla="*/ 265138 h 605593"/>
              <a:gd name="connsiteX44" fmla="*/ 157351 w 584385"/>
              <a:gd name="connsiteY44" fmla="*/ 261839 h 605593"/>
              <a:gd name="connsiteX45" fmla="*/ 160243 w 584385"/>
              <a:gd name="connsiteY45" fmla="*/ 259881 h 605593"/>
              <a:gd name="connsiteX46" fmla="*/ 165509 w 584385"/>
              <a:gd name="connsiteY46" fmla="*/ 255963 h 605593"/>
              <a:gd name="connsiteX47" fmla="*/ 167987 w 584385"/>
              <a:gd name="connsiteY47" fmla="*/ 254108 h 605593"/>
              <a:gd name="connsiteX48" fmla="*/ 175009 w 584385"/>
              <a:gd name="connsiteY48" fmla="*/ 247613 h 605593"/>
              <a:gd name="connsiteX49" fmla="*/ 181825 w 584385"/>
              <a:gd name="connsiteY49" fmla="*/ 240088 h 605593"/>
              <a:gd name="connsiteX50" fmla="*/ 183683 w 584385"/>
              <a:gd name="connsiteY50" fmla="*/ 237716 h 605593"/>
              <a:gd name="connsiteX51" fmla="*/ 188124 w 584385"/>
              <a:gd name="connsiteY51" fmla="*/ 231737 h 605593"/>
              <a:gd name="connsiteX52" fmla="*/ 189879 w 584385"/>
              <a:gd name="connsiteY52" fmla="*/ 229057 h 605593"/>
              <a:gd name="connsiteX53" fmla="*/ 194319 w 584385"/>
              <a:gd name="connsiteY53" fmla="*/ 221222 h 605593"/>
              <a:gd name="connsiteX54" fmla="*/ 195042 w 584385"/>
              <a:gd name="connsiteY54" fmla="*/ 220088 h 605593"/>
              <a:gd name="connsiteX55" fmla="*/ 195145 w 584385"/>
              <a:gd name="connsiteY55" fmla="*/ 219882 h 605593"/>
              <a:gd name="connsiteX56" fmla="*/ 382962 w 584385"/>
              <a:gd name="connsiteY56" fmla="*/ 211555 h 605593"/>
              <a:gd name="connsiteX57" fmla="*/ 419615 w 584385"/>
              <a:gd name="connsiteY57" fmla="*/ 248152 h 605593"/>
              <a:gd name="connsiteX58" fmla="*/ 115242 w 584385"/>
              <a:gd name="connsiteY58" fmla="*/ 552884 h 605593"/>
              <a:gd name="connsiteX59" fmla="*/ 114932 w 584385"/>
              <a:gd name="connsiteY59" fmla="*/ 553193 h 605593"/>
              <a:gd name="connsiteX60" fmla="*/ 112351 w 584385"/>
              <a:gd name="connsiteY60" fmla="*/ 555771 h 605593"/>
              <a:gd name="connsiteX61" fmla="*/ 110905 w 584385"/>
              <a:gd name="connsiteY61" fmla="*/ 556492 h 605593"/>
              <a:gd name="connsiteX62" fmla="*/ 98206 w 584385"/>
              <a:gd name="connsiteY62" fmla="*/ 560616 h 605593"/>
              <a:gd name="connsiteX63" fmla="*/ 78382 w 584385"/>
              <a:gd name="connsiteY63" fmla="*/ 553090 h 605593"/>
              <a:gd name="connsiteX64" fmla="*/ 74872 w 584385"/>
              <a:gd name="connsiteY64" fmla="*/ 519999 h 605593"/>
              <a:gd name="connsiteX65" fmla="*/ 75698 w 584385"/>
              <a:gd name="connsiteY65" fmla="*/ 518452 h 605593"/>
              <a:gd name="connsiteX66" fmla="*/ 96419 w 584385"/>
              <a:gd name="connsiteY66" fmla="*/ 72965 h 605593"/>
              <a:gd name="connsiteX67" fmla="*/ 164556 w 584385"/>
              <a:gd name="connsiteY67" fmla="*/ 101113 h 605593"/>
              <a:gd name="connsiteX68" fmla="*/ 187165 w 584385"/>
              <a:gd name="connsiteY68" fmla="*/ 201228 h 605593"/>
              <a:gd name="connsiteX69" fmla="*/ 186546 w 584385"/>
              <a:gd name="connsiteY69" fmla="*/ 202671 h 605593"/>
              <a:gd name="connsiteX70" fmla="*/ 185823 w 584385"/>
              <a:gd name="connsiteY70" fmla="*/ 204321 h 605593"/>
              <a:gd name="connsiteX71" fmla="*/ 164453 w 584385"/>
              <a:gd name="connsiteY71" fmla="*/ 237211 h 605593"/>
              <a:gd name="connsiteX72" fmla="*/ 134824 w 584385"/>
              <a:gd name="connsiteY72" fmla="*/ 257317 h 605593"/>
              <a:gd name="connsiteX73" fmla="*/ 133069 w 584385"/>
              <a:gd name="connsiteY73" fmla="*/ 258039 h 605593"/>
              <a:gd name="connsiteX74" fmla="*/ 131623 w 584385"/>
              <a:gd name="connsiteY74" fmla="*/ 258554 h 605593"/>
              <a:gd name="connsiteX75" fmla="*/ 96109 w 584385"/>
              <a:gd name="connsiteY75" fmla="*/ 265256 h 605593"/>
              <a:gd name="connsiteX76" fmla="*/ 28282 w 584385"/>
              <a:gd name="connsiteY76" fmla="*/ 237211 h 605593"/>
              <a:gd name="connsiteX77" fmla="*/ 3505 w 584385"/>
              <a:gd name="connsiteY77" fmla="*/ 143592 h 605593"/>
              <a:gd name="connsiteX78" fmla="*/ 49962 w 584385"/>
              <a:gd name="connsiteY78" fmla="*/ 189989 h 605593"/>
              <a:gd name="connsiteX79" fmla="*/ 55640 w 584385"/>
              <a:gd name="connsiteY79" fmla="*/ 192154 h 605593"/>
              <a:gd name="connsiteX80" fmla="*/ 109530 w 584385"/>
              <a:gd name="connsiteY80" fmla="*/ 189268 h 605593"/>
              <a:gd name="connsiteX81" fmla="*/ 116551 w 584385"/>
              <a:gd name="connsiteY81" fmla="*/ 182256 h 605593"/>
              <a:gd name="connsiteX82" fmla="*/ 119441 w 584385"/>
              <a:gd name="connsiteY82" fmla="*/ 128436 h 605593"/>
              <a:gd name="connsiteX83" fmla="*/ 117273 w 584385"/>
              <a:gd name="connsiteY83" fmla="*/ 122868 h 605593"/>
              <a:gd name="connsiteX84" fmla="*/ 70713 w 584385"/>
              <a:gd name="connsiteY84" fmla="*/ 76367 h 605593"/>
              <a:gd name="connsiteX85" fmla="*/ 96419 w 584385"/>
              <a:gd name="connsiteY85" fmla="*/ 72965 h 605593"/>
              <a:gd name="connsiteX86" fmla="*/ 408632 w 584385"/>
              <a:gd name="connsiteY86" fmla="*/ 0 h 605593"/>
              <a:gd name="connsiteX87" fmla="*/ 413898 w 584385"/>
              <a:gd name="connsiteY87" fmla="*/ 2165 h 605593"/>
              <a:gd name="connsiteX88" fmla="*/ 584385 w 584385"/>
              <a:gd name="connsiteY88" fmla="*/ 172357 h 605593"/>
              <a:gd name="connsiteX89" fmla="*/ 584385 w 584385"/>
              <a:gd name="connsiteY89" fmla="*/ 307913 h 605593"/>
              <a:gd name="connsiteX90" fmla="*/ 547624 w 584385"/>
              <a:gd name="connsiteY90" fmla="*/ 344611 h 605593"/>
              <a:gd name="connsiteX91" fmla="*/ 537091 w 584385"/>
              <a:gd name="connsiteY91" fmla="*/ 344611 h 605593"/>
              <a:gd name="connsiteX92" fmla="*/ 439404 w 584385"/>
              <a:gd name="connsiteY92" fmla="*/ 246990 h 605593"/>
              <a:gd name="connsiteX93" fmla="*/ 437236 w 584385"/>
              <a:gd name="connsiteY93" fmla="*/ 241630 h 605593"/>
              <a:gd name="connsiteX94" fmla="*/ 389734 w 584385"/>
              <a:gd name="connsiteY94" fmla="*/ 194314 h 605593"/>
              <a:gd name="connsiteX95" fmla="*/ 384468 w 584385"/>
              <a:gd name="connsiteY95" fmla="*/ 192252 h 605593"/>
              <a:gd name="connsiteX96" fmla="*/ 304026 w 584385"/>
              <a:gd name="connsiteY96" fmla="*/ 111846 h 605593"/>
              <a:gd name="connsiteX97" fmla="*/ 304026 w 584385"/>
              <a:gd name="connsiteY97" fmla="*/ 101435 h 605593"/>
              <a:gd name="connsiteX98" fmla="*/ 403365 w 584385"/>
              <a:gd name="connsiteY98" fmla="*/ 2165 h 605593"/>
              <a:gd name="connsiteX99" fmla="*/ 408632 w 584385"/>
              <a:gd name="connsiteY99" fmla="*/ 0 h 60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584385" h="605593">
                <a:moveTo>
                  <a:pt x="447790" y="469190"/>
                </a:moveTo>
                <a:lnTo>
                  <a:pt x="477338" y="498570"/>
                </a:lnTo>
                <a:lnTo>
                  <a:pt x="466490" y="538773"/>
                </a:lnTo>
                <a:lnTo>
                  <a:pt x="426300" y="549494"/>
                </a:lnTo>
                <a:lnTo>
                  <a:pt x="396752" y="520114"/>
                </a:lnTo>
                <a:lnTo>
                  <a:pt x="407600" y="479911"/>
                </a:lnTo>
                <a:close/>
                <a:moveTo>
                  <a:pt x="448054" y="453715"/>
                </a:moveTo>
                <a:lnTo>
                  <a:pt x="399530" y="466706"/>
                </a:lnTo>
                <a:cubicBezTo>
                  <a:pt x="397052" y="467428"/>
                  <a:pt x="394987" y="469387"/>
                  <a:pt x="394367" y="471965"/>
                </a:cubicBezTo>
                <a:lnTo>
                  <a:pt x="381359" y="520426"/>
                </a:lnTo>
                <a:cubicBezTo>
                  <a:pt x="380636" y="522900"/>
                  <a:pt x="381359" y="525684"/>
                  <a:pt x="383217" y="527540"/>
                </a:cubicBezTo>
                <a:lnTo>
                  <a:pt x="418733" y="563009"/>
                </a:lnTo>
                <a:cubicBezTo>
                  <a:pt x="420179" y="564453"/>
                  <a:pt x="422037" y="565175"/>
                  <a:pt x="423998" y="565175"/>
                </a:cubicBezTo>
                <a:cubicBezTo>
                  <a:pt x="424618" y="565175"/>
                  <a:pt x="425341" y="565071"/>
                  <a:pt x="425960" y="564865"/>
                </a:cubicBezTo>
                <a:lnTo>
                  <a:pt x="474381" y="551977"/>
                </a:lnTo>
                <a:cubicBezTo>
                  <a:pt x="476962" y="551255"/>
                  <a:pt x="479027" y="549296"/>
                  <a:pt x="479647" y="546718"/>
                </a:cubicBezTo>
                <a:lnTo>
                  <a:pt x="492655" y="498257"/>
                </a:lnTo>
                <a:cubicBezTo>
                  <a:pt x="493378" y="495680"/>
                  <a:pt x="492655" y="492999"/>
                  <a:pt x="490694" y="491143"/>
                </a:cubicBezTo>
                <a:lnTo>
                  <a:pt x="455178" y="455674"/>
                </a:lnTo>
                <a:cubicBezTo>
                  <a:pt x="453320" y="453818"/>
                  <a:pt x="450635" y="453096"/>
                  <a:pt x="448054" y="453715"/>
                </a:cubicBezTo>
                <a:close/>
                <a:moveTo>
                  <a:pt x="437007" y="413090"/>
                </a:moveTo>
                <a:cubicBezTo>
                  <a:pt x="462715" y="413090"/>
                  <a:pt x="486977" y="423091"/>
                  <a:pt x="505148" y="441239"/>
                </a:cubicBezTo>
                <a:cubicBezTo>
                  <a:pt x="523318" y="459489"/>
                  <a:pt x="533436" y="483616"/>
                  <a:pt x="533436" y="509290"/>
                </a:cubicBezTo>
                <a:cubicBezTo>
                  <a:pt x="533436" y="535067"/>
                  <a:pt x="523318" y="559194"/>
                  <a:pt x="505148" y="577444"/>
                </a:cubicBezTo>
                <a:cubicBezTo>
                  <a:pt x="486977" y="595591"/>
                  <a:pt x="462715" y="605593"/>
                  <a:pt x="437007" y="605593"/>
                </a:cubicBezTo>
                <a:cubicBezTo>
                  <a:pt x="411300" y="605593"/>
                  <a:pt x="387037" y="595591"/>
                  <a:pt x="368866" y="577444"/>
                </a:cubicBezTo>
                <a:cubicBezTo>
                  <a:pt x="342023" y="550533"/>
                  <a:pt x="333454" y="510527"/>
                  <a:pt x="346979" y="475161"/>
                </a:cubicBezTo>
                <a:cubicBezTo>
                  <a:pt x="347185" y="474749"/>
                  <a:pt x="347392" y="474233"/>
                  <a:pt x="347598" y="473821"/>
                </a:cubicBezTo>
                <a:cubicBezTo>
                  <a:pt x="347805" y="473099"/>
                  <a:pt x="348114" y="472274"/>
                  <a:pt x="348424" y="471552"/>
                </a:cubicBezTo>
                <a:lnTo>
                  <a:pt x="349043" y="470109"/>
                </a:lnTo>
                <a:cubicBezTo>
                  <a:pt x="353999" y="459179"/>
                  <a:pt x="360607" y="449487"/>
                  <a:pt x="368866" y="441239"/>
                </a:cubicBezTo>
                <a:cubicBezTo>
                  <a:pt x="387037" y="423091"/>
                  <a:pt x="411300" y="413090"/>
                  <a:pt x="437007" y="413090"/>
                </a:cubicBezTo>
                <a:close/>
                <a:moveTo>
                  <a:pt x="332446" y="356991"/>
                </a:moveTo>
                <a:lnTo>
                  <a:pt x="384402" y="408842"/>
                </a:lnTo>
                <a:cubicBezTo>
                  <a:pt x="375312" y="413791"/>
                  <a:pt x="367049" y="420079"/>
                  <a:pt x="359715" y="427295"/>
                </a:cubicBezTo>
                <a:cubicBezTo>
                  <a:pt x="350832" y="436263"/>
                  <a:pt x="343499" y="446778"/>
                  <a:pt x="338127" y="458323"/>
                </a:cubicBezTo>
                <a:lnTo>
                  <a:pt x="284623" y="404925"/>
                </a:lnTo>
                <a:cubicBezTo>
                  <a:pt x="300220" y="389360"/>
                  <a:pt x="316333" y="373175"/>
                  <a:pt x="332446" y="356991"/>
                </a:cubicBezTo>
                <a:close/>
                <a:moveTo>
                  <a:pt x="195145" y="219882"/>
                </a:moveTo>
                <a:lnTo>
                  <a:pt x="274038" y="298642"/>
                </a:lnTo>
                <a:lnTo>
                  <a:pt x="226124" y="346476"/>
                </a:lnTo>
                <a:lnTo>
                  <a:pt x="147232" y="267819"/>
                </a:lnTo>
                <a:cubicBezTo>
                  <a:pt x="147851" y="267509"/>
                  <a:pt x="148368" y="267200"/>
                  <a:pt x="148987" y="266891"/>
                </a:cubicBezTo>
                <a:cubicBezTo>
                  <a:pt x="150020" y="266272"/>
                  <a:pt x="150949" y="265757"/>
                  <a:pt x="151982" y="265138"/>
                </a:cubicBezTo>
                <a:cubicBezTo>
                  <a:pt x="153841" y="264107"/>
                  <a:pt x="155596" y="262973"/>
                  <a:pt x="157351" y="261839"/>
                </a:cubicBezTo>
                <a:cubicBezTo>
                  <a:pt x="158384" y="261221"/>
                  <a:pt x="159313" y="260602"/>
                  <a:pt x="160243" y="259881"/>
                </a:cubicBezTo>
                <a:cubicBezTo>
                  <a:pt x="162102" y="258644"/>
                  <a:pt x="163857" y="257304"/>
                  <a:pt x="165509" y="255963"/>
                </a:cubicBezTo>
                <a:cubicBezTo>
                  <a:pt x="166335" y="255345"/>
                  <a:pt x="167161" y="254726"/>
                  <a:pt x="167987" y="254108"/>
                </a:cubicBezTo>
                <a:cubicBezTo>
                  <a:pt x="170362" y="252046"/>
                  <a:pt x="172738" y="249881"/>
                  <a:pt x="175009" y="247613"/>
                </a:cubicBezTo>
                <a:cubicBezTo>
                  <a:pt x="177384" y="245242"/>
                  <a:pt x="179656" y="242768"/>
                  <a:pt x="181825" y="240088"/>
                </a:cubicBezTo>
                <a:cubicBezTo>
                  <a:pt x="182444" y="239366"/>
                  <a:pt x="183064" y="238541"/>
                  <a:pt x="183683" y="237716"/>
                </a:cubicBezTo>
                <a:cubicBezTo>
                  <a:pt x="185232" y="235758"/>
                  <a:pt x="186678" y="233799"/>
                  <a:pt x="188124" y="231737"/>
                </a:cubicBezTo>
                <a:cubicBezTo>
                  <a:pt x="188640" y="230809"/>
                  <a:pt x="189259" y="229985"/>
                  <a:pt x="189879" y="229057"/>
                </a:cubicBezTo>
                <a:cubicBezTo>
                  <a:pt x="191428" y="226480"/>
                  <a:pt x="192977" y="223902"/>
                  <a:pt x="194319" y="221222"/>
                </a:cubicBezTo>
                <a:cubicBezTo>
                  <a:pt x="194526" y="220913"/>
                  <a:pt x="194836" y="220501"/>
                  <a:pt x="195042" y="220088"/>
                </a:cubicBezTo>
                <a:cubicBezTo>
                  <a:pt x="195042" y="219985"/>
                  <a:pt x="195042" y="219882"/>
                  <a:pt x="195145" y="219882"/>
                </a:cubicBezTo>
                <a:close/>
                <a:moveTo>
                  <a:pt x="382962" y="211555"/>
                </a:moveTo>
                <a:lnTo>
                  <a:pt x="419615" y="248152"/>
                </a:lnTo>
                <a:lnTo>
                  <a:pt x="115242" y="552884"/>
                </a:lnTo>
                <a:cubicBezTo>
                  <a:pt x="115139" y="552987"/>
                  <a:pt x="115035" y="553090"/>
                  <a:pt x="114932" y="553193"/>
                </a:cubicBezTo>
                <a:lnTo>
                  <a:pt x="112351" y="555771"/>
                </a:lnTo>
                <a:cubicBezTo>
                  <a:pt x="111835" y="555874"/>
                  <a:pt x="111318" y="556183"/>
                  <a:pt x="110905" y="556492"/>
                </a:cubicBezTo>
                <a:cubicBezTo>
                  <a:pt x="107085" y="558966"/>
                  <a:pt x="102646" y="560306"/>
                  <a:pt x="98206" y="560616"/>
                </a:cubicBezTo>
                <a:cubicBezTo>
                  <a:pt x="90979" y="560925"/>
                  <a:pt x="83648" y="558348"/>
                  <a:pt x="78382" y="553090"/>
                </a:cubicBezTo>
                <a:cubicBezTo>
                  <a:pt x="69503" y="544328"/>
                  <a:pt x="68058" y="530307"/>
                  <a:pt x="74872" y="519999"/>
                </a:cubicBezTo>
                <a:cubicBezTo>
                  <a:pt x="75182" y="519483"/>
                  <a:pt x="75492" y="518968"/>
                  <a:pt x="75698" y="518452"/>
                </a:cubicBezTo>
                <a:close/>
                <a:moveTo>
                  <a:pt x="96419" y="72965"/>
                </a:moveTo>
                <a:cubicBezTo>
                  <a:pt x="122125" y="72965"/>
                  <a:pt x="146283" y="82966"/>
                  <a:pt x="164556" y="101113"/>
                </a:cubicBezTo>
                <a:cubicBezTo>
                  <a:pt x="190572" y="127095"/>
                  <a:pt x="199451" y="166378"/>
                  <a:pt x="187165" y="201228"/>
                </a:cubicBezTo>
                <a:cubicBezTo>
                  <a:pt x="186959" y="201640"/>
                  <a:pt x="186752" y="202156"/>
                  <a:pt x="186546" y="202671"/>
                </a:cubicBezTo>
                <a:cubicBezTo>
                  <a:pt x="186340" y="203187"/>
                  <a:pt x="186030" y="203805"/>
                  <a:pt x="185823" y="204321"/>
                </a:cubicBezTo>
                <a:cubicBezTo>
                  <a:pt x="180868" y="217003"/>
                  <a:pt x="173744" y="228035"/>
                  <a:pt x="164453" y="237211"/>
                </a:cubicBezTo>
                <a:cubicBezTo>
                  <a:pt x="156091" y="245666"/>
                  <a:pt x="146077" y="252471"/>
                  <a:pt x="134824" y="257317"/>
                </a:cubicBezTo>
                <a:cubicBezTo>
                  <a:pt x="134204" y="257626"/>
                  <a:pt x="133585" y="257832"/>
                  <a:pt x="133069" y="258039"/>
                </a:cubicBezTo>
                <a:lnTo>
                  <a:pt x="131623" y="258554"/>
                </a:lnTo>
                <a:cubicBezTo>
                  <a:pt x="120370" y="262988"/>
                  <a:pt x="108395" y="265256"/>
                  <a:pt x="96109" y="265256"/>
                </a:cubicBezTo>
                <a:cubicBezTo>
                  <a:pt x="70506" y="265256"/>
                  <a:pt x="46349" y="255358"/>
                  <a:pt x="28282" y="237211"/>
                </a:cubicBezTo>
                <a:cubicBezTo>
                  <a:pt x="3402" y="212466"/>
                  <a:pt x="-5683" y="176689"/>
                  <a:pt x="3505" y="143592"/>
                </a:cubicBezTo>
                <a:lnTo>
                  <a:pt x="49962" y="189989"/>
                </a:lnTo>
                <a:cubicBezTo>
                  <a:pt x="51511" y="191536"/>
                  <a:pt x="53575" y="192258"/>
                  <a:pt x="55640" y="192154"/>
                </a:cubicBezTo>
                <a:lnTo>
                  <a:pt x="109530" y="189268"/>
                </a:lnTo>
                <a:cubicBezTo>
                  <a:pt x="113350" y="189061"/>
                  <a:pt x="116344" y="186071"/>
                  <a:pt x="116551" y="182256"/>
                </a:cubicBezTo>
                <a:lnTo>
                  <a:pt x="119441" y="128436"/>
                </a:lnTo>
                <a:cubicBezTo>
                  <a:pt x="119545" y="126373"/>
                  <a:pt x="118719" y="124311"/>
                  <a:pt x="117273" y="122868"/>
                </a:cubicBezTo>
                <a:lnTo>
                  <a:pt x="70713" y="76367"/>
                </a:lnTo>
                <a:cubicBezTo>
                  <a:pt x="79075" y="74099"/>
                  <a:pt x="87644" y="72965"/>
                  <a:pt x="96419" y="72965"/>
                </a:cubicBezTo>
                <a:close/>
                <a:moveTo>
                  <a:pt x="408632" y="0"/>
                </a:moveTo>
                <a:cubicBezTo>
                  <a:pt x="410594" y="0"/>
                  <a:pt x="412453" y="722"/>
                  <a:pt x="413898" y="2165"/>
                </a:cubicBezTo>
                <a:lnTo>
                  <a:pt x="584385" y="172357"/>
                </a:lnTo>
                <a:lnTo>
                  <a:pt x="584385" y="307913"/>
                </a:lnTo>
                <a:lnTo>
                  <a:pt x="547624" y="344611"/>
                </a:lnTo>
                <a:cubicBezTo>
                  <a:pt x="544836" y="347394"/>
                  <a:pt x="539879" y="347394"/>
                  <a:pt x="537091" y="344611"/>
                </a:cubicBezTo>
                <a:lnTo>
                  <a:pt x="439404" y="246990"/>
                </a:lnTo>
                <a:cubicBezTo>
                  <a:pt x="439404" y="245031"/>
                  <a:pt x="438681" y="243176"/>
                  <a:pt x="437236" y="241630"/>
                </a:cubicBezTo>
                <a:lnTo>
                  <a:pt x="389734" y="194314"/>
                </a:lnTo>
                <a:cubicBezTo>
                  <a:pt x="388392" y="192871"/>
                  <a:pt x="386430" y="192149"/>
                  <a:pt x="384468" y="192252"/>
                </a:cubicBezTo>
                <a:lnTo>
                  <a:pt x="304026" y="111846"/>
                </a:lnTo>
                <a:cubicBezTo>
                  <a:pt x="301135" y="108960"/>
                  <a:pt x="301135" y="104321"/>
                  <a:pt x="304026" y="101435"/>
                </a:cubicBezTo>
                <a:lnTo>
                  <a:pt x="403365" y="2165"/>
                </a:lnTo>
                <a:cubicBezTo>
                  <a:pt x="404811" y="722"/>
                  <a:pt x="406670" y="0"/>
                  <a:pt x="408632" y="0"/>
                </a:cubicBezTo>
                <a:close/>
              </a:path>
            </a:pathLst>
          </a:custGeom>
          <a:solidFill>
            <a:srgbClr val="FD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cs typeface="+mn-ea"/>
              <a:sym typeface="+mn-lt"/>
            </a:endParaRPr>
          </a:p>
        </p:txBody>
      </p:sp>
      <p:sp>
        <p:nvSpPr>
          <p:cNvPr id="25" name="iconfont-1033-859673"/>
          <p:cNvSpPr/>
          <p:nvPr>
            <p:custDataLst>
              <p:tags r:id="rId14"/>
            </p:custDataLst>
          </p:nvPr>
        </p:nvSpPr>
        <p:spPr>
          <a:xfrm>
            <a:off x="6092084" y="4552520"/>
            <a:ext cx="533703" cy="609685"/>
          </a:xfrm>
          <a:custGeom>
            <a:avLst/>
            <a:gdLst>
              <a:gd name="T0" fmla="*/ 2374 w 9715"/>
              <a:gd name="T1" fmla="*/ 7982 h 11099"/>
              <a:gd name="T2" fmla="*/ 2374 w 9715"/>
              <a:gd name="T3" fmla="*/ 8491 h 11099"/>
              <a:gd name="T4" fmla="*/ 7595 w 9715"/>
              <a:gd name="T5" fmla="*/ 8240 h 11099"/>
              <a:gd name="T6" fmla="*/ 2374 w 9715"/>
              <a:gd name="T7" fmla="*/ 2843 h 11099"/>
              <a:gd name="T8" fmla="*/ 3111 w 9715"/>
              <a:gd name="T9" fmla="*/ 2843 h 11099"/>
              <a:gd name="T10" fmla="*/ 3365 w 9715"/>
              <a:gd name="T11" fmla="*/ 3831 h 11099"/>
              <a:gd name="T12" fmla="*/ 3625 w 9715"/>
              <a:gd name="T13" fmla="*/ 2843 h 11099"/>
              <a:gd name="T14" fmla="*/ 4613 w 9715"/>
              <a:gd name="T15" fmla="*/ 2585 h 11099"/>
              <a:gd name="T16" fmla="*/ 3625 w 9715"/>
              <a:gd name="T17" fmla="*/ 2327 h 11099"/>
              <a:gd name="T18" fmla="*/ 3365 w 9715"/>
              <a:gd name="T19" fmla="*/ 1337 h 11099"/>
              <a:gd name="T20" fmla="*/ 3111 w 9715"/>
              <a:gd name="T21" fmla="*/ 2327 h 11099"/>
              <a:gd name="T22" fmla="*/ 2122 w 9715"/>
              <a:gd name="T23" fmla="*/ 2585 h 11099"/>
              <a:gd name="T24" fmla="*/ 2122 w 9715"/>
              <a:gd name="T25" fmla="*/ 4633 h 11099"/>
              <a:gd name="T26" fmla="*/ 2374 w 9715"/>
              <a:gd name="T27" fmla="*/ 4890 h 11099"/>
              <a:gd name="T28" fmla="*/ 7595 w 9715"/>
              <a:gd name="T29" fmla="*/ 4633 h 11099"/>
              <a:gd name="T30" fmla="*/ 2374 w 9715"/>
              <a:gd name="T31" fmla="*/ 4375 h 11099"/>
              <a:gd name="T32" fmla="*/ 9586 w 9715"/>
              <a:gd name="T33" fmla="*/ 3212 h 11099"/>
              <a:gd name="T34" fmla="*/ 6506 w 9715"/>
              <a:gd name="T35" fmla="*/ 127 h 11099"/>
              <a:gd name="T36" fmla="*/ 1142 w 9715"/>
              <a:gd name="T37" fmla="*/ 0 h 11099"/>
              <a:gd name="T38" fmla="*/ 0 w 9715"/>
              <a:gd name="T39" fmla="*/ 1146 h 11099"/>
              <a:gd name="T40" fmla="*/ 336 w 9715"/>
              <a:gd name="T41" fmla="*/ 10763 h 11099"/>
              <a:gd name="T42" fmla="*/ 336 w 9715"/>
              <a:gd name="T43" fmla="*/ 10763 h 11099"/>
              <a:gd name="T44" fmla="*/ 8568 w 9715"/>
              <a:gd name="T45" fmla="*/ 11099 h 11099"/>
              <a:gd name="T46" fmla="*/ 9376 w 9715"/>
              <a:gd name="T47" fmla="*/ 10763 h 11099"/>
              <a:gd name="T48" fmla="*/ 9715 w 9715"/>
              <a:gd name="T49" fmla="*/ 3515 h 11099"/>
              <a:gd name="T50" fmla="*/ 6454 w 9715"/>
              <a:gd name="T51" fmla="*/ 1288 h 11099"/>
              <a:gd name="T52" fmla="*/ 8426 w 9715"/>
              <a:gd name="T53" fmla="*/ 3261 h 11099"/>
              <a:gd name="T54" fmla="*/ 6588 w 9715"/>
              <a:gd name="T55" fmla="*/ 3127 h 11099"/>
              <a:gd name="T56" fmla="*/ 6454 w 9715"/>
              <a:gd name="T57" fmla="*/ 2800 h 11099"/>
              <a:gd name="T58" fmla="*/ 8860 w 9715"/>
              <a:gd name="T59" fmla="*/ 9958 h 11099"/>
              <a:gd name="T60" fmla="*/ 8775 w 9715"/>
              <a:gd name="T61" fmla="*/ 10160 h 11099"/>
              <a:gd name="T62" fmla="*/ 8568 w 9715"/>
              <a:gd name="T63" fmla="*/ 10242 h 11099"/>
              <a:gd name="T64" fmla="*/ 940 w 9715"/>
              <a:gd name="T65" fmla="*/ 10160 h 11099"/>
              <a:gd name="T66" fmla="*/ 855 w 9715"/>
              <a:gd name="T67" fmla="*/ 9958 h 11099"/>
              <a:gd name="T68" fmla="*/ 940 w 9715"/>
              <a:gd name="T69" fmla="*/ 940 h 11099"/>
              <a:gd name="T70" fmla="*/ 5940 w 9715"/>
              <a:gd name="T71" fmla="*/ 855 h 11099"/>
              <a:gd name="T72" fmla="*/ 6213 w 9715"/>
              <a:gd name="T73" fmla="*/ 3470 h 11099"/>
              <a:gd name="T74" fmla="*/ 6918 w 9715"/>
              <a:gd name="T75" fmla="*/ 3769 h 11099"/>
              <a:gd name="T76" fmla="*/ 8860 w 9715"/>
              <a:gd name="T77" fmla="*/ 9958 h 11099"/>
              <a:gd name="T78" fmla="*/ 7339 w 9715"/>
              <a:gd name="T79" fmla="*/ 6182 h 11099"/>
              <a:gd name="T80" fmla="*/ 2122 w 9715"/>
              <a:gd name="T81" fmla="*/ 6436 h 11099"/>
              <a:gd name="T82" fmla="*/ 7339 w 9715"/>
              <a:gd name="T83" fmla="*/ 6691 h 11099"/>
              <a:gd name="T84" fmla="*/ 7339 w 9715"/>
              <a:gd name="T85" fmla="*/ 6182 h 110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715" h="11099">
                <a:moveTo>
                  <a:pt x="7339" y="7982"/>
                </a:moveTo>
                <a:lnTo>
                  <a:pt x="2374" y="7982"/>
                </a:lnTo>
                <a:cubicBezTo>
                  <a:pt x="2232" y="7982"/>
                  <a:pt x="2122" y="8096"/>
                  <a:pt x="2122" y="8240"/>
                </a:cubicBezTo>
                <a:cubicBezTo>
                  <a:pt x="2122" y="8382"/>
                  <a:pt x="2232" y="8491"/>
                  <a:pt x="2374" y="8491"/>
                </a:cubicBezTo>
                <a:lnTo>
                  <a:pt x="7339" y="8491"/>
                </a:lnTo>
                <a:cubicBezTo>
                  <a:pt x="7478" y="8491"/>
                  <a:pt x="7595" y="8382"/>
                  <a:pt x="7595" y="8240"/>
                </a:cubicBezTo>
                <a:cubicBezTo>
                  <a:pt x="7595" y="8096"/>
                  <a:pt x="7478" y="7982"/>
                  <a:pt x="7339" y="7982"/>
                </a:cubicBezTo>
                <a:close/>
                <a:moveTo>
                  <a:pt x="2374" y="2843"/>
                </a:moveTo>
                <a:lnTo>
                  <a:pt x="2374" y="2843"/>
                </a:lnTo>
                <a:lnTo>
                  <a:pt x="3111" y="2843"/>
                </a:lnTo>
                <a:lnTo>
                  <a:pt x="3111" y="3577"/>
                </a:lnTo>
                <a:cubicBezTo>
                  <a:pt x="3111" y="3721"/>
                  <a:pt x="3226" y="3831"/>
                  <a:pt x="3365" y="3831"/>
                </a:cubicBezTo>
                <a:cubicBezTo>
                  <a:pt x="3513" y="3831"/>
                  <a:pt x="3625" y="3721"/>
                  <a:pt x="3625" y="3577"/>
                </a:cubicBezTo>
                <a:lnTo>
                  <a:pt x="3625" y="2843"/>
                </a:lnTo>
                <a:lnTo>
                  <a:pt x="4356" y="2843"/>
                </a:lnTo>
                <a:cubicBezTo>
                  <a:pt x="4499" y="2843"/>
                  <a:pt x="4613" y="2724"/>
                  <a:pt x="4613" y="2585"/>
                </a:cubicBezTo>
                <a:cubicBezTo>
                  <a:pt x="4613" y="2443"/>
                  <a:pt x="4499" y="2327"/>
                  <a:pt x="4356" y="2327"/>
                </a:cubicBezTo>
                <a:lnTo>
                  <a:pt x="3625" y="2327"/>
                </a:lnTo>
                <a:lnTo>
                  <a:pt x="3625" y="1594"/>
                </a:lnTo>
                <a:cubicBezTo>
                  <a:pt x="3625" y="1455"/>
                  <a:pt x="3513" y="1337"/>
                  <a:pt x="3365" y="1337"/>
                </a:cubicBezTo>
                <a:cubicBezTo>
                  <a:pt x="3226" y="1337"/>
                  <a:pt x="3111" y="1455"/>
                  <a:pt x="3111" y="1594"/>
                </a:cubicBezTo>
                <a:lnTo>
                  <a:pt x="3111" y="2327"/>
                </a:lnTo>
                <a:lnTo>
                  <a:pt x="2374" y="2327"/>
                </a:lnTo>
                <a:cubicBezTo>
                  <a:pt x="2232" y="2327"/>
                  <a:pt x="2122" y="2443"/>
                  <a:pt x="2122" y="2585"/>
                </a:cubicBezTo>
                <a:cubicBezTo>
                  <a:pt x="2122" y="2724"/>
                  <a:pt x="2232" y="2843"/>
                  <a:pt x="2374" y="2843"/>
                </a:cubicBezTo>
                <a:close/>
                <a:moveTo>
                  <a:pt x="2122" y="4633"/>
                </a:moveTo>
                <a:lnTo>
                  <a:pt x="2122" y="4633"/>
                </a:lnTo>
                <a:cubicBezTo>
                  <a:pt x="2122" y="4775"/>
                  <a:pt x="2232" y="4890"/>
                  <a:pt x="2374" y="4890"/>
                </a:cubicBezTo>
                <a:lnTo>
                  <a:pt x="7339" y="4890"/>
                </a:lnTo>
                <a:cubicBezTo>
                  <a:pt x="7478" y="4890"/>
                  <a:pt x="7595" y="4775"/>
                  <a:pt x="7595" y="4633"/>
                </a:cubicBezTo>
                <a:cubicBezTo>
                  <a:pt x="7595" y="4490"/>
                  <a:pt x="7478" y="4375"/>
                  <a:pt x="7339" y="4375"/>
                </a:cubicBezTo>
                <a:lnTo>
                  <a:pt x="2374" y="4375"/>
                </a:lnTo>
                <a:cubicBezTo>
                  <a:pt x="2232" y="4375"/>
                  <a:pt x="2122" y="4490"/>
                  <a:pt x="2122" y="4633"/>
                </a:cubicBezTo>
                <a:close/>
                <a:moveTo>
                  <a:pt x="9586" y="3212"/>
                </a:moveTo>
                <a:lnTo>
                  <a:pt x="9586" y="3212"/>
                </a:lnTo>
                <a:lnTo>
                  <a:pt x="6506" y="127"/>
                </a:lnTo>
                <a:cubicBezTo>
                  <a:pt x="6427" y="49"/>
                  <a:pt x="6315" y="0"/>
                  <a:pt x="6203" y="0"/>
                </a:cubicBezTo>
                <a:lnTo>
                  <a:pt x="1142" y="0"/>
                </a:lnTo>
                <a:cubicBezTo>
                  <a:pt x="833" y="0"/>
                  <a:pt x="541" y="127"/>
                  <a:pt x="336" y="338"/>
                </a:cubicBezTo>
                <a:cubicBezTo>
                  <a:pt x="126" y="544"/>
                  <a:pt x="0" y="830"/>
                  <a:pt x="0" y="1146"/>
                </a:cubicBezTo>
                <a:lnTo>
                  <a:pt x="0" y="9958"/>
                </a:lnTo>
                <a:cubicBezTo>
                  <a:pt x="0" y="10272"/>
                  <a:pt x="126" y="10557"/>
                  <a:pt x="336" y="10763"/>
                </a:cubicBezTo>
                <a:lnTo>
                  <a:pt x="336" y="10763"/>
                </a:lnTo>
                <a:lnTo>
                  <a:pt x="336" y="10763"/>
                </a:lnTo>
                <a:cubicBezTo>
                  <a:pt x="547" y="10969"/>
                  <a:pt x="833" y="11099"/>
                  <a:pt x="1142" y="11099"/>
                </a:cubicBezTo>
                <a:lnTo>
                  <a:pt x="8568" y="11099"/>
                </a:lnTo>
                <a:cubicBezTo>
                  <a:pt x="8882" y="11099"/>
                  <a:pt x="9160" y="10975"/>
                  <a:pt x="9365" y="10775"/>
                </a:cubicBezTo>
                <a:lnTo>
                  <a:pt x="9376" y="10763"/>
                </a:lnTo>
                <a:cubicBezTo>
                  <a:pt x="9584" y="10557"/>
                  <a:pt x="9715" y="10272"/>
                  <a:pt x="9715" y="9958"/>
                </a:cubicBezTo>
                <a:lnTo>
                  <a:pt x="9715" y="3515"/>
                </a:lnTo>
                <a:cubicBezTo>
                  <a:pt x="9715" y="3406"/>
                  <a:pt x="9671" y="3297"/>
                  <a:pt x="9586" y="3212"/>
                </a:cubicBezTo>
                <a:close/>
                <a:moveTo>
                  <a:pt x="6454" y="1288"/>
                </a:moveTo>
                <a:lnTo>
                  <a:pt x="6454" y="1288"/>
                </a:lnTo>
                <a:lnTo>
                  <a:pt x="8426" y="3261"/>
                </a:lnTo>
                <a:lnTo>
                  <a:pt x="6918" y="3261"/>
                </a:lnTo>
                <a:cubicBezTo>
                  <a:pt x="6790" y="3261"/>
                  <a:pt x="6672" y="3207"/>
                  <a:pt x="6588" y="3127"/>
                </a:cubicBezTo>
                <a:lnTo>
                  <a:pt x="6577" y="3110"/>
                </a:lnTo>
                <a:cubicBezTo>
                  <a:pt x="6506" y="3030"/>
                  <a:pt x="6454" y="2921"/>
                  <a:pt x="6454" y="2800"/>
                </a:cubicBezTo>
                <a:lnTo>
                  <a:pt x="6454" y="1288"/>
                </a:lnTo>
                <a:close/>
                <a:moveTo>
                  <a:pt x="8860" y="9958"/>
                </a:moveTo>
                <a:lnTo>
                  <a:pt x="8860" y="9958"/>
                </a:lnTo>
                <a:cubicBezTo>
                  <a:pt x="8860" y="10035"/>
                  <a:pt x="8833" y="10108"/>
                  <a:pt x="8775" y="10160"/>
                </a:cubicBezTo>
                <a:lnTo>
                  <a:pt x="8775" y="10162"/>
                </a:lnTo>
                <a:cubicBezTo>
                  <a:pt x="8721" y="10211"/>
                  <a:pt x="8647" y="10242"/>
                  <a:pt x="8568" y="10242"/>
                </a:cubicBezTo>
                <a:lnTo>
                  <a:pt x="1142" y="10242"/>
                </a:lnTo>
                <a:cubicBezTo>
                  <a:pt x="1066" y="10242"/>
                  <a:pt x="989" y="10211"/>
                  <a:pt x="940" y="10160"/>
                </a:cubicBezTo>
                <a:lnTo>
                  <a:pt x="940" y="10160"/>
                </a:lnTo>
                <a:cubicBezTo>
                  <a:pt x="888" y="10108"/>
                  <a:pt x="855" y="10035"/>
                  <a:pt x="855" y="9958"/>
                </a:cubicBezTo>
                <a:lnTo>
                  <a:pt x="855" y="1146"/>
                </a:lnTo>
                <a:cubicBezTo>
                  <a:pt x="855" y="1064"/>
                  <a:pt x="888" y="994"/>
                  <a:pt x="940" y="940"/>
                </a:cubicBezTo>
                <a:cubicBezTo>
                  <a:pt x="989" y="892"/>
                  <a:pt x="1066" y="855"/>
                  <a:pt x="1142" y="855"/>
                </a:cubicBezTo>
                <a:lnTo>
                  <a:pt x="5940" y="855"/>
                </a:lnTo>
                <a:lnTo>
                  <a:pt x="5940" y="2800"/>
                </a:lnTo>
                <a:cubicBezTo>
                  <a:pt x="5940" y="3060"/>
                  <a:pt x="6044" y="3297"/>
                  <a:pt x="6213" y="3470"/>
                </a:cubicBezTo>
                <a:lnTo>
                  <a:pt x="6227" y="3485"/>
                </a:lnTo>
                <a:cubicBezTo>
                  <a:pt x="6407" y="3664"/>
                  <a:pt x="6650" y="3769"/>
                  <a:pt x="6918" y="3769"/>
                </a:cubicBezTo>
                <a:lnTo>
                  <a:pt x="8860" y="3769"/>
                </a:lnTo>
                <a:lnTo>
                  <a:pt x="8860" y="9958"/>
                </a:lnTo>
                <a:close/>
                <a:moveTo>
                  <a:pt x="7339" y="6182"/>
                </a:moveTo>
                <a:lnTo>
                  <a:pt x="7339" y="6182"/>
                </a:lnTo>
                <a:lnTo>
                  <a:pt x="2374" y="6182"/>
                </a:lnTo>
                <a:cubicBezTo>
                  <a:pt x="2232" y="6182"/>
                  <a:pt x="2122" y="6294"/>
                  <a:pt x="2122" y="6436"/>
                </a:cubicBezTo>
                <a:cubicBezTo>
                  <a:pt x="2122" y="6579"/>
                  <a:pt x="2232" y="6691"/>
                  <a:pt x="2374" y="6691"/>
                </a:cubicBezTo>
                <a:lnTo>
                  <a:pt x="7339" y="6691"/>
                </a:lnTo>
                <a:cubicBezTo>
                  <a:pt x="7478" y="6691"/>
                  <a:pt x="7595" y="6579"/>
                  <a:pt x="7595" y="6436"/>
                </a:cubicBezTo>
                <a:cubicBezTo>
                  <a:pt x="7595" y="6294"/>
                  <a:pt x="7478" y="6182"/>
                  <a:pt x="7339" y="6182"/>
                </a:cubicBezTo>
                <a:close/>
              </a:path>
            </a:pathLst>
          </a:custGeom>
          <a:solidFill>
            <a:srgbClr val="FD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cs typeface="+mn-ea"/>
              <a:sym typeface="+mn-lt"/>
            </a:endParaRPr>
          </a:p>
        </p:txBody>
      </p:sp>
      <p:sp>
        <p:nvSpPr>
          <p:cNvPr id="26" name="two-books-sizes-outlined-symbol_57105"/>
          <p:cNvSpPr>
            <a:spLocks noChangeAspect="1"/>
          </p:cNvSpPr>
          <p:nvPr>
            <p:custDataLst>
              <p:tags r:id="rId15"/>
            </p:custDataLst>
          </p:nvPr>
        </p:nvSpPr>
        <p:spPr>
          <a:xfrm>
            <a:off x="6054092" y="3208013"/>
            <a:ext cx="562633" cy="542214"/>
          </a:xfrm>
          <a:custGeom>
            <a:avLst/>
            <a:gdLst>
              <a:gd name="connsiteX0" fmla="*/ 62032 w 596327"/>
              <a:gd name="connsiteY0" fmla="*/ 471572 h 574685"/>
              <a:gd name="connsiteX1" fmla="*/ 47689 w 596327"/>
              <a:gd name="connsiteY1" fmla="*/ 485893 h 574685"/>
              <a:gd name="connsiteX2" fmla="*/ 47689 w 596327"/>
              <a:gd name="connsiteY2" fmla="*/ 512746 h 574685"/>
              <a:gd name="connsiteX3" fmla="*/ 62032 w 596327"/>
              <a:gd name="connsiteY3" fmla="*/ 527067 h 574685"/>
              <a:gd name="connsiteX4" fmla="*/ 422752 w 596327"/>
              <a:gd name="connsiteY4" fmla="*/ 527067 h 574685"/>
              <a:gd name="connsiteX5" fmla="*/ 421676 w 596327"/>
              <a:gd name="connsiteY5" fmla="*/ 471572 h 574685"/>
              <a:gd name="connsiteX6" fmla="*/ 146647 w 596327"/>
              <a:gd name="connsiteY6" fmla="*/ 334057 h 574685"/>
              <a:gd name="connsiteX7" fmla="*/ 176754 w 596327"/>
              <a:gd name="connsiteY7" fmla="*/ 334057 h 574685"/>
              <a:gd name="connsiteX8" fmla="*/ 191091 w 596327"/>
              <a:gd name="connsiteY8" fmla="*/ 349090 h 574685"/>
              <a:gd name="connsiteX9" fmla="*/ 191091 w 596327"/>
              <a:gd name="connsiteY9" fmla="*/ 379156 h 574685"/>
              <a:gd name="connsiteX10" fmla="*/ 176754 w 596327"/>
              <a:gd name="connsiteY10" fmla="*/ 393473 h 574685"/>
              <a:gd name="connsiteX11" fmla="*/ 146647 w 596327"/>
              <a:gd name="connsiteY11" fmla="*/ 393473 h 574685"/>
              <a:gd name="connsiteX12" fmla="*/ 132310 w 596327"/>
              <a:gd name="connsiteY12" fmla="*/ 379156 h 574685"/>
              <a:gd name="connsiteX13" fmla="*/ 132310 w 596327"/>
              <a:gd name="connsiteY13" fmla="*/ 348374 h 574685"/>
              <a:gd name="connsiteX14" fmla="*/ 146647 w 596327"/>
              <a:gd name="connsiteY14" fmla="*/ 334057 h 574685"/>
              <a:gd name="connsiteX15" fmla="*/ 371842 w 596327"/>
              <a:gd name="connsiteY15" fmla="*/ 269241 h 574685"/>
              <a:gd name="connsiteX16" fmla="*/ 364671 w 596327"/>
              <a:gd name="connsiteY16" fmla="*/ 276401 h 574685"/>
              <a:gd name="connsiteX17" fmla="*/ 364671 w 596327"/>
              <a:gd name="connsiteY17" fmla="*/ 284994 h 574685"/>
              <a:gd name="connsiteX18" fmla="*/ 371842 w 596327"/>
              <a:gd name="connsiteY18" fmla="*/ 292155 h 574685"/>
              <a:gd name="connsiteX19" fmla="*/ 434953 w 596327"/>
              <a:gd name="connsiteY19" fmla="*/ 292155 h 574685"/>
              <a:gd name="connsiteX20" fmla="*/ 483003 w 596327"/>
              <a:gd name="connsiteY20" fmla="*/ 292155 h 574685"/>
              <a:gd name="connsiteX21" fmla="*/ 536431 w 596327"/>
              <a:gd name="connsiteY21" fmla="*/ 292155 h 574685"/>
              <a:gd name="connsiteX22" fmla="*/ 536072 w 596327"/>
              <a:gd name="connsiteY22" fmla="*/ 269241 h 574685"/>
              <a:gd name="connsiteX23" fmla="*/ 483003 w 596327"/>
              <a:gd name="connsiteY23" fmla="*/ 269241 h 574685"/>
              <a:gd name="connsiteX24" fmla="*/ 434953 w 596327"/>
              <a:gd name="connsiteY24" fmla="*/ 269241 h 574685"/>
              <a:gd name="connsiteX25" fmla="*/ 146647 w 596327"/>
              <a:gd name="connsiteY25" fmla="*/ 230961 h 574685"/>
              <a:gd name="connsiteX26" fmla="*/ 176754 w 596327"/>
              <a:gd name="connsiteY26" fmla="*/ 230961 h 574685"/>
              <a:gd name="connsiteX27" fmla="*/ 191091 w 596327"/>
              <a:gd name="connsiteY27" fmla="*/ 245281 h 574685"/>
              <a:gd name="connsiteX28" fmla="*/ 191091 w 596327"/>
              <a:gd name="connsiteY28" fmla="*/ 275352 h 574685"/>
              <a:gd name="connsiteX29" fmla="*/ 176754 w 596327"/>
              <a:gd name="connsiteY29" fmla="*/ 289671 h 574685"/>
              <a:gd name="connsiteX30" fmla="*/ 146647 w 596327"/>
              <a:gd name="connsiteY30" fmla="*/ 289671 h 574685"/>
              <a:gd name="connsiteX31" fmla="*/ 132310 w 596327"/>
              <a:gd name="connsiteY31" fmla="*/ 275352 h 574685"/>
              <a:gd name="connsiteX32" fmla="*/ 132310 w 596327"/>
              <a:gd name="connsiteY32" fmla="*/ 245281 h 574685"/>
              <a:gd name="connsiteX33" fmla="*/ 146647 w 596327"/>
              <a:gd name="connsiteY33" fmla="*/ 230961 h 574685"/>
              <a:gd name="connsiteX34" fmla="*/ 420248 w 596327"/>
              <a:gd name="connsiteY34" fmla="*/ 175073 h 574685"/>
              <a:gd name="connsiteX35" fmla="*/ 434920 w 596327"/>
              <a:gd name="connsiteY35" fmla="*/ 175073 h 574685"/>
              <a:gd name="connsiteX36" fmla="*/ 435636 w 596327"/>
              <a:gd name="connsiteY36" fmla="*/ 175073 h 574685"/>
              <a:gd name="connsiteX37" fmla="*/ 443151 w 596327"/>
              <a:gd name="connsiteY37" fmla="*/ 182232 h 574685"/>
              <a:gd name="connsiteX38" fmla="*/ 443151 w 596327"/>
              <a:gd name="connsiteY38" fmla="*/ 197623 h 574685"/>
              <a:gd name="connsiteX39" fmla="*/ 435994 w 596327"/>
              <a:gd name="connsiteY39" fmla="*/ 204781 h 574685"/>
              <a:gd name="connsiteX40" fmla="*/ 434920 w 596327"/>
              <a:gd name="connsiteY40" fmla="*/ 204781 h 574685"/>
              <a:gd name="connsiteX41" fmla="*/ 420248 w 596327"/>
              <a:gd name="connsiteY41" fmla="*/ 204781 h 574685"/>
              <a:gd name="connsiteX42" fmla="*/ 413090 w 596327"/>
              <a:gd name="connsiteY42" fmla="*/ 197623 h 574685"/>
              <a:gd name="connsiteX43" fmla="*/ 413090 w 596327"/>
              <a:gd name="connsiteY43" fmla="*/ 182232 h 574685"/>
              <a:gd name="connsiteX44" fmla="*/ 420248 w 596327"/>
              <a:gd name="connsiteY44" fmla="*/ 175073 h 574685"/>
              <a:gd name="connsiteX45" fmla="*/ 146647 w 596327"/>
              <a:gd name="connsiteY45" fmla="*/ 127441 h 574685"/>
              <a:gd name="connsiteX46" fmla="*/ 176754 w 596327"/>
              <a:gd name="connsiteY46" fmla="*/ 127441 h 574685"/>
              <a:gd name="connsiteX47" fmla="*/ 191091 w 596327"/>
              <a:gd name="connsiteY47" fmla="*/ 141778 h 574685"/>
              <a:gd name="connsiteX48" fmla="*/ 191091 w 596327"/>
              <a:gd name="connsiteY48" fmla="*/ 171885 h 574685"/>
              <a:gd name="connsiteX49" fmla="*/ 176754 w 596327"/>
              <a:gd name="connsiteY49" fmla="*/ 186222 h 574685"/>
              <a:gd name="connsiteX50" fmla="*/ 146647 w 596327"/>
              <a:gd name="connsiteY50" fmla="*/ 186222 h 574685"/>
              <a:gd name="connsiteX51" fmla="*/ 132310 w 596327"/>
              <a:gd name="connsiteY51" fmla="*/ 171885 h 574685"/>
              <a:gd name="connsiteX52" fmla="*/ 132310 w 596327"/>
              <a:gd name="connsiteY52" fmla="*/ 141778 h 574685"/>
              <a:gd name="connsiteX53" fmla="*/ 146647 w 596327"/>
              <a:gd name="connsiteY53" fmla="*/ 127441 h 574685"/>
              <a:gd name="connsiteX54" fmla="*/ 420248 w 596327"/>
              <a:gd name="connsiteY54" fmla="*/ 117421 h 574685"/>
              <a:gd name="connsiteX55" fmla="*/ 431699 w 596327"/>
              <a:gd name="connsiteY55" fmla="*/ 117421 h 574685"/>
              <a:gd name="connsiteX56" fmla="*/ 434920 w 596327"/>
              <a:gd name="connsiteY56" fmla="*/ 117421 h 574685"/>
              <a:gd name="connsiteX57" fmla="*/ 435636 w 596327"/>
              <a:gd name="connsiteY57" fmla="*/ 117421 h 574685"/>
              <a:gd name="connsiteX58" fmla="*/ 443151 w 596327"/>
              <a:gd name="connsiteY58" fmla="*/ 124954 h 574685"/>
              <a:gd name="connsiteX59" fmla="*/ 443151 w 596327"/>
              <a:gd name="connsiteY59" fmla="*/ 140378 h 574685"/>
              <a:gd name="connsiteX60" fmla="*/ 435994 w 596327"/>
              <a:gd name="connsiteY60" fmla="*/ 147552 h 574685"/>
              <a:gd name="connsiteX61" fmla="*/ 434920 w 596327"/>
              <a:gd name="connsiteY61" fmla="*/ 147552 h 574685"/>
              <a:gd name="connsiteX62" fmla="*/ 431699 w 596327"/>
              <a:gd name="connsiteY62" fmla="*/ 147552 h 574685"/>
              <a:gd name="connsiteX63" fmla="*/ 420248 w 596327"/>
              <a:gd name="connsiteY63" fmla="*/ 147552 h 574685"/>
              <a:gd name="connsiteX64" fmla="*/ 413090 w 596327"/>
              <a:gd name="connsiteY64" fmla="*/ 140378 h 574685"/>
              <a:gd name="connsiteX65" fmla="*/ 413090 w 596327"/>
              <a:gd name="connsiteY65" fmla="*/ 124595 h 574685"/>
              <a:gd name="connsiteX66" fmla="*/ 420248 w 596327"/>
              <a:gd name="connsiteY66" fmla="*/ 117421 h 574685"/>
              <a:gd name="connsiteX67" fmla="*/ 420249 w 596327"/>
              <a:gd name="connsiteY67" fmla="*/ 60192 h 574685"/>
              <a:gd name="connsiteX68" fmla="*/ 435640 w 596327"/>
              <a:gd name="connsiteY68" fmla="*/ 60192 h 574685"/>
              <a:gd name="connsiteX69" fmla="*/ 442798 w 596327"/>
              <a:gd name="connsiteY69" fmla="*/ 67349 h 574685"/>
              <a:gd name="connsiteX70" fmla="*/ 442798 w 596327"/>
              <a:gd name="connsiteY70" fmla="*/ 71644 h 574685"/>
              <a:gd name="connsiteX71" fmla="*/ 442798 w 596327"/>
              <a:gd name="connsiteY71" fmla="*/ 83096 h 574685"/>
              <a:gd name="connsiteX72" fmla="*/ 435640 w 596327"/>
              <a:gd name="connsiteY72" fmla="*/ 90253 h 574685"/>
              <a:gd name="connsiteX73" fmla="*/ 420249 w 596327"/>
              <a:gd name="connsiteY73" fmla="*/ 90253 h 574685"/>
              <a:gd name="connsiteX74" fmla="*/ 413090 w 596327"/>
              <a:gd name="connsiteY74" fmla="*/ 83096 h 574685"/>
              <a:gd name="connsiteX75" fmla="*/ 413090 w 596327"/>
              <a:gd name="connsiteY75" fmla="*/ 71644 h 574685"/>
              <a:gd name="connsiteX76" fmla="*/ 413090 w 596327"/>
              <a:gd name="connsiteY76" fmla="*/ 67349 h 574685"/>
              <a:gd name="connsiteX77" fmla="*/ 420249 w 596327"/>
              <a:gd name="connsiteY77" fmla="*/ 60192 h 574685"/>
              <a:gd name="connsiteX78" fmla="*/ 391206 w 596327"/>
              <a:gd name="connsiteY78" fmla="*/ 47618 h 574685"/>
              <a:gd name="connsiteX79" fmla="*/ 384034 w 596327"/>
              <a:gd name="connsiteY79" fmla="*/ 54779 h 574685"/>
              <a:gd name="connsiteX80" fmla="*/ 384034 w 596327"/>
              <a:gd name="connsiteY80" fmla="*/ 93088 h 574685"/>
              <a:gd name="connsiteX81" fmla="*/ 384034 w 596327"/>
              <a:gd name="connsiteY81" fmla="*/ 214462 h 574685"/>
              <a:gd name="connsiteX82" fmla="*/ 391206 w 596327"/>
              <a:gd name="connsiteY82" fmla="*/ 221622 h 574685"/>
              <a:gd name="connsiteX83" fmla="*/ 434953 w 596327"/>
              <a:gd name="connsiteY83" fmla="*/ 221622 h 574685"/>
              <a:gd name="connsiteX84" fmla="*/ 483003 w 596327"/>
              <a:gd name="connsiteY84" fmla="*/ 221622 h 574685"/>
              <a:gd name="connsiteX85" fmla="*/ 541093 w 596327"/>
              <a:gd name="connsiteY85" fmla="*/ 221622 h 574685"/>
              <a:gd name="connsiteX86" fmla="*/ 548264 w 596327"/>
              <a:gd name="connsiteY86" fmla="*/ 214462 h 574685"/>
              <a:gd name="connsiteX87" fmla="*/ 548264 w 596327"/>
              <a:gd name="connsiteY87" fmla="*/ 54779 h 574685"/>
              <a:gd name="connsiteX88" fmla="*/ 541093 w 596327"/>
              <a:gd name="connsiteY88" fmla="*/ 47618 h 574685"/>
              <a:gd name="connsiteX89" fmla="*/ 465074 w 596327"/>
              <a:gd name="connsiteY89" fmla="*/ 47618 h 574685"/>
              <a:gd name="connsiteX90" fmla="*/ 28685 w 596327"/>
              <a:gd name="connsiteY90" fmla="*/ 45515 h 574685"/>
              <a:gd name="connsiteX91" fmla="*/ 269643 w 596327"/>
              <a:gd name="connsiteY91" fmla="*/ 45515 h 574685"/>
              <a:gd name="connsiteX92" fmla="*/ 269643 w 596327"/>
              <a:gd name="connsiteY92" fmla="*/ 93133 h 574685"/>
              <a:gd name="connsiteX93" fmla="*/ 110080 w 596327"/>
              <a:gd name="connsiteY93" fmla="*/ 93133 h 574685"/>
              <a:gd name="connsiteX94" fmla="*/ 95737 w 596327"/>
              <a:gd name="connsiteY94" fmla="*/ 107454 h 574685"/>
              <a:gd name="connsiteX95" fmla="*/ 95737 w 596327"/>
              <a:gd name="connsiteY95" fmla="*/ 409991 h 574685"/>
              <a:gd name="connsiteX96" fmla="*/ 110080 w 596327"/>
              <a:gd name="connsiteY96" fmla="*/ 424312 h 574685"/>
              <a:gd name="connsiteX97" fmla="*/ 420601 w 596327"/>
              <a:gd name="connsiteY97" fmla="*/ 424312 h 574685"/>
              <a:gd name="connsiteX98" fmla="*/ 434943 w 596327"/>
              <a:gd name="connsiteY98" fmla="*/ 409991 h 574685"/>
              <a:gd name="connsiteX99" fmla="*/ 434943 w 596327"/>
              <a:gd name="connsiteY99" fmla="*/ 388151 h 574685"/>
              <a:gd name="connsiteX100" fmla="*/ 483350 w 596327"/>
              <a:gd name="connsiteY100" fmla="*/ 388151 h 574685"/>
              <a:gd name="connsiteX101" fmla="*/ 483350 w 596327"/>
              <a:gd name="connsiteY101" fmla="*/ 420016 h 574685"/>
              <a:gd name="connsiteX102" fmla="*/ 483350 w 596327"/>
              <a:gd name="connsiteY102" fmla="*/ 442930 h 574685"/>
              <a:gd name="connsiteX103" fmla="*/ 482991 w 596327"/>
              <a:gd name="connsiteY103" fmla="*/ 452596 h 574685"/>
              <a:gd name="connsiteX104" fmla="*/ 474386 w 596327"/>
              <a:gd name="connsiteY104" fmla="*/ 469424 h 574685"/>
              <a:gd name="connsiteX105" fmla="*/ 467214 w 596327"/>
              <a:gd name="connsiteY105" fmla="*/ 491622 h 574685"/>
              <a:gd name="connsiteX106" fmla="*/ 478689 w 596327"/>
              <a:gd name="connsiteY106" fmla="*/ 537092 h 574685"/>
              <a:gd name="connsiteX107" fmla="*/ 476537 w 596327"/>
              <a:gd name="connsiteY107" fmla="*/ 567166 h 574685"/>
              <a:gd name="connsiteX108" fmla="*/ 457892 w 596327"/>
              <a:gd name="connsiteY108" fmla="*/ 574685 h 574685"/>
              <a:gd name="connsiteX109" fmla="*/ 28685 w 596327"/>
              <a:gd name="connsiteY109" fmla="*/ 574685 h 574685"/>
              <a:gd name="connsiteX110" fmla="*/ 0 w 596327"/>
              <a:gd name="connsiteY110" fmla="*/ 546043 h 574685"/>
              <a:gd name="connsiteX111" fmla="*/ 0 w 596327"/>
              <a:gd name="connsiteY111" fmla="*/ 447226 h 574685"/>
              <a:gd name="connsiteX112" fmla="*/ 0 w 596327"/>
              <a:gd name="connsiteY112" fmla="*/ 74157 h 574685"/>
              <a:gd name="connsiteX113" fmla="*/ 28685 w 596327"/>
              <a:gd name="connsiteY113" fmla="*/ 45515 h 574685"/>
              <a:gd name="connsiteX114" fmla="*/ 331323 w 596327"/>
              <a:gd name="connsiteY114" fmla="*/ 0 h 574685"/>
              <a:gd name="connsiteX115" fmla="*/ 581971 w 596327"/>
              <a:gd name="connsiteY115" fmla="*/ 0 h 574685"/>
              <a:gd name="connsiteX116" fmla="*/ 596314 w 596327"/>
              <a:gd name="connsiteY116" fmla="*/ 14321 h 574685"/>
              <a:gd name="connsiteX117" fmla="*/ 596314 w 596327"/>
              <a:gd name="connsiteY117" fmla="*/ 245969 h 574685"/>
              <a:gd name="connsiteX118" fmla="*/ 591294 w 596327"/>
              <a:gd name="connsiteY118" fmla="*/ 259216 h 574685"/>
              <a:gd name="connsiteX119" fmla="*/ 588066 w 596327"/>
              <a:gd name="connsiteY119" fmla="*/ 263870 h 574685"/>
              <a:gd name="connsiteX120" fmla="*/ 582688 w 596327"/>
              <a:gd name="connsiteY120" fmla="*/ 281056 h 574685"/>
              <a:gd name="connsiteX121" fmla="*/ 590576 w 596327"/>
              <a:gd name="connsiteY121" fmla="*/ 300389 h 574685"/>
              <a:gd name="connsiteX122" fmla="*/ 591294 w 596327"/>
              <a:gd name="connsiteY122" fmla="*/ 330464 h 574685"/>
              <a:gd name="connsiteX123" fmla="*/ 571213 w 596327"/>
              <a:gd name="connsiteY123" fmla="*/ 339773 h 574685"/>
              <a:gd name="connsiteX124" fmla="*/ 483003 w 596327"/>
              <a:gd name="connsiteY124" fmla="*/ 339773 h 574685"/>
              <a:gd name="connsiteX125" fmla="*/ 434953 w 596327"/>
              <a:gd name="connsiteY125" fmla="*/ 339773 h 574685"/>
              <a:gd name="connsiteX126" fmla="*/ 331323 w 596327"/>
              <a:gd name="connsiteY126" fmla="*/ 339773 h 574685"/>
              <a:gd name="connsiteX127" fmla="*/ 316980 w 596327"/>
              <a:gd name="connsiteY127" fmla="*/ 325452 h 574685"/>
              <a:gd name="connsiteX128" fmla="*/ 316980 w 596327"/>
              <a:gd name="connsiteY128" fmla="*/ 245252 h 574685"/>
              <a:gd name="connsiteX129" fmla="*/ 316980 w 596327"/>
              <a:gd name="connsiteY129" fmla="*/ 93088 h 574685"/>
              <a:gd name="connsiteX130" fmla="*/ 316980 w 596327"/>
              <a:gd name="connsiteY130" fmla="*/ 45470 h 574685"/>
              <a:gd name="connsiteX131" fmla="*/ 316980 w 596327"/>
              <a:gd name="connsiteY131" fmla="*/ 14321 h 574685"/>
              <a:gd name="connsiteX132" fmla="*/ 331323 w 596327"/>
              <a:gd name="connsiteY132" fmla="*/ 0 h 57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596327" h="574685">
                <a:moveTo>
                  <a:pt x="62032" y="471572"/>
                </a:moveTo>
                <a:cubicBezTo>
                  <a:pt x="54144" y="471572"/>
                  <a:pt x="47689" y="478017"/>
                  <a:pt x="47689" y="485893"/>
                </a:cubicBezTo>
                <a:lnTo>
                  <a:pt x="47689" y="512746"/>
                </a:lnTo>
                <a:cubicBezTo>
                  <a:pt x="47689" y="520980"/>
                  <a:pt x="54144" y="527067"/>
                  <a:pt x="62032" y="527067"/>
                </a:cubicBezTo>
                <a:lnTo>
                  <a:pt x="422752" y="527067"/>
                </a:lnTo>
                <a:cubicBezTo>
                  <a:pt x="418449" y="511672"/>
                  <a:pt x="416298" y="492338"/>
                  <a:pt x="421676" y="471572"/>
                </a:cubicBezTo>
                <a:close/>
                <a:moveTo>
                  <a:pt x="146647" y="334057"/>
                </a:moveTo>
                <a:lnTo>
                  <a:pt x="176754" y="334057"/>
                </a:lnTo>
                <a:cubicBezTo>
                  <a:pt x="184639" y="334057"/>
                  <a:pt x="191091" y="340500"/>
                  <a:pt x="191091" y="349090"/>
                </a:cubicBezTo>
                <a:lnTo>
                  <a:pt x="191091" y="379156"/>
                </a:lnTo>
                <a:cubicBezTo>
                  <a:pt x="191091" y="387030"/>
                  <a:pt x="184998" y="393473"/>
                  <a:pt x="176754" y="393473"/>
                </a:cubicBezTo>
                <a:lnTo>
                  <a:pt x="146647" y="393473"/>
                </a:lnTo>
                <a:cubicBezTo>
                  <a:pt x="138761" y="393473"/>
                  <a:pt x="132310" y="387030"/>
                  <a:pt x="132310" y="379156"/>
                </a:cubicBezTo>
                <a:lnTo>
                  <a:pt x="132310" y="348374"/>
                </a:lnTo>
                <a:cubicBezTo>
                  <a:pt x="132310" y="340500"/>
                  <a:pt x="138761" y="334057"/>
                  <a:pt x="146647" y="334057"/>
                </a:cubicBezTo>
                <a:close/>
                <a:moveTo>
                  <a:pt x="371842" y="269241"/>
                </a:moveTo>
                <a:cubicBezTo>
                  <a:pt x="368257" y="269241"/>
                  <a:pt x="364671" y="272463"/>
                  <a:pt x="364671" y="276401"/>
                </a:cubicBezTo>
                <a:lnTo>
                  <a:pt x="364671" y="284994"/>
                </a:lnTo>
                <a:cubicBezTo>
                  <a:pt x="364671" y="288932"/>
                  <a:pt x="368257" y="292155"/>
                  <a:pt x="371842" y="292155"/>
                </a:cubicBezTo>
                <a:lnTo>
                  <a:pt x="434953" y="292155"/>
                </a:lnTo>
                <a:lnTo>
                  <a:pt x="483003" y="292155"/>
                </a:lnTo>
                <a:lnTo>
                  <a:pt x="536431" y="292155"/>
                </a:lnTo>
                <a:cubicBezTo>
                  <a:pt x="534997" y="284994"/>
                  <a:pt x="534997" y="277475"/>
                  <a:pt x="536072" y="269241"/>
                </a:cubicBezTo>
                <a:lnTo>
                  <a:pt x="483003" y="269241"/>
                </a:lnTo>
                <a:lnTo>
                  <a:pt x="434953" y="269241"/>
                </a:lnTo>
                <a:close/>
                <a:moveTo>
                  <a:pt x="146647" y="230961"/>
                </a:moveTo>
                <a:lnTo>
                  <a:pt x="176754" y="230961"/>
                </a:lnTo>
                <a:cubicBezTo>
                  <a:pt x="184998" y="230961"/>
                  <a:pt x="191091" y="237405"/>
                  <a:pt x="191091" y="245281"/>
                </a:cubicBezTo>
                <a:lnTo>
                  <a:pt x="191091" y="275352"/>
                </a:lnTo>
                <a:cubicBezTo>
                  <a:pt x="191091" y="283585"/>
                  <a:pt x="184998" y="289671"/>
                  <a:pt x="176754" y="289671"/>
                </a:cubicBezTo>
                <a:lnTo>
                  <a:pt x="146647" y="289671"/>
                </a:lnTo>
                <a:cubicBezTo>
                  <a:pt x="138761" y="289671"/>
                  <a:pt x="132310" y="283585"/>
                  <a:pt x="132310" y="275352"/>
                </a:cubicBezTo>
                <a:lnTo>
                  <a:pt x="132310" y="245281"/>
                </a:lnTo>
                <a:cubicBezTo>
                  <a:pt x="132310" y="237405"/>
                  <a:pt x="138761" y="230961"/>
                  <a:pt x="146647" y="230961"/>
                </a:cubicBezTo>
                <a:close/>
                <a:moveTo>
                  <a:pt x="420248" y="175073"/>
                </a:moveTo>
                <a:lnTo>
                  <a:pt x="434920" y="175073"/>
                </a:lnTo>
                <a:lnTo>
                  <a:pt x="435636" y="175073"/>
                </a:lnTo>
                <a:cubicBezTo>
                  <a:pt x="439930" y="175073"/>
                  <a:pt x="442793" y="177936"/>
                  <a:pt x="443151" y="182232"/>
                </a:cubicBezTo>
                <a:lnTo>
                  <a:pt x="443151" y="197623"/>
                </a:lnTo>
                <a:cubicBezTo>
                  <a:pt x="443151" y="201560"/>
                  <a:pt x="439930" y="204781"/>
                  <a:pt x="435994" y="204781"/>
                </a:cubicBezTo>
                <a:lnTo>
                  <a:pt x="434920" y="204781"/>
                </a:lnTo>
                <a:lnTo>
                  <a:pt x="420248" y="204781"/>
                </a:lnTo>
                <a:cubicBezTo>
                  <a:pt x="416311" y="204781"/>
                  <a:pt x="413090" y="201560"/>
                  <a:pt x="413090" y="197623"/>
                </a:cubicBezTo>
                <a:lnTo>
                  <a:pt x="413090" y="182232"/>
                </a:lnTo>
                <a:cubicBezTo>
                  <a:pt x="413090" y="178652"/>
                  <a:pt x="416311" y="175073"/>
                  <a:pt x="420248" y="175073"/>
                </a:cubicBezTo>
                <a:close/>
                <a:moveTo>
                  <a:pt x="146647" y="127441"/>
                </a:moveTo>
                <a:lnTo>
                  <a:pt x="176754" y="127441"/>
                </a:lnTo>
                <a:cubicBezTo>
                  <a:pt x="184998" y="127441"/>
                  <a:pt x="191091" y="133534"/>
                  <a:pt x="191091" y="141778"/>
                </a:cubicBezTo>
                <a:lnTo>
                  <a:pt x="191091" y="171885"/>
                </a:lnTo>
                <a:cubicBezTo>
                  <a:pt x="191091" y="180129"/>
                  <a:pt x="184998" y="186222"/>
                  <a:pt x="176754" y="186222"/>
                </a:cubicBezTo>
                <a:lnTo>
                  <a:pt x="146647" y="186222"/>
                </a:lnTo>
                <a:cubicBezTo>
                  <a:pt x="138761" y="186222"/>
                  <a:pt x="132310" y="180129"/>
                  <a:pt x="132310" y="171885"/>
                </a:cubicBezTo>
                <a:lnTo>
                  <a:pt x="132310" y="141778"/>
                </a:lnTo>
                <a:cubicBezTo>
                  <a:pt x="132310" y="133534"/>
                  <a:pt x="138761" y="127441"/>
                  <a:pt x="146647" y="127441"/>
                </a:cubicBezTo>
                <a:close/>
                <a:moveTo>
                  <a:pt x="420248" y="117421"/>
                </a:moveTo>
                <a:lnTo>
                  <a:pt x="431699" y="117421"/>
                </a:lnTo>
                <a:lnTo>
                  <a:pt x="434920" y="117421"/>
                </a:lnTo>
                <a:lnTo>
                  <a:pt x="435636" y="117421"/>
                </a:lnTo>
                <a:cubicBezTo>
                  <a:pt x="439930" y="117421"/>
                  <a:pt x="442793" y="120649"/>
                  <a:pt x="443151" y="124954"/>
                </a:cubicBezTo>
                <a:lnTo>
                  <a:pt x="443151" y="140378"/>
                </a:lnTo>
                <a:cubicBezTo>
                  <a:pt x="443151" y="144324"/>
                  <a:pt x="439930" y="147552"/>
                  <a:pt x="435994" y="147552"/>
                </a:cubicBezTo>
                <a:lnTo>
                  <a:pt x="434920" y="147552"/>
                </a:lnTo>
                <a:lnTo>
                  <a:pt x="431699" y="147552"/>
                </a:lnTo>
                <a:lnTo>
                  <a:pt x="420248" y="147552"/>
                </a:lnTo>
                <a:cubicBezTo>
                  <a:pt x="416311" y="147552"/>
                  <a:pt x="413090" y="144324"/>
                  <a:pt x="413090" y="140378"/>
                </a:cubicBezTo>
                <a:lnTo>
                  <a:pt x="413090" y="124595"/>
                </a:lnTo>
                <a:cubicBezTo>
                  <a:pt x="413090" y="120649"/>
                  <a:pt x="416311" y="117421"/>
                  <a:pt x="420248" y="117421"/>
                </a:cubicBezTo>
                <a:close/>
                <a:moveTo>
                  <a:pt x="420249" y="60192"/>
                </a:moveTo>
                <a:lnTo>
                  <a:pt x="435640" y="60192"/>
                </a:lnTo>
                <a:cubicBezTo>
                  <a:pt x="439935" y="60192"/>
                  <a:pt x="442798" y="63413"/>
                  <a:pt x="442798" y="67349"/>
                </a:cubicBezTo>
                <a:lnTo>
                  <a:pt x="442798" y="71644"/>
                </a:lnTo>
                <a:lnTo>
                  <a:pt x="442798" y="83096"/>
                </a:lnTo>
                <a:cubicBezTo>
                  <a:pt x="442798" y="87032"/>
                  <a:pt x="439219" y="90253"/>
                  <a:pt x="435640" y="90253"/>
                </a:cubicBezTo>
                <a:lnTo>
                  <a:pt x="420249" y="90253"/>
                </a:lnTo>
                <a:cubicBezTo>
                  <a:pt x="416312" y="90253"/>
                  <a:pt x="413090" y="87032"/>
                  <a:pt x="413090" y="83096"/>
                </a:cubicBezTo>
                <a:lnTo>
                  <a:pt x="413090" y="71644"/>
                </a:lnTo>
                <a:lnTo>
                  <a:pt x="413090" y="67349"/>
                </a:lnTo>
                <a:cubicBezTo>
                  <a:pt x="413090" y="63413"/>
                  <a:pt x="416312" y="60192"/>
                  <a:pt x="420249" y="60192"/>
                </a:cubicBezTo>
                <a:close/>
                <a:moveTo>
                  <a:pt x="391206" y="47618"/>
                </a:moveTo>
                <a:cubicBezTo>
                  <a:pt x="387261" y="47618"/>
                  <a:pt x="384034" y="51199"/>
                  <a:pt x="384034" y="54779"/>
                </a:cubicBezTo>
                <a:lnTo>
                  <a:pt x="384034" y="93088"/>
                </a:lnTo>
                <a:lnTo>
                  <a:pt x="384034" y="214462"/>
                </a:lnTo>
                <a:cubicBezTo>
                  <a:pt x="384034" y="218042"/>
                  <a:pt x="387261" y="221622"/>
                  <a:pt x="391206" y="221622"/>
                </a:cubicBezTo>
                <a:lnTo>
                  <a:pt x="434953" y="221622"/>
                </a:lnTo>
                <a:lnTo>
                  <a:pt x="483003" y="221622"/>
                </a:lnTo>
                <a:lnTo>
                  <a:pt x="541093" y="221622"/>
                </a:lnTo>
                <a:cubicBezTo>
                  <a:pt x="545037" y="221622"/>
                  <a:pt x="548264" y="218042"/>
                  <a:pt x="548264" y="214462"/>
                </a:cubicBezTo>
                <a:lnTo>
                  <a:pt x="548264" y="54779"/>
                </a:lnTo>
                <a:cubicBezTo>
                  <a:pt x="548264" y="51199"/>
                  <a:pt x="545037" y="47618"/>
                  <a:pt x="541093" y="47618"/>
                </a:cubicBezTo>
                <a:lnTo>
                  <a:pt x="465074" y="47618"/>
                </a:lnTo>
                <a:close/>
                <a:moveTo>
                  <a:pt x="28685" y="45515"/>
                </a:moveTo>
                <a:lnTo>
                  <a:pt x="269643" y="45515"/>
                </a:lnTo>
                <a:lnTo>
                  <a:pt x="269643" y="93133"/>
                </a:lnTo>
                <a:lnTo>
                  <a:pt x="110080" y="93133"/>
                </a:lnTo>
                <a:cubicBezTo>
                  <a:pt x="101833" y="93133"/>
                  <a:pt x="95737" y="99220"/>
                  <a:pt x="95737" y="107454"/>
                </a:cubicBezTo>
                <a:lnTo>
                  <a:pt x="95737" y="409991"/>
                </a:lnTo>
                <a:cubicBezTo>
                  <a:pt x="95737" y="418225"/>
                  <a:pt x="101833" y="424312"/>
                  <a:pt x="110080" y="424312"/>
                </a:cubicBezTo>
                <a:lnTo>
                  <a:pt x="420601" y="424312"/>
                </a:lnTo>
                <a:cubicBezTo>
                  <a:pt x="428848" y="424312"/>
                  <a:pt x="434943" y="418225"/>
                  <a:pt x="434943" y="409991"/>
                </a:cubicBezTo>
                <a:lnTo>
                  <a:pt x="434943" y="388151"/>
                </a:lnTo>
                <a:lnTo>
                  <a:pt x="483350" y="388151"/>
                </a:lnTo>
                <a:lnTo>
                  <a:pt x="483350" y="420016"/>
                </a:lnTo>
                <a:lnTo>
                  <a:pt x="483350" y="442930"/>
                </a:lnTo>
                <a:cubicBezTo>
                  <a:pt x="483350" y="446510"/>
                  <a:pt x="483709" y="449374"/>
                  <a:pt x="482991" y="452596"/>
                </a:cubicBezTo>
                <a:cubicBezTo>
                  <a:pt x="481557" y="458683"/>
                  <a:pt x="477254" y="463695"/>
                  <a:pt x="474386" y="469424"/>
                </a:cubicBezTo>
                <a:cubicBezTo>
                  <a:pt x="470442" y="475868"/>
                  <a:pt x="467932" y="483745"/>
                  <a:pt x="467214" y="491622"/>
                </a:cubicBezTo>
                <a:cubicBezTo>
                  <a:pt x="465063" y="507017"/>
                  <a:pt x="469366" y="524561"/>
                  <a:pt x="478689" y="537092"/>
                </a:cubicBezTo>
                <a:cubicBezTo>
                  <a:pt x="484784" y="546043"/>
                  <a:pt x="484426" y="558574"/>
                  <a:pt x="476537" y="567166"/>
                </a:cubicBezTo>
                <a:cubicBezTo>
                  <a:pt x="471876" y="572537"/>
                  <a:pt x="464704" y="574685"/>
                  <a:pt x="457892" y="574685"/>
                </a:cubicBezTo>
                <a:lnTo>
                  <a:pt x="28685" y="574685"/>
                </a:lnTo>
                <a:cubicBezTo>
                  <a:pt x="12908" y="574685"/>
                  <a:pt x="0" y="561796"/>
                  <a:pt x="0" y="546043"/>
                </a:cubicBezTo>
                <a:lnTo>
                  <a:pt x="0" y="447226"/>
                </a:lnTo>
                <a:lnTo>
                  <a:pt x="0" y="74157"/>
                </a:lnTo>
                <a:cubicBezTo>
                  <a:pt x="0" y="58404"/>
                  <a:pt x="12908" y="45515"/>
                  <a:pt x="28685" y="45515"/>
                </a:cubicBezTo>
                <a:close/>
                <a:moveTo>
                  <a:pt x="331323" y="0"/>
                </a:moveTo>
                <a:lnTo>
                  <a:pt x="581971" y="0"/>
                </a:lnTo>
                <a:cubicBezTo>
                  <a:pt x="589859" y="0"/>
                  <a:pt x="596314" y="6086"/>
                  <a:pt x="596314" y="14321"/>
                </a:cubicBezTo>
                <a:lnTo>
                  <a:pt x="596314" y="245969"/>
                </a:lnTo>
                <a:cubicBezTo>
                  <a:pt x="596314" y="250623"/>
                  <a:pt x="593804" y="254919"/>
                  <a:pt x="591294" y="259216"/>
                </a:cubicBezTo>
                <a:cubicBezTo>
                  <a:pt x="589859" y="261006"/>
                  <a:pt x="589142" y="262438"/>
                  <a:pt x="588066" y="263870"/>
                </a:cubicBezTo>
                <a:cubicBezTo>
                  <a:pt x="584122" y="269241"/>
                  <a:pt x="582688" y="275327"/>
                  <a:pt x="582688" y="281056"/>
                </a:cubicBezTo>
                <a:cubicBezTo>
                  <a:pt x="583405" y="287858"/>
                  <a:pt x="586274" y="295019"/>
                  <a:pt x="590576" y="300389"/>
                </a:cubicBezTo>
                <a:cubicBezTo>
                  <a:pt x="597748" y="308982"/>
                  <a:pt x="598465" y="321155"/>
                  <a:pt x="591294" y="330464"/>
                </a:cubicBezTo>
                <a:cubicBezTo>
                  <a:pt x="586632" y="336551"/>
                  <a:pt x="579102" y="339773"/>
                  <a:pt x="571213" y="339773"/>
                </a:cubicBezTo>
                <a:lnTo>
                  <a:pt x="483003" y="339773"/>
                </a:lnTo>
                <a:lnTo>
                  <a:pt x="434953" y="339773"/>
                </a:lnTo>
                <a:lnTo>
                  <a:pt x="331323" y="339773"/>
                </a:lnTo>
                <a:cubicBezTo>
                  <a:pt x="323076" y="339773"/>
                  <a:pt x="316980" y="333687"/>
                  <a:pt x="316980" y="325452"/>
                </a:cubicBezTo>
                <a:lnTo>
                  <a:pt x="316980" y="245252"/>
                </a:lnTo>
                <a:lnTo>
                  <a:pt x="316980" y="93088"/>
                </a:lnTo>
                <a:lnTo>
                  <a:pt x="316980" y="45470"/>
                </a:lnTo>
                <a:lnTo>
                  <a:pt x="316980" y="14321"/>
                </a:lnTo>
                <a:cubicBezTo>
                  <a:pt x="316980" y="6086"/>
                  <a:pt x="323076" y="0"/>
                  <a:pt x="331323" y="0"/>
                </a:cubicBezTo>
                <a:close/>
              </a:path>
            </a:pathLst>
          </a:custGeom>
          <a:solidFill>
            <a:srgbClr val="FD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cs typeface="+mn-ea"/>
              <a:sym typeface="+mn-lt"/>
            </a:endParaRPr>
          </a:p>
        </p:txBody>
      </p:sp>
      <p:sp>
        <p:nvSpPr>
          <p:cNvPr id="27" name="ïṩḻiḑè"/>
          <p:cNvSpPr/>
          <p:nvPr/>
        </p:nvSpPr>
        <p:spPr bwMode="auto">
          <a:xfrm>
            <a:off x="962503" y="1671107"/>
            <a:ext cx="2586664" cy="665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r>
              <a:rPr lang="zh-CN" altLang="en-US" sz="2400" b="1" dirty="0">
                <a:solidFill>
                  <a:srgbClr val="404040"/>
                </a:solidFill>
                <a:cs typeface="+mn-ea"/>
                <a:sym typeface="+mn-lt"/>
              </a:rPr>
              <a:t>用户定位</a:t>
            </a:r>
            <a:endParaRPr lang="zh-CN" altLang="en-US" sz="2400" b="1" dirty="0">
              <a:solidFill>
                <a:srgbClr val="404040"/>
              </a:solidFill>
              <a:cs typeface="+mn-ea"/>
              <a:sym typeface="+mn-lt"/>
            </a:endParaRPr>
          </a:p>
        </p:txBody>
      </p:sp>
      <p:sp>
        <p:nvSpPr>
          <p:cNvPr id="28" name="矩形 27"/>
          <p:cNvSpPr/>
          <p:nvPr/>
        </p:nvSpPr>
        <p:spPr>
          <a:xfrm>
            <a:off x="533400" y="22225"/>
            <a:ext cx="1691005" cy="58547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anim calcmode="lin" valueType="num">
                                      <p:cBhvr>
                                        <p:cTn id="18" dur="500" fill="hold"/>
                                        <p:tgtEl>
                                          <p:spTgt spid="27"/>
                                        </p:tgtEl>
                                        <p:attrNameLst>
                                          <p:attrName>ppt_x</p:attrName>
                                        </p:attrNameLst>
                                      </p:cBhvr>
                                      <p:tavLst>
                                        <p:tav tm="0">
                                          <p:val>
                                            <p:strVal val="#ppt_x"/>
                                          </p:val>
                                        </p:tav>
                                        <p:tav tm="100000">
                                          <p:val>
                                            <p:strVal val="#ppt_x"/>
                                          </p:val>
                                        </p:tav>
                                      </p:tavLst>
                                    </p:anim>
                                    <p:anim calcmode="lin" valueType="num">
                                      <p:cBhvr>
                                        <p:cTn id="19" dur="500" fill="hold"/>
                                        <p:tgtEl>
                                          <p:spTgt spid="27"/>
                                        </p:tgtEl>
                                        <p:attrNameLst>
                                          <p:attrName>ppt_y</p:attrName>
                                        </p:attrNameLst>
                                      </p:cBhvr>
                                      <p:tavLst>
                                        <p:tav tm="0">
                                          <p:val>
                                            <p:strVal val="#ppt_y+.1"/>
                                          </p:val>
                                        </p:tav>
                                        <p:tav tm="100000">
                                          <p:val>
                                            <p:strVal val="#ppt_y"/>
                                          </p:val>
                                        </p:tav>
                                      </p:tavLst>
                                    </p:anim>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ipe(left)">
                                      <p:cBhvr>
                                        <p:cTn id="23" dur="500"/>
                                        <p:tgtEl>
                                          <p:spTgt spid="24"/>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500"/>
                                        <p:tgtEl>
                                          <p:spTgt spid="25"/>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wipe(left)">
                                      <p:cBhvr>
                                        <p:cTn id="29" dur="500"/>
                                        <p:tgtEl>
                                          <p:spTgt spid="26"/>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500"/>
                                        <p:tgtEl>
                                          <p:spTgt spid="13"/>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500"/>
                                        <p:tgtEl>
                                          <p:spTgt spid="14"/>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left)">
                                      <p:cBhvr>
                                        <p:cTn id="44" dur="500"/>
                                        <p:tgtEl>
                                          <p:spTgt spid="15"/>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left)">
                                      <p:cBhvr>
                                        <p:cTn id="50" dur="500"/>
                                        <p:tgtEl>
                                          <p:spTgt spid="17"/>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left)">
                                      <p:cBhvr>
                                        <p:cTn id="53" dur="500"/>
                                        <p:tgtEl>
                                          <p:spTgt spid="18"/>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500"/>
                                        <p:tgtEl>
                                          <p:spTgt spid="19"/>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left)">
                                      <p:cBhvr>
                                        <p:cTn id="59" dur="500"/>
                                        <p:tgtEl>
                                          <p:spTgt spid="20"/>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wipe(left)">
                                      <p:cBhvr>
                                        <p:cTn id="62" dur="500"/>
                                        <p:tgtEl>
                                          <p:spTgt spid="22"/>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wipe(left)">
                                      <p:cBhvr>
                                        <p:cTn id="6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animBg="1"/>
      <p:bldP spid="12" grpId="0" animBg="1"/>
      <p:bldP spid="13" grpId="0" animBg="1"/>
      <p:bldP spid="14" grpId="0" animBg="1"/>
      <p:bldP spid="15" grpId="0" animBg="1"/>
      <p:bldP spid="16" grpId="0" animBg="1"/>
      <p:bldP spid="17" grpId="0" animBg="1"/>
      <p:bldP spid="18" grpId="0" animBg="1"/>
      <p:bldP spid="19" grpId="0" animBg="1"/>
      <p:bldP spid="20" grpId="0"/>
      <p:bldP spid="22" grpId="0"/>
      <p:bldP spid="23" grpId="0"/>
      <p:bldP spid="24" grpId="0" animBg="1"/>
      <p:bldP spid="25" grpId="0" animBg="1"/>
      <p:bldP spid="26" grpId="0" animBg="1"/>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ïṩlîde"/>
          <p:cNvSpPr/>
          <p:nvPr/>
        </p:nvSpPr>
        <p:spPr>
          <a:xfrm>
            <a:off x="957096" y="2891758"/>
            <a:ext cx="4323223" cy="1284896"/>
          </a:xfrm>
          <a:prstGeom prst="rect">
            <a:avLst/>
          </a:prstGeom>
        </p:spPr>
        <p:txBody>
          <a:bodyPr>
            <a:noAutofit/>
          </a:bodyPr>
          <a:lstStyle/>
          <a:p>
            <a:pPr lvl="0">
              <a:lnSpc>
                <a:spcPct val="150000"/>
              </a:lnSpc>
              <a:defRPr/>
            </a:pPr>
            <a:r>
              <a:rPr lang="zh-CN" altLang="en-US" sz="1600" dirty="0">
                <a:solidFill>
                  <a:srgbClr val="404040"/>
                </a:solidFill>
                <a:cs typeface="+mn-ea"/>
                <a:sym typeface="+mn-lt"/>
              </a:rPr>
              <a:t>摒弃</a:t>
            </a:r>
            <a:r>
              <a:rPr lang="en-US" altLang="zh-CN" sz="1600" dirty="0">
                <a:solidFill>
                  <a:srgbClr val="404040"/>
                </a:solidFill>
                <a:cs typeface="+mn-ea"/>
                <a:sym typeface="+mn-lt"/>
              </a:rPr>
              <a:t>“</a:t>
            </a:r>
            <a:r>
              <a:rPr lang="zh-CN" altLang="en-US" sz="1600" dirty="0">
                <a:solidFill>
                  <a:srgbClr val="404040"/>
                </a:solidFill>
                <a:cs typeface="+mn-ea"/>
                <a:sym typeface="+mn-lt"/>
              </a:rPr>
              <a:t>大而全</a:t>
            </a:r>
            <a:r>
              <a:rPr lang="en-US" altLang="zh-CN" sz="1600" dirty="0">
                <a:solidFill>
                  <a:srgbClr val="404040"/>
                </a:solidFill>
                <a:cs typeface="+mn-ea"/>
                <a:sym typeface="+mn-lt"/>
              </a:rPr>
              <a:t>”</a:t>
            </a:r>
            <a:r>
              <a:rPr lang="zh-CN" altLang="en-US" sz="1600" dirty="0">
                <a:solidFill>
                  <a:srgbClr val="404040"/>
                </a:solidFill>
                <a:cs typeface="+mn-ea"/>
                <a:sym typeface="+mn-lt"/>
              </a:rPr>
              <a:t>的综合模式，深耕高校专业学习的核心场景。核心聚焦资料共享和经验传递两大核心功能，确保服务精准、高效</a:t>
            </a:r>
            <a:endParaRPr lang="zh-CN" altLang="en-US" sz="1600" dirty="0">
              <a:solidFill>
                <a:srgbClr val="404040"/>
              </a:solidFill>
              <a:cs typeface="+mn-ea"/>
              <a:sym typeface="+mn-lt"/>
            </a:endParaRPr>
          </a:p>
        </p:txBody>
      </p:sp>
      <p:grpSp>
        <p:nvGrpSpPr>
          <p:cNvPr id="8" name="îṩḷiḍé"/>
          <p:cNvGrpSpPr/>
          <p:nvPr/>
        </p:nvGrpSpPr>
        <p:grpSpPr>
          <a:xfrm>
            <a:off x="949624" y="2081323"/>
            <a:ext cx="4963398" cy="1778099"/>
            <a:chOff x="9821" y="3310"/>
            <a:chExt cx="6691" cy="2397"/>
          </a:xfrm>
        </p:grpSpPr>
        <p:sp>
          <p:nvSpPr>
            <p:cNvPr id="9" name="íṡḻiḍê"/>
            <p:cNvSpPr/>
            <p:nvPr/>
          </p:nvSpPr>
          <p:spPr>
            <a:xfrm>
              <a:off x="9821" y="3575"/>
              <a:ext cx="6691" cy="2132"/>
            </a:xfrm>
            <a:prstGeom prst="rect">
              <a:avLst/>
            </a:prstGeom>
          </p:spPr>
          <p:txBody>
            <a:bodyPr>
              <a:normAutofit/>
            </a:bodyPr>
            <a:lstStyle/>
            <a:p>
              <a:pPr lvl="0">
                <a:defRPr/>
              </a:pPr>
              <a:r>
                <a:rPr lang="zh-CN" altLang="en-US" sz="2400" b="1" dirty="0">
                  <a:solidFill>
                    <a:srgbClr val="404040"/>
                  </a:solidFill>
                  <a:cs typeface="+mn-ea"/>
                  <a:sym typeface="+mn-lt"/>
                </a:rPr>
                <a:t>聚焦垂直场景，拒绝泛化</a:t>
              </a:r>
              <a:endParaRPr lang="zh-CN" altLang="en-US" sz="2400" b="1" dirty="0">
                <a:solidFill>
                  <a:srgbClr val="404040"/>
                </a:solidFill>
                <a:cs typeface="+mn-ea"/>
                <a:sym typeface="+mn-lt"/>
              </a:endParaRPr>
            </a:p>
          </p:txBody>
        </p:sp>
        <p:cxnSp>
          <p:nvCxnSpPr>
            <p:cNvPr id="10" name="直接连接符 9"/>
            <p:cNvCxnSpPr/>
            <p:nvPr/>
          </p:nvCxnSpPr>
          <p:spPr>
            <a:xfrm flipH="1">
              <a:off x="9971" y="3310"/>
              <a:ext cx="3080" cy="0"/>
            </a:xfrm>
            <a:prstGeom prst="line">
              <a:avLst/>
            </a:prstGeom>
            <a:ln w="3175" cap="rnd">
              <a:solidFill>
                <a:srgbClr val="404040"/>
              </a:solidFill>
              <a:round/>
            </a:ln>
          </p:spPr>
          <p:style>
            <a:lnRef idx="1">
              <a:schemeClr val="accent1"/>
            </a:lnRef>
            <a:fillRef idx="0">
              <a:schemeClr val="accent1"/>
            </a:fillRef>
            <a:effectRef idx="0">
              <a:schemeClr val="accent1"/>
            </a:effectRef>
            <a:fontRef idx="minor">
              <a:schemeClr val="tx1"/>
            </a:fontRef>
          </p:style>
        </p:cxnSp>
      </p:grpSp>
      <p:sp>
        <p:nvSpPr>
          <p:cNvPr id="12" name="ïṧlîḋê"/>
          <p:cNvSpPr/>
          <p:nvPr>
            <p:custDataLst>
              <p:tags r:id="rId1"/>
            </p:custDataLst>
          </p:nvPr>
        </p:nvSpPr>
        <p:spPr>
          <a:xfrm>
            <a:off x="6336112" y="4383552"/>
            <a:ext cx="4973042" cy="982146"/>
          </a:xfrm>
          <a:prstGeom prst="snipRoundRect">
            <a:avLst/>
          </a:prstGeom>
          <a:solidFill>
            <a:srgbClr val="F2F2F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3" name="îṧļîḋè"/>
          <p:cNvSpPr/>
          <p:nvPr>
            <p:custDataLst>
              <p:tags r:id="rId2"/>
            </p:custDataLst>
          </p:nvPr>
        </p:nvSpPr>
        <p:spPr>
          <a:xfrm>
            <a:off x="6336112" y="1540609"/>
            <a:ext cx="4973042" cy="982146"/>
          </a:xfrm>
          <a:prstGeom prst="snipRoundRect">
            <a:avLst/>
          </a:prstGeom>
          <a:solidFill>
            <a:srgbClr val="F2F2F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lnSpc>
                <a:spcPct val="150000"/>
              </a:lnSpc>
              <a:spcBef>
                <a:spcPct val="0"/>
              </a:spcBef>
            </a:pPr>
            <a:endParaRPr lang="en-US" altLang="zh-CN" dirty="0">
              <a:solidFill>
                <a:srgbClr val="000000"/>
              </a:solidFill>
              <a:cs typeface="+mn-ea"/>
              <a:sym typeface="+mn-lt"/>
            </a:endParaRPr>
          </a:p>
        </p:txBody>
      </p:sp>
      <p:sp>
        <p:nvSpPr>
          <p:cNvPr id="14" name="îṣḻiḋé"/>
          <p:cNvSpPr/>
          <p:nvPr>
            <p:custDataLst>
              <p:tags r:id="rId3"/>
            </p:custDataLst>
          </p:nvPr>
        </p:nvSpPr>
        <p:spPr>
          <a:xfrm>
            <a:off x="5777163" y="1473043"/>
            <a:ext cx="1117280" cy="1117278"/>
          </a:xfrm>
          <a:prstGeom prst="ellipse">
            <a:avLst/>
          </a:prstGeom>
          <a:solidFill>
            <a:srgbClr val="0050F9"/>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6" name="iṧḻîďê"/>
          <p:cNvSpPr/>
          <p:nvPr>
            <p:custDataLst>
              <p:tags r:id="rId4"/>
            </p:custDataLst>
          </p:nvPr>
        </p:nvSpPr>
        <p:spPr>
          <a:xfrm>
            <a:off x="5777163" y="4315986"/>
            <a:ext cx="1117280" cy="1117278"/>
          </a:xfrm>
          <a:prstGeom prst="ellipse">
            <a:avLst/>
          </a:prstGeom>
          <a:solidFill>
            <a:srgbClr val="0050F9"/>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7" name="í$lïḓè"/>
          <p:cNvSpPr/>
          <p:nvPr>
            <p:custDataLst>
              <p:tags r:id="rId5"/>
            </p:custDataLst>
          </p:nvPr>
        </p:nvSpPr>
        <p:spPr>
          <a:xfrm>
            <a:off x="5857256" y="1553137"/>
            <a:ext cx="957093" cy="957091"/>
          </a:xfrm>
          <a:prstGeom prst="ellipse">
            <a:avLst/>
          </a:prstGeom>
          <a:solidFill>
            <a:srgbClr val="0050F9"/>
          </a:solidFill>
          <a:ln w="381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9" name="i$lîḍê"/>
          <p:cNvSpPr/>
          <p:nvPr>
            <p:custDataLst>
              <p:tags r:id="rId6"/>
            </p:custDataLst>
          </p:nvPr>
        </p:nvSpPr>
        <p:spPr>
          <a:xfrm>
            <a:off x="5857256" y="4396080"/>
            <a:ext cx="957093" cy="957091"/>
          </a:xfrm>
          <a:prstGeom prst="ellipse">
            <a:avLst/>
          </a:prstGeom>
          <a:solidFill>
            <a:srgbClr val="0050F9"/>
          </a:solidFill>
          <a:ln w="381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22" name="îṣlïďê"/>
          <p:cNvSpPr/>
          <p:nvPr>
            <p:custDataLst>
              <p:tags r:id="rId7"/>
            </p:custDataLst>
          </p:nvPr>
        </p:nvSpPr>
        <p:spPr>
          <a:xfrm>
            <a:off x="7049135" y="1561148"/>
            <a:ext cx="4260215" cy="829945"/>
          </a:xfrm>
          <a:prstGeom prst="rect">
            <a:avLst/>
          </a:prstGeom>
        </p:spPr>
        <p:txBody>
          <a:bodyPr wrap="square" anchor="ctr" anchorCtr="0">
            <a:spAutoFit/>
          </a:bodyPr>
          <a:lstStyle/>
          <a:p>
            <a:pPr lvl="0">
              <a:lnSpc>
                <a:spcPct val="150000"/>
              </a:lnSpc>
              <a:defRPr/>
            </a:pPr>
            <a:r>
              <a:rPr lang="zh-CN" altLang="en-US" sz="1600" dirty="0">
                <a:solidFill>
                  <a:srgbClr val="000000"/>
                </a:solidFill>
                <a:cs typeface="+mn-ea"/>
                <a:sym typeface="+mn-lt"/>
              </a:rPr>
              <a:t>以</a:t>
            </a:r>
            <a:r>
              <a:rPr lang="en-US" altLang="zh-CN" sz="1600" dirty="0">
                <a:solidFill>
                  <a:srgbClr val="000000"/>
                </a:solidFill>
                <a:cs typeface="+mn-ea"/>
                <a:sym typeface="+mn-lt"/>
              </a:rPr>
              <a:t>“</a:t>
            </a:r>
            <a:r>
              <a:rPr lang="zh-CN" altLang="en-US" sz="1600" dirty="0">
                <a:solidFill>
                  <a:srgbClr val="000000"/>
                </a:solidFill>
                <a:cs typeface="+mn-ea"/>
                <a:sym typeface="+mn-lt"/>
              </a:rPr>
              <a:t>学校＋学院＋专业</a:t>
            </a:r>
            <a:r>
              <a:rPr lang="en-US" altLang="zh-CN" sz="1600" dirty="0">
                <a:solidFill>
                  <a:srgbClr val="000000"/>
                </a:solidFill>
                <a:cs typeface="+mn-ea"/>
                <a:sym typeface="+mn-lt"/>
              </a:rPr>
              <a:t>”</a:t>
            </a:r>
            <a:r>
              <a:rPr lang="zh-CN" altLang="en-US" sz="1600" dirty="0">
                <a:solidFill>
                  <a:srgbClr val="000000"/>
                </a:solidFill>
                <a:cs typeface="+mn-ea"/>
                <a:sym typeface="+mn-lt"/>
              </a:rPr>
              <a:t>三级定位为入口，实现资源的精准触达，避免信息冗余</a:t>
            </a:r>
            <a:endParaRPr lang="zh-CN" altLang="en-US" sz="1600" dirty="0">
              <a:solidFill>
                <a:srgbClr val="000000"/>
              </a:solidFill>
              <a:cs typeface="+mn-ea"/>
              <a:sym typeface="+mn-lt"/>
            </a:endParaRPr>
          </a:p>
        </p:txBody>
      </p:sp>
      <p:sp>
        <p:nvSpPr>
          <p:cNvPr id="23" name="îşḷiďe"/>
          <p:cNvSpPr/>
          <p:nvPr>
            <p:custDataLst>
              <p:tags r:id="rId8"/>
            </p:custDataLst>
          </p:nvPr>
        </p:nvSpPr>
        <p:spPr>
          <a:xfrm>
            <a:off x="7048939" y="4219767"/>
            <a:ext cx="3661747" cy="1198880"/>
          </a:xfrm>
          <a:prstGeom prst="rect">
            <a:avLst/>
          </a:prstGeom>
        </p:spPr>
        <p:txBody>
          <a:bodyPr wrap="square" anchor="ctr" anchorCtr="0">
            <a:spAutoFit/>
          </a:bodyPr>
          <a:lstStyle/>
          <a:p>
            <a:pPr lvl="0">
              <a:lnSpc>
                <a:spcPct val="150000"/>
              </a:lnSpc>
              <a:defRPr/>
            </a:pPr>
            <a:r>
              <a:rPr lang="zh-CN" altLang="en-US" sz="1600" dirty="0">
                <a:solidFill>
                  <a:srgbClr val="000000"/>
                </a:solidFill>
                <a:cs typeface="+mn-ea"/>
                <a:sym typeface="+mn-lt"/>
              </a:rPr>
              <a:t>强化内容的结构化与可信性，通过校园认证、用户评价、分类筛选，解决通用平台信息杂乱、真假难辨的痛点。</a:t>
            </a:r>
            <a:r>
              <a:rPr lang="en-US" altLang="zh-CN" sz="1600" dirty="0">
                <a:solidFill>
                  <a:srgbClr val="000000"/>
                </a:solidFill>
                <a:cs typeface="+mn-ea"/>
                <a:sym typeface="+mn-lt"/>
              </a:rPr>
              <a:t> </a:t>
            </a:r>
            <a:endParaRPr lang="en-US" altLang="zh-CN" sz="1600" dirty="0">
              <a:solidFill>
                <a:srgbClr val="000000"/>
              </a:solidFill>
              <a:cs typeface="+mn-ea"/>
              <a:sym typeface="+mn-lt"/>
            </a:endParaRPr>
          </a:p>
        </p:txBody>
      </p:sp>
      <p:sp>
        <p:nvSpPr>
          <p:cNvPr id="24" name="wrench-and-bolt-tool-with-hammer_28491"/>
          <p:cNvSpPr/>
          <p:nvPr>
            <p:custDataLst>
              <p:tags r:id="rId9"/>
            </p:custDataLst>
          </p:nvPr>
        </p:nvSpPr>
        <p:spPr>
          <a:xfrm>
            <a:off x="6041635" y="1726838"/>
            <a:ext cx="588333" cy="609685"/>
          </a:xfrm>
          <a:custGeom>
            <a:avLst/>
            <a:gdLst>
              <a:gd name="connsiteX0" fmla="*/ 447790 w 584385"/>
              <a:gd name="connsiteY0" fmla="*/ 469190 h 605593"/>
              <a:gd name="connsiteX1" fmla="*/ 477338 w 584385"/>
              <a:gd name="connsiteY1" fmla="*/ 498570 h 605593"/>
              <a:gd name="connsiteX2" fmla="*/ 466490 w 584385"/>
              <a:gd name="connsiteY2" fmla="*/ 538773 h 605593"/>
              <a:gd name="connsiteX3" fmla="*/ 426300 w 584385"/>
              <a:gd name="connsiteY3" fmla="*/ 549494 h 605593"/>
              <a:gd name="connsiteX4" fmla="*/ 396752 w 584385"/>
              <a:gd name="connsiteY4" fmla="*/ 520114 h 605593"/>
              <a:gd name="connsiteX5" fmla="*/ 407600 w 584385"/>
              <a:gd name="connsiteY5" fmla="*/ 479911 h 605593"/>
              <a:gd name="connsiteX6" fmla="*/ 448054 w 584385"/>
              <a:gd name="connsiteY6" fmla="*/ 453715 h 605593"/>
              <a:gd name="connsiteX7" fmla="*/ 399530 w 584385"/>
              <a:gd name="connsiteY7" fmla="*/ 466706 h 605593"/>
              <a:gd name="connsiteX8" fmla="*/ 394367 w 584385"/>
              <a:gd name="connsiteY8" fmla="*/ 471965 h 605593"/>
              <a:gd name="connsiteX9" fmla="*/ 381359 w 584385"/>
              <a:gd name="connsiteY9" fmla="*/ 520426 h 605593"/>
              <a:gd name="connsiteX10" fmla="*/ 383217 w 584385"/>
              <a:gd name="connsiteY10" fmla="*/ 527540 h 605593"/>
              <a:gd name="connsiteX11" fmla="*/ 418733 w 584385"/>
              <a:gd name="connsiteY11" fmla="*/ 563009 h 605593"/>
              <a:gd name="connsiteX12" fmla="*/ 423998 w 584385"/>
              <a:gd name="connsiteY12" fmla="*/ 565175 h 605593"/>
              <a:gd name="connsiteX13" fmla="*/ 425960 w 584385"/>
              <a:gd name="connsiteY13" fmla="*/ 564865 h 605593"/>
              <a:gd name="connsiteX14" fmla="*/ 474381 w 584385"/>
              <a:gd name="connsiteY14" fmla="*/ 551977 h 605593"/>
              <a:gd name="connsiteX15" fmla="*/ 479647 w 584385"/>
              <a:gd name="connsiteY15" fmla="*/ 546718 h 605593"/>
              <a:gd name="connsiteX16" fmla="*/ 492655 w 584385"/>
              <a:gd name="connsiteY16" fmla="*/ 498257 h 605593"/>
              <a:gd name="connsiteX17" fmla="*/ 490694 w 584385"/>
              <a:gd name="connsiteY17" fmla="*/ 491143 h 605593"/>
              <a:gd name="connsiteX18" fmla="*/ 455178 w 584385"/>
              <a:gd name="connsiteY18" fmla="*/ 455674 h 605593"/>
              <a:gd name="connsiteX19" fmla="*/ 448054 w 584385"/>
              <a:gd name="connsiteY19" fmla="*/ 453715 h 605593"/>
              <a:gd name="connsiteX20" fmla="*/ 437007 w 584385"/>
              <a:gd name="connsiteY20" fmla="*/ 413090 h 605593"/>
              <a:gd name="connsiteX21" fmla="*/ 505148 w 584385"/>
              <a:gd name="connsiteY21" fmla="*/ 441239 h 605593"/>
              <a:gd name="connsiteX22" fmla="*/ 533436 w 584385"/>
              <a:gd name="connsiteY22" fmla="*/ 509290 h 605593"/>
              <a:gd name="connsiteX23" fmla="*/ 505148 w 584385"/>
              <a:gd name="connsiteY23" fmla="*/ 577444 h 605593"/>
              <a:gd name="connsiteX24" fmla="*/ 437007 w 584385"/>
              <a:gd name="connsiteY24" fmla="*/ 605593 h 605593"/>
              <a:gd name="connsiteX25" fmla="*/ 368866 w 584385"/>
              <a:gd name="connsiteY25" fmla="*/ 577444 h 605593"/>
              <a:gd name="connsiteX26" fmla="*/ 346979 w 584385"/>
              <a:gd name="connsiteY26" fmla="*/ 475161 h 605593"/>
              <a:gd name="connsiteX27" fmla="*/ 347598 w 584385"/>
              <a:gd name="connsiteY27" fmla="*/ 473821 h 605593"/>
              <a:gd name="connsiteX28" fmla="*/ 348424 w 584385"/>
              <a:gd name="connsiteY28" fmla="*/ 471552 h 605593"/>
              <a:gd name="connsiteX29" fmla="*/ 349043 w 584385"/>
              <a:gd name="connsiteY29" fmla="*/ 470109 h 605593"/>
              <a:gd name="connsiteX30" fmla="*/ 368866 w 584385"/>
              <a:gd name="connsiteY30" fmla="*/ 441239 h 605593"/>
              <a:gd name="connsiteX31" fmla="*/ 437007 w 584385"/>
              <a:gd name="connsiteY31" fmla="*/ 413090 h 605593"/>
              <a:gd name="connsiteX32" fmla="*/ 332446 w 584385"/>
              <a:gd name="connsiteY32" fmla="*/ 356991 h 605593"/>
              <a:gd name="connsiteX33" fmla="*/ 384402 w 584385"/>
              <a:gd name="connsiteY33" fmla="*/ 408842 h 605593"/>
              <a:gd name="connsiteX34" fmla="*/ 359715 w 584385"/>
              <a:gd name="connsiteY34" fmla="*/ 427295 h 605593"/>
              <a:gd name="connsiteX35" fmla="*/ 338127 w 584385"/>
              <a:gd name="connsiteY35" fmla="*/ 458323 h 605593"/>
              <a:gd name="connsiteX36" fmla="*/ 284623 w 584385"/>
              <a:gd name="connsiteY36" fmla="*/ 404925 h 605593"/>
              <a:gd name="connsiteX37" fmla="*/ 332446 w 584385"/>
              <a:gd name="connsiteY37" fmla="*/ 356991 h 605593"/>
              <a:gd name="connsiteX38" fmla="*/ 195145 w 584385"/>
              <a:gd name="connsiteY38" fmla="*/ 219882 h 605593"/>
              <a:gd name="connsiteX39" fmla="*/ 274038 w 584385"/>
              <a:gd name="connsiteY39" fmla="*/ 298642 h 605593"/>
              <a:gd name="connsiteX40" fmla="*/ 226124 w 584385"/>
              <a:gd name="connsiteY40" fmla="*/ 346476 h 605593"/>
              <a:gd name="connsiteX41" fmla="*/ 147232 w 584385"/>
              <a:gd name="connsiteY41" fmla="*/ 267819 h 605593"/>
              <a:gd name="connsiteX42" fmla="*/ 148987 w 584385"/>
              <a:gd name="connsiteY42" fmla="*/ 266891 h 605593"/>
              <a:gd name="connsiteX43" fmla="*/ 151982 w 584385"/>
              <a:gd name="connsiteY43" fmla="*/ 265138 h 605593"/>
              <a:gd name="connsiteX44" fmla="*/ 157351 w 584385"/>
              <a:gd name="connsiteY44" fmla="*/ 261839 h 605593"/>
              <a:gd name="connsiteX45" fmla="*/ 160243 w 584385"/>
              <a:gd name="connsiteY45" fmla="*/ 259881 h 605593"/>
              <a:gd name="connsiteX46" fmla="*/ 165509 w 584385"/>
              <a:gd name="connsiteY46" fmla="*/ 255963 h 605593"/>
              <a:gd name="connsiteX47" fmla="*/ 167987 w 584385"/>
              <a:gd name="connsiteY47" fmla="*/ 254108 h 605593"/>
              <a:gd name="connsiteX48" fmla="*/ 175009 w 584385"/>
              <a:gd name="connsiteY48" fmla="*/ 247613 h 605593"/>
              <a:gd name="connsiteX49" fmla="*/ 181825 w 584385"/>
              <a:gd name="connsiteY49" fmla="*/ 240088 h 605593"/>
              <a:gd name="connsiteX50" fmla="*/ 183683 w 584385"/>
              <a:gd name="connsiteY50" fmla="*/ 237716 h 605593"/>
              <a:gd name="connsiteX51" fmla="*/ 188124 w 584385"/>
              <a:gd name="connsiteY51" fmla="*/ 231737 h 605593"/>
              <a:gd name="connsiteX52" fmla="*/ 189879 w 584385"/>
              <a:gd name="connsiteY52" fmla="*/ 229057 h 605593"/>
              <a:gd name="connsiteX53" fmla="*/ 194319 w 584385"/>
              <a:gd name="connsiteY53" fmla="*/ 221222 h 605593"/>
              <a:gd name="connsiteX54" fmla="*/ 195042 w 584385"/>
              <a:gd name="connsiteY54" fmla="*/ 220088 h 605593"/>
              <a:gd name="connsiteX55" fmla="*/ 195145 w 584385"/>
              <a:gd name="connsiteY55" fmla="*/ 219882 h 605593"/>
              <a:gd name="connsiteX56" fmla="*/ 382962 w 584385"/>
              <a:gd name="connsiteY56" fmla="*/ 211555 h 605593"/>
              <a:gd name="connsiteX57" fmla="*/ 419615 w 584385"/>
              <a:gd name="connsiteY57" fmla="*/ 248152 h 605593"/>
              <a:gd name="connsiteX58" fmla="*/ 115242 w 584385"/>
              <a:gd name="connsiteY58" fmla="*/ 552884 h 605593"/>
              <a:gd name="connsiteX59" fmla="*/ 114932 w 584385"/>
              <a:gd name="connsiteY59" fmla="*/ 553193 h 605593"/>
              <a:gd name="connsiteX60" fmla="*/ 112351 w 584385"/>
              <a:gd name="connsiteY60" fmla="*/ 555771 h 605593"/>
              <a:gd name="connsiteX61" fmla="*/ 110905 w 584385"/>
              <a:gd name="connsiteY61" fmla="*/ 556492 h 605593"/>
              <a:gd name="connsiteX62" fmla="*/ 98206 w 584385"/>
              <a:gd name="connsiteY62" fmla="*/ 560616 h 605593"/>
              <a:gd name="connsiteX63" fmla="*/ 78382 w 584385"/>
              <a:gd name="connsiteY63" fmla="*/ 553090 h 605593"/>
              <a:gd name="connsiteX64" fmla="*/ 74872 w 584385"/>
              <a:gd name="connsiteY64" fmla="*/ 519999 h 605593"/>
              <a:gd name="connsiteX65" fmla="*/ 75698 w 584385"/>
              <a:gd name="connsiteY65" fmla="*/ 518452 h 605593"/>
              <a:gd name="connsiteX66" fmla="*/ 96419 w 584385"/>
              <a:gd name="connsiteY66" fmla="*/ 72965 h 605593"/>
              <a:gd name="connsiteX67" fmla="*/ 164556 w 584385"/>
              <a:gd name="connsiteY67" fmla="*/ 101113 h 605593"/>
              <a:gd name="connsiteX68" fmla="*/ 187165 w 584385"/>
              <a:gd name="connsiteY68" fmla="*/ 201228 h 605593"/>
              <a:gd name="connsiteX69" fmla="*/ 186546 w 584385"/>
              <a:gd name="connsiteY69" fmla="*/ 202671 h 605593"/>
              <a:gd name="connsiteX70" fmla="*/ 185823 w 584385"/>
              <a:gd name="connsiteY70" fmla="*/ 204321 h 605593"/>
              <a:gd name="connsiteX71" fmla="*/ 164453 w 584385"/>
              <a:gd name="connsiteY71" fmla="*/ 237211 h 605593"/>
              <a:gd name="connsiteX72" fmla="*/ 134824 w 584385"/>
              <a:gd name="connsiteY72" fmla="*/ 257317 h 605593"/>
              <a:gd name="connsiteX73" fmla="*/ 133069 w 584385"/>
              <a:gd name="connsiteY73" fmla="*/ 258039 h 605593"/>
              <a:gd name="connsiteX74" fmla="*/ 131623 w 584385"/>
              <a:gd name="connsiteY74" fmla="*/ 258554 h 605593"/>
              <a:gd name="connsiteX75" fmla="*/ 96109 w 584385"/>
              <a:gd name="connsiteY75" fmla="*/ 265256 h 605593"/>
              <a:gd name="connsiteX76" fmla="*/ 28282 w 584385"/>
              <a:gd name="connsiteY76" fmla="*/ 237211 h 605593"/>
              <a:gd name="connsiteX77" fmla="*/ 3505 w 584385"/>
              <a:gd name="connsiteY77" fmla="*/ 143592 h 605593"/>
              <a:gd name="connsiteX78" fmla="*/ 49962 w 584385"/>
              <a:gd name="connsiteY78" fmla="*/ 189989 h 605593"/>
              <a:gd name="connsiteX79" fmla="*/ 55640 w 584385"/>
              <a:gd name="connsiteY79" fmla="*/ 192154 h 605593"/>
              <a:gd name="connsiteX80" fmla="*/ 109530 w 584385"/>
              <a:gd name="connsiteY80" fmla="*/ 189268 h 605593"/>
              <a:gd name="connsiteX81" fmla="*/ 116551 w 584385"/>
              <a:gd name="connsiteY81" fmla="*/ 182256 h 605593"/>
              <a:gd name="connsiteX82" fmla="*/ 119441 w 584385"/>
              <a:gd name="connsiteY82" fmla="*/ 128436 h 605593"/>
              <a:gd name="connsiteX83" fmla="*/ 117273 w 584385"/>
              <a:gd name="connsiteY83" fmla="*/ 122868 h 605593"/>
              <a:gd name="connsiteX84" fmla="*/ 70713 w 584385"/>
              <a:gd name="connsiteY84" fmla="*/ 76367 h 605593"/>
              <a:gd name="connsiteX85" fmla="*/ 96419 w 584385"/>
              <a:gd name="connsiteY85" fmla="*/ 72965 h 605593"/>
              <a:gd name="connsiteX86" fmla="*/ 408632 w 584385"/>
              <a:gd name="connsiteY86" fmla="*/ 0 h 605593"/>
              <a:gd name="connsiteX87" fmla="*/ 413898 w 584385"/>
              <a:gd name="connsiteY87" fmla="*/ 2165 h 605593"/>
              <a:gd name="connsiteX88" fmla="*/ 584385 w 584385"/>
              <a:gd name="connsiteY88" fmla="*/ 172357 h 605593"/>
              <a:gd name="connsiteX89" fmla="*/ 584385 w 584385"/>
              <a:gd name="connsiteY89" fmla="*/ 307913 h 605593"/>
              <a:gd name="connsiteX90" fmla="*/ 547624 w 584385"/>
              <a:gd name="connsiteY90" fmla="*/ 344611 h 605593"/>
              <a:gd name="connsiteX91" fmla="*/ 537091 w 584385"/>
              <a:gd name="connsiteY91" fmla="*/ 344611 h 605593"/>
              <a:gd name="connsiteX92" fmla="*/ 439404 w 584385"/>
              <a:gd name="connsiteY92" fmla="*/ 246990 h 605593"/>
              <a:gd name="connsiteX93" fmla="*/ 437236 w 584385"/>
              <a:gd name="connsiteY93" fmla="*/ 241630 h 605593"/>
              <a:gd name="connsiteX94" fmla="*/ 389734 w 584385"/>
              <a:gd name="connsiteY94" fmla="*/ 194314 h 605593"/>
              <a:gd name="connsiteX95" fmla="*/ 384468 w 584385"/>
              <a:gd name="connsiteY95" fmla="*/ 192252 h 605593"/>
              <a:gd name="connsiteX96" fmla="*/ 304026 w 584385"/>
              <a:gd name="connsiteY96" fmla="*/ 111846 h 605593"/>
              <a:gd name="connsiteX97" fmla="*/ 304026 w 584385"/>
              <a:gd name="connsiteY97" fmla="*/ 101435 h 605593"/>
              <a:gd name="connsiteX98" fmla="*/ 403365 w 584385"/>
              <a:gd name="connsiteY98" fmla="*/ 2165 h 605593"/>
              <a:gd name="connsiteX99" fmla="*/ 408632 w 584385"/>
              <a:gd name="connsiteY99" fmla="*/ 0 h 60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584385" h="605593">
                <a:moveTo>
                  <a:pt x="447790" y="469190"/>
                </a:moveTo>
                <a:lnTo>
                  <a:pt x="477338" y="498570"/>
                </a:lnTo>
                <a:lnTo>
                  <a:pt x="466490" y="538773"/>
                </a:lnTo>
                <a:lnTo>
                  <a:pt x="426300" y="549494"/>
                </a:lnTo>
                <a:lnTo>
                  <a:pt x="396752" y="520114"/>
                </a:lnTo>
                <a:lnTo>
                  <a:pt x="407600" y="479911"/>
                </a:lnTo>
                <a:close/>
                <a:moveTo>
                  <a:pt x="448054" y="453715"/>
                </a:moveTo>
                <a:lnTo>
                  <a:pt x="399530" y="466706"/>
                </a:lnTo>
                <a:cubicBezTo>
                  <a:pt x="397052" y="467428"/>
                  <a:pt x="394987" y="469387"/>
                  <a:pt x="394367" y="471965"/>
                </a:cubicBezTo>
                <a:lnTo>
                  <a:pt x="381359" y="520426"/>
                </a:lnTo>
                <a:cubicBezTo>
                  <a:pt x="380636" y="522900"/>
                  <a:pt x="381359" y="525684"/>
                  <a:pt x="383217" y="527540"/>
                </a:cubicBezTo>
                <a:lnTo>
                  <a:pt x="418733" y="563009"/>
                </a:lnTo>
                <a:cubicBezTo>
                  <a:pt x="420179" y="564453"/>
                  <a:pt x="422037" y="565175"/>
                  <a:pt x="423998" y="565175"/>
                </a:cubicBezTo>
                <a:cubicBezTo>
                  <a:pt x="424618" y="565175"/>
                  <a:pt x="425341" y="565071"/>
                  <a:pt x="425960" y="564865"/>
                </a:cubicBezTo>
                <a:lnTo>
                  <a:pt x="474381" y="551977"/>
                </a:lnTo>
                <a:cubicBezTo>
                  <a:pt x="476962" y="551255"/>
                  <a:pt x="479027" y="549296"/>
                  <a:pt x="479647" y="546718"/>
                </a:cubicBezTo>
                <a:lnTo>
                  <a:pt x="492655" y="498257"/>
                </a:lnTo>
                <a:cubicBezTo>
                  <a:pt x="493378" y="495680"/>
                  <a:pt x="492655" y="492999"/>
                  <a:pt x="490694" y="491143"/>
                </a:cubicBezTo>
                <a:lnTo>
                  <a:pt x="455178" y="455674"/>
                </a:lnTo>
                <a:cubicBezTo>
                  <a:pt x="453320" y="453818"/>
                  <a:pt x="450635" y="453096"/>
                  <a:pt x="448054" y="453715"/>
                </a:cubicBezTo>
                <a:close/>
                <a:moveTo>
                  <a:pt x="437007" y="413090"/>
                </a:moveTo>
                <a:cubicBezTo>
                  <a:pt x="462715" y="413090"/>
                  <a:pt x="486977" y="423091"/>
                  <a:pt x="505148" y="441239"/>
                </a:cubicBezTo>
                <a:cubicBezTo>
                  <a:pt x="523318" y="459489"/>
                  <a:pt x="533436" y="483616"/>
                  <a:pt x="533436" y="509290"/>
                </a:cubicBezTo>
                <a:cubicBezTo>
                  <a:pt x="533436" y="535067"/>
                  <a:pt x="523318" y="559194"/>
                  <a:pt x="505148" y="577444"/>
                </a:cubicBezTo>
                <a:cubicBezTo>
                  <a:pt x="486977" y="595591"/>
                  <a:pt x="462715" y="605593"/>
                  <a:pt x="437007" y="605593"/>
                </a:cubicBezTo>
                <a:cubicBezTo>
                  <a:pt x="411300" y="605593"/>
                  <a:pt x="387037" y="595591"/>
                  <a:pt x="368866" y="577444"/>
                </a:cubicBezTo>
                <a:cubicBezTo>
                  <a:pt x="342023" y="550533"/>
                  <a:pt x="333454" y="510527"/>
                  <a:pt x="346979" y="475161"/>
                </a:cubicBezTo>
                <a:cubicBezTo>
                  <a:pt x="347185" y="474749"/>
                  <a:pt x="347392" y="474233"/>
                  <a:pt x="347598" y="473821"/>
                </a:cubicBezTo>
                <a:cubicBezTo>
                  <a:pt x="347805" y="473099"/>
                  <a:pt x="348114" y="472274"/>
                  <a:pt x="348424" y="471552"/>
                </a:cubicBezTo>
                <a:lnTo>
                  <a:pt x="349043" y="470109"/>
                </a:lnTo>
                <a:cubicBezTo>
                  <a:pt x="353999" y="459179"/>
                  <a:pt x="360607" y="449487"/>
                  <a:pt x="368866" y="441239"/>
                </a:cubicBezTo>
                <a:cubicBezTo>
                  <a:pt x="387037" y="423091"/>
                  <a:pt x="411300" y="413090"/>
                  <a:pt x="437007" y="413090"/>
                </a:cubicBezTo>
                <a:close/>
                <a:moveTo>
                  <a:pt x="332446" y="356991"/>
                </a:moveTo>
                <a:lnTo>
                  <a:pt x="384402" y="408842"/>
                </a:lnTo>
                <a:cubicBezTo>
                  <a:pt x="375312" y="413791"/>
                  <a:pt x="367049" y="420079"/>
                  <a:pt x="359715" y="427295"/>
                </a:cubicBezTo>
                <a:cubicBezTo>
                  <a:pt x="350832" y="436263"/>
                  <a:pt x="343499" y="446778"/>
                  <a:pt x="338127" y="458323"/>
                </a:cubicBezTo>
                <a:lnTo>
                  <a:pt x="284623" y="404925"/>
                </a:lnTo>
                <a:cubicBezTo>
                  <a:pt x="300220" y="389360"/>
                  <a:pt x="316333" y="373175"/>
                  <a:pt x="332446" y="356991"/>
                </a:cubicBezTo>
                <a:close/>
                <a:moveTo>
                  <a:pt x="195145" y="219882"/>
                </a:moveTo>
                <a:lnTo>
                  <a:pt x="274038" y="298642"/>
                </a:lnTo>
                <a:lnTo>
                  <a:pt x="226124" y="346476"/>
                </a:lnTo>
                <a:lnTo>
                  <a:pt x="147232" y="267819"/>
                </a:lnTo>
                <a:cubicBezTo>
                  <a:pt x="147851" y="267509"/>
                  <a:pt x="148368" y="267200"/>
                  <a:pt x="148987" y="266891"/>
                </a:cubicBezTo>
                <a:cubicBezTo>
                  <a:pt x="150020" y="266272"/>
                  <a:pt x="150949" y="265757"/>
                  <a:pt x="151982" y="265138"/>
                </a:cubicBezTo>
                <a:cubicBezTo>
                  <a:pt x="153841" y="264107"/>
                  <a:pt x="155596" y="262973"/>
                  <a:pt x="157351" y="261839"/>
                </a:cubicBezTo>
                <a:cubicBezTo>
                  <a:pt x="158384" y="261221"/>
                  <a:pt x="159313" y="260602"/>
                  <a:pt x="160243" y="259881"/>
                </a:cubicBezTo>
                <a:cubicBezTo>
                  <a:pt x="162102" y="258644"/>
                  <a:pt x="163857" y="257304"/>
                  <a:pt x="165509" y="255963"/>
                </a:cubicBezTo>
                <a:cubicBezTo>
                  <a:pt x="166335" y="255345"/>
                  <a:pt x="167161" y="254726"/>
                  <a:pt x="167987" y="254108"/>
                </a:cubicBezTo>
                <a:cubicBezTo>
                  <a:pt x="170362" y="252046"/>
                  <a:pt x="172738" y="249881"/>
                  <a:pt x="175009" y="247613"/>
                </a:cubicBezTo>
                <a:cubicBezTo>
                  <a:pt x="177384" y="245242"/>
                  <a:pt x="179656" y="242768"/>
                  <a:pt x="181825" y="240088"/>
                </a:cubicBezTo>
                <a:cubicBezTo>
                  <a:pt x="182444" y="239366"/>
                  <a:pt x="183064" y="238541"/>
                  <a:pt x="183683" y="237716"/>
                </a:cubicBezTo>
                <a:cubicBezTo>
                  <a:pt x="185232" y="235758"/>
                  <a:pt x="186678" y="233799"/>
                  <a:pt x="188124" y="231737"/>
                </a:cubicBezTo>
                <a:cubicBezTo>
                  <a:pt x="188640" y="230809"/>
                  <a:pt x="189259" y="229985"/>
                  <a:pt x="189879" y="229057"/>
                </a:cubicBezTo>
                <a:cubicBezTo>
                  <a:pt x="191428" y="226480"/>
                  <a:pt x="192977" y="223902"/>
                  <a:pt x="194319" y="221222"/>
                </a:cubicBezTo>
                <a:cubicBezTo>
                  <a:pt x="194526" y="220913"/>
                  <a:pt x="194836" y="220501"/>
                  <a:pt x="195042" y="220088"/>
                </a:cubicBezTo>
                <a:cubicBezTo>
                  <a:pt x="195042" y="219985"/>
                  <a:pt x="195042" y="219882"/>
                  <a:pt x="195145" y="219882"/>
                </a:cubicBezTo>
                <a:close/>
                <a:moveTo>
                  <a:pt x="382962" y="211555"/>
                </a:moveTo>
                <a:lnTo>
                  <a:pt x="419615" y="248152"/>
                </a:lnTo>
                <a:lnTo>
                  <a:pt x="115242" y="552884"/>
                </a:lnTo>
                <a:cubicBezTo>
                  <a:pt x="115139" y="552987"/>
                  <a:pt x="115035" y="553090"/>
                  <a:pt x="114932" y="553193"/>
                </a:cubicBezTo>
                <a:lnTo>
                  <a:pt x="112351" y="555771"/>
                </a:lnTo>
                <a:cubicBezTo>
                  <a:pt x="111835" y="555874"/>
                  <a:pt x="111318" y="556183"/>
                  <a:pt x="110905" y="556492"/>
                </a:cubicBezTo>
                <a:cubicBezTo>
                  <a:pt x="107085" y="558966"/>
                  <a:pt x="102646" y="560306"/>
                  <a:pt x="98206" y="560616"/>
                </a:cubicBezTo>
                <a:cubicBezTo>
                  <a:pt x="90979" y="560925"/>
                  <a:pt x="83648" y="558348"/>
                  <a:pt x="78382" y="553090"/>
                </a:cubicBezTo>
                <a:cubicBezTo>
                  <a:pt x="69503" y="544328"/>
                  <a:pt x="68058" y="530307"/>
                  <a:pt x="74872" y="519999"/>
                </a:cubicBezTo>
                <a:cubicBezTo>
                  <a:pt x="75182" y="519483"/>
                  <a:pt x="75492" y="518968"/>
                  <a:pt x="75698" y="518452"/>
                </a:cubicBezTo>
                <a:close/>
                <a:moveTo>
                  <a:pt x="96419" y="72965"/>
                </a:moveTo>
                <a:cubicBezTo>
                  <a:pt x="122125" y="72965"/>
                  <a:pt x="146283" y="82966"/>
                  <a:pt x="164556" y="101113"/>
                </a:cubicBezTo>
                <a:cubicBezTo>
                  <a:pt x="190572" y="127095"/>
                  <a:pt x="199451" y="166378"/>
                  <a:pt x="187165" y="201228"/>
                </a:cubicBezTo>
                <a:cubicBezTo>
                  <a:pt x="186959" y="201640"/>
                  <a:pt x="186752" y="202156"/>
                  <a:pt x="186546" y="202671"/>
                </a:cubicBezTo>
                <a:cubicBezTo>
                  <a:pt x="186340" y="203187"/>
                  <a:pt x="186030" y="203805"/>
                  <a:pt x="185823" y="204321"/>
                </a:cubicBezTo>
                <a:cubicBezTo>
                  <a:pt x="180868" y="217003"/>
                  <a:pt x="173744" y="228035"/>
                  <a:pt x="164453" y="237211"/>
                </a:cubicBezTo>
                <a:cubicBezTo>
                  <a:pt x="156091" y="245666"/>
                  <a:pt x="146077" y="252471"/>
                  <a:pt x="134824" y="257317"/>
                </a:cubicBezTo>
                <a:cubicBezTo>
                  <a:pt x="134204" y="257626"/>
                  <a:pt x="133585" y="257832"/>
                  <a:pt x="133069" y="258039"/>
                </a:cubicBezTo>
                <a:lnTo>
                  <a:pt x="131623" y="258554"/>
                </a:lnTo>
                <a:cubicBezTo>
                  <a:pt x="120370" y="262988"/>
                  <a:pt x="108395" y="265256"/>
                  <a:pt x="96109" y="265256"/>
                </a:cubicBezTo>
                <a:cubicBezTo>
                  <a:pt x="70506" y="265256"/>
                  <a:pt x="46349" y="255358"/>
                  <a:pt x="28282" y="237211"/>
                </a:cubicBezTo>
                <a:cubicBezTo>
                  <a:pt x="3402" y="212466"/>
                  <a:pt x="-5683" y="176689"/>
                  <a:pt x="3505" y="143592"/>
                </a:cubicBezTo>
                <a:lnTo>
                  <a:pt x="49962" y="189989"/>
                </a:lnTo>
                <a:cubicBezTo>
                  <a:pt x="51511" y="191536"/>
                  <a:pt x="53575" y="192258"/>
                  <a:pt x="55640" y="192154"/>
                </a:cubicBezTo>
                <a:lnTo>
                  <a:pt x="109530" y="189268"/>
                </a:lnTo>
                <a:cubicBezTo>
                  <a:pt x="113350" y="189061"/>
                  <a:pt x="116344" y="186071"/>
                  <a:pt x="116551" y="182256"/>
                </a:cubicBezTo>
                <a:lnTo>
                  <a:pt x="119441" y="128436"/>
                </a:lnTo>
                <a:cubicBezTo>
                  <a:pt x="119545" y="126373"/>
                  <a:pt x="118719" y="124311"/>
                  <a:pt x="117273" y="122868"/>
                </a:cubicBezTo>
                <a:lnTo>
                  <a:pt x="70713" y="76367"/>
                </a:lnTo>
                <a:cubicBezTo>
                  <a:pt x="79075" y="74099"/>
                  <a:pt x="87644" y="72965"/>
                  <a:pt x="96419" y="72965"/>
                </a:cubicBezTo>
                <a:close/>
                <a:moveTo>
                  <a:pt x="408632" y="0"/>
                </a:moveTo>
                <a:cubicBezTo>
                  <a:pt x="410594" y="0"/>
                  <a:pt x="412453" y="722"/>
                  <a:pt x="413898" y="2165"/>
                </a:cubicBezTo>
                <a:lnTo>
                  <a:pt x="584385" y="172357"/>
                </a:lnTo>
                <a:lnTo>
                  <a:pt x="584385" y="307913"/>
                </a:lnTo>
                <a:lnTo>
                  <a:pt x="547624" y="344611"/>
                </a:lnTo>
                <a:cubicBezTo>
                  <a:pt x="544836" y="347394"/>
                  <a:pt x="539879" y="347394"/>
                  <a:pt x="537091" y="344611"/>
                </a:cubicBezTo>
                <a:lnTo>
                  <a:pt x="439404" y="246990"/>
                </a:lnTo>
                <a:cubicBezTo>
                  <a:pt x="439404" y="245031"/>
                  <a:pt x="438681" y="243176"/>
                  <a:pt x="437236" y="241630"/>
                </a:cubicBezTo>
                <a:lnTo>
                  <a:pt x="389734" y="194314"/>
                </a:lnTo>
                <a:cubicBezTo>
                  <a:pt x="388392" y="192871"/>
                  <a:pt x="386430" y="192149"/>
                  <a:pt x="384468" y="192252"/>
                </a:cubicBezTo>
                <a:lnTo>
                  <a:pt x="304026" y="111846"/>
                </a:lnTo>
                <a:cubicBezTo>
                  <a:pt x="301135" y="108960"/>
                  <a:pt x="301135" y="104321"/>
                  <a:pt x="304026" y="101435"/>
                </a:cubicBezTo>
                <a:lnTo>
                  <a:pt x="403365" y="2165"/>
                </a:lnTo>
                <a:cubicBezTo>
                  <a:pt x="404811" y="722"/>
                  <a:pt x="406670" y="0"/>
                  <a:pt x="408632" y="0"/>
                </a:cubicBezTo>
                <a:close/>
              </a:path>
            </a:pathLst>
          </a:custGeom>
          <a:solidFill>
            <a:srgbClr val="FD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cs typeface="+mn-ea"/>
              <a:sym typeface="+mn-lt"/>
            </a:endParaRPr>
          </a:p>
        </p:txBody>
      </p:sp>
      <p:sp>
        <p:nvSpPr>
          <p:cNvPr id="25" name="iconfont-1033-859673"/>
          <p:cNvSpPr/>
          <p:nvPr>
            <p:custDataLst>
              <p:tags r:id="rId10"/>
            </p:custDataLst>
          </p:nvPr>
        </p:nvSpPr>
        <p:spPr>
          <a:xfrm>
            <a:off x="6092084" y="4552520"/>
            <a:ext cx="533703" cy="609685"/>
          </a:xfrm>
          <a:custGeom>
            <a:avLst/>
            <a:gdLst>
              <a:gd name="T0" fmla="*/ 2374 w 9715"/>
              <a:gd name="T1" fmla="*/ 7982 h 11099"/>
              <a:gd name="T2" fmla="*/ 2374 w 9715"/>
              <a:gd name="T3" fmla="*/ 8491 h 11099"/>
              <a:gd name="T4" fmla="*/ 7595 w 9715"/>
              <a:gd name="T5" fmla="*/ 8240 h 11099"/>
              <a:gd name="T6" fmla="*/ 2374 w 9715"/>
              <a:gd name="T7" fmla="*/ 2843 h 11099"/>
              <a:gd name="T8" fmla="*/ 3111 w 9715"/>
              <a:gd name="T9" fmla="*/ 2843 h 11099"/>
              <a:gd name="T10" fmla="*/ 3365 w 9715"/>
              <a:gd name="T11" fmla="*/ 3831 h 11099"/>
              <a:gd name="T12" fmla="*/ 3625 w 9715"/>
              <a:gd name="T13" fmla="*/ 2843 h 11099"/>
              <a:gd name="T14" fmla="*/ 4613 w 9715"/>
              <a:gd name="T15" fmla="*/ 2585 h 11099"/>
              <a:gd name="T16" fmla="*/ 3625 w 9715"/>
              <a:gd name="T17" fmla="*/ 2327 h 11099"/>
              <a:gd name="T18" fmla="*/ 3365 w 9715"/>
              <a:gd name="T19" fmla="*/ 1337 h 11099"/>
              <a:gd name="T20" fmla="*/ 3111 w 9715"/>
              <a:gd name="T21" fmla="*/ 2327 h 11099"/>
              <a:gd name="T22" fmla="*/ 2122 w 9715"/>
              <a:gd name="T23" fmla="*/ 2585 h 11099"/>
              <a:gd name="T24" fmla="*/ 2122 w 9715"/>
              <a:gd name="T25" fmla="*/ 4633 h 11099"/>
              <a:gd name="T26" fmla="*/ 2374 w 9715"/>
              <a:gd name="T27" fmla="*/ 4890 h 11099"/>
              <a:gd name="T28" fmla="*/ 7595 w 9715"/>
              <a:gd name="T29" fmla="*/ 4633 h 11099"/>
              <a:gd name="T30" fmla="*/ 2374 w 9715"/>
              <a:gd name="T31" fmla="*/ 4375 h 11099"/>
              <a:gd name="T32" fmla="*/ 9586 w 9715"/>
              <a:gd name="T33" fmla="*/ 3212 h 11099"/>
              <a:gd name="T34" fmla="*/ 6506 w 9715"/>
              <a:gd name="T35" fmla="*/ 127 h 11099"/>
              <a:gd name="T36" fmla="*/ 1142 w 9715"/>
              <a:gd name="T37" fmla="*/ 0 h 11099"/>
              <a:gd name="T38" fmla="*/ 0 w 9715"/>
              <a:gd name="T39" fmla="*/ 1146 h 11099"/>
              <a:gd name="T40" fmla="*/ 336 w 9715"/>
              <a:gd name="T41" fmla="*/ 10763 h 11099"/>
              <a:gd name="T42" fmla="*/ 336 w 9715"/>
              <a:gd name="T43" fmla="*/ 10763 h 11099"/>
              <a:gd name="T44" fmla="*/ 8568 w 9715"/>
              <a:gd name="T45" fmla="*/ 11099 h 11099"/>
              <a:gd name="T46" fmla="*/ 9376 w 9715"/>
              <a:gd name="T47" fmla="*/ 10763 h 11099"/>
              <a:gd name="T48" fmla="*/ 9715 w 9715"/>
              <a:gd name="T49" fmla="*/ 3515 h 11099"/>
              <a:gd name="T50" fmla="*/ 6454 w 9715"/>
              <a:gd name="T51" fmla="*/ 1288 h 11099"/>
              <a:gd name="T52" fmla="*/ 8426 w 9715"/>
              <a:gd name="T53" fmla="*/ 3261 h 11099"/>
              <a:gd name="T54" fmla="*/ 6588 w 9715"/>
              <a:gd name="T55" fmla="*/ 3127 h 11099"/>
              <a:gd name="T56" fmla="*/ 6454 w 9715"/>
              <a:gd name="T57" fmla="*/ 2800 h 11099"/>
              <a:gd name="T58" fmla="*/ 8860 w 9715"/>
              <a:gd name="T59" fmla="*/ 9958 h 11099"/>
              <a:gd name="T60" fmla="*/ 8775 w 9715"/>
              <a:gd name="T61" fmla="*/ 10160 h 11099"/>
              <a:gd name="T62" fmla="*/ 8568 w 9715"/>
              <a:gd name="T63" fmla="*/ 10242 h 11099"/>
              <a:gd name="T64" fmla="*/ 940 w 9715"/>
              <a:gd name="T65" fmla="*/ 10160 h 11099"/>
              <a:gd name="T66" fmla="*/ 855 w 9715"/>
              <a:gd name="T67" fmla="*/ 9958 h 11099"/>
              <a:gd name="T68" fmla="*/ 940 w 9715"/>
              <a:gd name="T69" fmla="*/ 940 h 11099"/>
              <a:gd name="T70" fmla="*/ 5940 w 9715"/>
              <a:gd name="T71" fmla="*/ 855 h 11099"/>
              <a:gd name="T72" fmla="*/ 6213 w 9715"/>
              <a:gd name="T73" fmla="*/ 3470 h 11099"/>
              <a:gd name="T74" fmla="*/ 6918 w 9715"/>
              <a:gd name="T75" fmla="*/ 3769 h 11099"/>
              <a:gd name="T76" fmla="*/ 8860 w 9715"/>
              <a:gd name="T77" fmla="*/ 9958 h 11099"/>
              <a:gd name="T78" fmla="*/ 7339 w 9715"/>
              <a:gd name="T79" fmla="*/ 6182 h 11099"/>
              <a:gd name="T80" fmla="*/ 2122 w 9715"/>
              <a:gd name="T81" fmla="*/ 6436 h 11099"/>
              <a:gd name="T82" fmla="*/ 7339 w 9715"/>
              <a:gd name="T83" fmla="*/ 6691 h 11099"/>
              <a:gd name="T84" fmla="*/ 7339 w 9715"/>
              <a:gd name="T85" fmla="*/ 6182 h 110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715" h="11099">
                <a:moveTo>
                  <a:pt x="7339" y="7982"/>
                </a:moveTo>
                <a:lnTo>
                  <a:pt x="2374" y="7982"/>
                </a:lnTo>
                <a:cubicBezTo>
                  <a:pt x="2232" y="7982"/>
                  <a:pt x="2122" y="8096"/>
                  <a:pt x="2122" y="8240"/>
                </a:cubicBezTo>
                <a:cubicBezTo>
                  <a:pt x="2122" y="8382"/>
                  <a:pt x="2232" y="8491"/>
                  <a:pt x="2374" y="8491"/>
                </a:cubicBezTo>
                <a:lnTo>
                  <a:pt x="7339" y="8491"/>
                </a:lnTo>
                <a:cubicBezTo>
                  <a:pt x="7478" y="8491"/>
                  <a:pt x="7595" y="8382"/>
                  <a:pt x="7595" y="8240"/>
                </a:cubicBezTo>
                <a:cubicBezTo>
                  <a:pt x="7595" y="8096"/>
                  <a:pt x="7478" y="7982"/>
                  <a:pt x="7339" y="7982"/>
                </a:cubicBezTo>
                <a:close/>
                <a:moveTo>
                  <a:pt x="2374" y="2843"/>
                </a:moveTo>
                <a:lnTo>
                  <a:pt x="2374" y="2843"/>
                </a:lnTo>
                <a:lnTo>
                  <a:pt x="3111" y="2843"/>
                </a:lnTo>
                <a:lnTo>
                  <a:pt x="3111" y="3577"/>
                </a:lnTo>
                <a:cubicBezTo>
                  <a:pt x="3111" y="3721"/>
                  <a:pt x="3226" y="3831"/>
                  <a:pt x="3365" y="3831"/>
                </a:cubicBezTo>
                <a:cubicBezTo>
                  <a:pt x="3513" y="3831"/>
                  <a:pt x="3625" y="3721"/>
                  <a:pt x="3625" y="3577"/>
                </a:cubicBezTo>
                <a:lnTo>
                  <a:pt x="3625" y="2843"/>
                </a:lnTo>
                <a:lnTo>
                  <a:pt x="4356" y="2843"/>
                </a:lnTo>
                <a:cubicBezTo>
                  <a:pt x="4499" y="2843"/>
                  <a:pt x="4613" y="2724"/>
                  <a:pt x="4613" y="2585"/>
                </a:cubicBezTo>
                <a:cubicBezTo>
                  <a:pt x="4613" y="2443"/>
                  <a:pt x="4499" y="2327"/>
                  <a:pt x="4356" y="2327"/>
                </a:cubicBezTo>
                <a:lnTo>
                  <a:pt x="3625" y="2327"/>
                </a:lnTo>
                <a:lnTo>
                  <a:pt x="3625" y="1594"/>
                </a:lnTo>
                <a:cubicBezTo>
                  <a:pt x="3625" y="1455"/>
                  <a:pt x="3513" y="1337"/>
                  <a:pt x="3365" y="1337"/>
                </a:cubicBezTo>
                <a:cubicBezTo>
                  <a:pt x="3226" y="1337"/>
                  <a:pt x="3111" y="1455"/>
                  <a:pt x="3111" y="1594"/>
                </a:cubicBezTo>
                <a:lnTo>
                  <a:pt x="3111" y="2327"/>
                </a:lnTo>
                <a:lnTo>
                  <a:pt x="2374" y="2327"/>
                </a:lnTo>
                <a:cubicBezTo>
                  <a:pt x="2232" y="2327"/>
                  <a:pt x="2122" y="2443"/>
                  <a:pt x="2122" y="2585"/>
                </a:cubicBezTo>
                <a:cubicBezTo>
                  <a:pt x="2122" y="2724"/>
                  <a:pt x="2232" y="2843"/>
                  <a:pt x="2374" y="2843"/>
                </a:cubicBezTo>
                <a:close/>
                <a:moveTo>
                  <a:pt x="2122" y="4633"/>
                </a:moveTo>
                <a:lnTo>
                  <a:pt x="2122" y="4633"/>
                </a:lnTo>
                <a:cubicBezTo>
                  <a:pt x="2122" y="4775"/>
                  <a:pt x="2232" y="4890"/>
                  <a:pt x="2374" y="4890"/>
                </a:cubicBezTo>
                <a:lnTo>
                  <a:pt x="7339" y="4890"/>
                </a:lnTo>
                <a:cubicBezTo>
                  <a:pt x="7478" y="4890"/>
                  <a:pt x="7595" y="4775"/>
                  <a:pt x="7595" y="4633"/>
                </a:cubicBezTo>
                <a:cubicBezTo>
                  <a:pt x="7595" y="4490"/>
                  <a:pt x="7478" y="4375"/>
                  <a:pt x="7339" y="4375"/>
                </a:cubicBezTo>
                <a:lnTo>
                  <a:pt x="2374" y="4375"/>
                </a:lnTo>
                <a:cubicBezTo>
                  <a:pt x="2232" y="4375"/>
                  <a:pt x="2122" y="4490"/>
                  <a:pt x="2122" y="4633"/>
                </a:cubicBezTo>
                <a:close/>
                <a:moveTo>
                  <a:pt x="9586" y="3212"/>
                </a:moveTo>
                <a:lnTo>
                  <a:pt x="9586" y="3212"/>
                </a:lnTo>
                <a:lnTo>
                  <a:pt x="6506" y="127"/>
                </a:lnTo>
                <a:cubicBezTo>
                  <a:pt x="6427" y="49"/>
                  <a:pt x="6315" y="0"/>
                  <a:pt x="6203" y="0"/>
                </a:cubicBezTo>
                <a:lnTo>
                  <a:pt x="1142" y="0"/>
                </a:lnTo>
                <a:cubicBezTo>
                  <a:pt x="833" y="0"/>
                  <a:pt x="541" y="127"/>
                  <a:pt x="336" y="338"/>
                </a:cubicBezTo>
                <a:cubicBezTo>
                  <a:pt x="126" y="544"/>
                  <a:pt x="0" y="830"/>
                  <a:pt x="0" y="1146"/>
                </a:cubicBezTo>
                <a:lnTo>
                  <a:pt x="0" y="9958"/>
                </a:lnTo>
                <a:cubicBezTo>
                  <a:pt x="0" y="10272"/>
                  <a:pt x="126" y="10557"/>
                  <a:pt x="336" y="10763"/>
                </a:cubicBezTo>
                <a:lnTo>
                  <a:pt x="336" y="10763"/>
                </a:lnTo>
                <a:lnTo>
                  <a:pt x="336" y="10763"/>
                </a:lnTo>
                <a:cubicBezTo>
                  <a:pt x="547" y="10969"/>
                  <a:pt x="833" y="11099"/>
                  <a:pt x="1142" y="11099"/>
                </a:cubicBezTo>
                <a:lnTo>
                  <a:pt x="8568" y="11099"/>
                </a:lnTo>
                <a:cubicBezTo>
                  <a:pt x="8882" y="11099"/>
                  <a:pt x="9160" y="10975"/>
                  <a:pt x="9365" y="10775"/>
                </a:cubicBezTo>
                <a:lnTo>
                  <a:pt x="9376" y="10763"/>
                </a:lnTo>
                <a:cubicBezTo>
                  <a:pt x="9584" y="10557"/>
                  <a:pt x="9715" y="10272"/>
                  <a:pt x="9715" y="9958"/>
                </a:cubicBezTo>
                <a:lnTo>
                  <a:pt x="9715" y="3515"/>
                </a:lnTo>
                <a:cubicBezTo>
                  <a:pt x="9715" y="3406"/>
                  <a:pt x="9671" y="3297"/>
                  <a:pt x="9586" y="3212"/>
                </a:cubicBezTo>
                <a:close/>
                <a:moveTo>
                  <a:pt x="6454" y="1288"/>
                </a:moveTo>
                <a:lnTo>
                  <a:pt x="6454" y="1288"/>
                </a:lnTo>
                <a:lnTo>
                  <a:pt x="8426" y="3261"/>
                </a:lnTo>
                <a:lnTo>
                  <a:pt x="6918" y="3261"/>
                </a:lnTo>
                <a:cubicBezTo>
                  <a:pt x="6790" y="3261"/>
                  <a:pt x="6672" y="3207"/>
                  <a:pt x="6588" y="3127"/>
                </a:cubicBezTo>
                <a:lnTo>
                  <a:pt x="6577" y="3110"/>
                </a:lnTo>
                <a:cubicBezTo>
                  <a:pt x="6506" y="3030"/>
                  <a:pt x="6454" y="2921"/>
                  <a:pt x="6454" y="2800"/>
                </a:cubicBezTo>
                <a:lnTo>
                  <a:pt x="6454" y="1288"/>
                </a:lnTo>
                <a:close/>
                <a:moveTo>
                  <a:pt x="8860" y="9958"/>
                </a:moveTo>
                <a:lnTo>
                  <a:pt x="8860" y="9958"/>
                </a:lnTo>
                <a:cubicBezTo>
                  <a:pt x="8860" y="10035"/>
                  <a:pt x="8833" y="10108"/>
                  <a:pt x="8775" y="10160"/>
                </a:cubicBezTo>
                <a:lnTo>
                  <a:pt x="8775" y="10162"/>
                </a:lnTo>
                <a:cubicBezTo>
                  <a:pt x="8721" y="10211"/>
                  <a:pt x="8647" y="10242"/>
                  <a:pt x="8568" y="10242"/>
                </a:cubicBezTo>
                <a:lnTo>
                  <a:pt x="1142" y="10242"/>
                </a:lnTo>
                <a:cubicBezTo>
                  <a:pt x="1066" y="10242"/>
                  <a:pt x="989" y="10211"/>
                  <a:pt x="940" y="10160"/>
                </a:cubicBezTo>
                <a:lnTo>
                  <a:pt x="940" y="10160"/>
                </a:lnTo>
                <a:cubicBezTo>
                  <a:pt x="888" y="10108"/>
                  <a:pt x="855" y="10035"/>
                  <a:pt x="855" y="9958"/>
                </a:cubicBezTo>
                <a:lnTo>
                  <a:pt x="855" y="1146"/>
                </a:lnTo>
                <a:cubicBezTo>
                  <a:pt x="855" y="1064"/>
                  <a:pt x="888" y="994"/>
                  <a:pt x="940" y="940"/>
                </a:cubicBezTo>
                <a:cubicBezTo>
                  <a:pt x="989" y="892"/>
                  <a:pt x="1066" y="855"/>
                  <a:pt x="1142" y="855"/>
                </a:cubicBezTo>
                <a:lnTo>
                  <a:pt x="5940" y="855"/>
                </a:lnTo>
                <a:lnTo>
                  <a:pt x="5940" y="2800"/>
                </a:lnTo>
                <a:cubicBezTo>
                  <a:pt x="5940" y="3060"/>
                  <a:pt x="6044" y="3297"/>
                  <a:pt x="6213" y="3470"/>
                </a:cubicBezTo>
                <a:lnTo>
                  <a:pt x="6227" y="3485"/>
                </a:lnTo>
                <a:cubicBezTo>
                  <a:pt x="6407" y="3664"/>
                  <a:pt x="6650" y="3769"/>
                  <a:pt x="6918" y="3769"/>
                </a:cubicBezTo>
                <a:lnTo>
                  <a:pt x="8860" y="3769"/>
                </a:lnTo>
                <a:lnTo>
                  <a:pt x="8860" y="9958"/>
                </a:lnTo>
                <a:close/>
                <a:moveTo>
                  <a:pt x="7339" y="6182"/>
                </a:moveTo>
                <a:lnTo>
                  <a:pt x="7339" y="6182"/>
                </a:lnTo>
                <a:lnTo>
                  <a:pt x="2374" y="6182"/>
                </a:lnTo>
                <a:cubicBezTo>
                  <a:pt x="2232" y="6182"/>
                  <a:pt x="2122" y="6294"/>
                  <a:pt x="2122" y="6436"/>
                </a:cubicBezTo>
                <a:cubicBezTo>
                  <a:pt x="2122" y="6579"/>
                  <a:pt x="2232" y="6691"/>
                  <a:pt x="2374" y="6691"/>
                </a:cubicBezTo>
                <a:lnTo>
                  <a:pt x="7339" y="6691"/>
                </a:lnTo>
                <a:cubicBezTo>
                  <a:pt x="7478" y="6691"/>
                  <a:pt x="7595" y="6579"/>
                  <a:pt x="7595" y="6436"/>
                </a:cubicBezTo>
                <a:cubicBezTo>
                  <a:pt x="7595" y="6294"/>
                  <a:pt x="7478" y="6182"/>
                  <a:pt x="7339" y="6182"/>
                </a:cubicBezTo>
                <a:close/>
              </a:path>
            </a:pathLst>
          </a:custGeom>
          <a:solidFill>
            <a:srgbClr val="FD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cs typeface="+mn-ea"/>
              <a:sym typeface="+mn-lt"/>
            </a:endParaRPr>
          </a:p>
        </p:txBody>
      </p:sp>
      <p:sp>
        <p:nvSpPr>
          <p:cNvPr id="27" name="ïṩḻiḑè"/>
          <p:cNvSpPr/>
          <p:nvPr/>
        </p:nvSpPr>
        <p:spPr bwMode="auto">
          <a:xfrm>
            <a:off x="962503" y="1671107"/>
            <a:ext cx="2586664" cy="665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r>
              <a:rPr lang="zh-CN" altLang="en-US" sz="2400" b="1" dirty="0">
                <a:solidFill>
                  <a:srgbClr val="404040"/>
                </a:solidFill>
                <a:cs typeface="+mn-ea"/>
                <a:sym typeface="+mn-lt"/>
              </a:rPr>
              <a:t>功能定位</a:t>
            </a:r>
            <a:endParaRPr lang="zh-CN" altLang="en-US" sz="2400" b="1" dirty="0">
              <a:solidFill>
                <a:srgbClr val="404040"/>
              </a:solidFill>
              <a:cs typeface="+mn-ea"/>
              <a:sym typeface="+mn-lt"/>
            </a:endParaRPr>
          </a:p>
        </p:txBody>
      </p:sp>
      <p:sp>
        <p:nvSpPr>
          <p:cNvPr id="28" name="矩形 27"/>
          <p:cNvSpPr/>
          <p:nvPr/>
        </p:nvSpPr>
        <p:spPr>
          <a:xfrm>
            <a:off x="533400" y="22225"/>
            <a:ext cx="1691005" cy="58547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平行四边形 5"/>
          <p:cNvSpPr>
            <a:spLocks noChangeAspect="1"/>
          </p:cNvSpPr>
          <p:nvPr/>
        </p:nvSpPr>
        <p:spPr>
          <a:xfrm>
            <a:off x="5993130" y="3190240"/>
            <a:ext cx="5031105" cy="695325"/>
          </a:xfrm>
          <a:prstGeom prst="parallelogram">
            <a:avLst/>
          </a:prstGeom>
          <a:noFill/>
          <a:ln>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defRPr/>
            </a:pPr>
            <a:endParaRPr lang="zh-CN" altLang="en-US" sz="2400" b="1" dirty="0">
              <a:solidFill>
                <a:srgbClr val="404040"/>
              </a:solidFill>
              <a:cs typeface="+mn-ea"/>
              <a:sym typeface="+mn-lt"/>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anim calcmode="lin" valueType="num">
                                      <p:cBhvr>
                                        <p:cTn id="18" dur="500" fill="hold"/>
                                        <p:tgtEl>
                                          <p:spTgt spid="27"/>
                                        </p:tgtEl>
                                        <p:attrNameLst>
                                          <p:attrName>ppt_x</p:attrName>
                                        </p:attrNameLst>
                                      </p:cBhvr>
                                      <p:tavLst>
                                        <p:tav tm="0">
                                          <p:val>
                                            <p:strVal val="#ppt_x"/>
                                          </p:val>
                                        </p:tav>
                                        <p:tav tm="100000">
                                          <p:val>
                                            <p:strVal val="#ppt_x"/>
                                          </p:val>
                                        </p:tav>
                                      </p:tavLst>
                                    </p:anim>
                                    <p:anim calcmode="lin" valueType="num">
                                      <p:cBhvr>
                                        <p:cTn id="19" dur="500" fill="hold"/>
                                        <p:tgtEl>
                                          <p:spTgt spid="27"/>
                                        </p:tgtEl>
                                        <p:attrNameLst>
                                          <p:attrName>ppt_y</p:attrName>
                                        </p:attrNameLst>
                                      </p:cBhvr>
                                      <p:tavLst>
                                        <p:tav tm="0">
                                          <p:val>
                                            <p:strVal val="#ppt_y+.1"/>
                                          </p:val>
                                        </p:tav>
                                        <p:tav tm="100000">
                                          <p:val>
                                            <p:strVal val="#ppt_y"/>
                                          </p:val>
                                        </p:tav>
                                      </p:tavLst>
                                    </p:anim>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ipe(left)">
                                      <p:cBhvr>
                                        <p:cTn id="23" dur="500"/>
                                        <p:tgtEl>
                                          <p:spTgt spid="24"/>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500"/>
                                        <p:tgtEl>
                                          <p:spTgt spid="25"/>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left)">
                                      <p:cBhvr>
                                        <p:cTn id="38" dur="500"/>
                                        <p:tgtEl>
                                          <p:spTgt spid="16"/>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left)">
                                      <p:cBhvr>
                                        <p:cTn id="41" dur="500"/>
                                        <p:tgtEl>
                                          <p:spTgt spid="17"/>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wipe(left)">
                                      <p:cBhvr>
                                        <p:cTn id="44" dur="500"/>
                                        <p:tgtEl>
                                          <p:spTgt spid="19"/>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left)">
                                      <p:cBhvr>
                                        <p:cTn id="47" dur="500"/>
                                        <p:tgtEl>
                                          <p:spTgt spid="22"/>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wipe(left)">
                                      <p:cBhvr>
                                        <p:cTn id="50" dur="500"/>
                                        <p:tgtEl>
                                          <p:spTgt spid="23"/>
                                        </p:tgtEl>
                                      </p:cBhvr>
                                    </p:animEffect>
                                  </p:childTnLst>
                                </p:cTn>
                              </p:par>
                              <p:par>
                                <p:cTn id="51" presetID="42" presetClass="entr" presetSubtype="0" fill="hold" grpId="0" nodeType="with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fade">
                                      <p:cBhvr>
                                        <p:cTn id="53" dur="500"/>
                                        <p:tgtEl>
                                          <p:spTgt spid="6"/>
                                        </p:tgtEl>
                                      </p:cBhvr>
                                    </p:animEffect>
                                    <p:anim calcmode="lin" valueType="num">
                                      <p:cBhvr>
                                        <p:cTn id="54" dur="500" fill="hold"/>
                                        <p:tgtEl>
                                          <p:spTgt spid="6"/>
                                        </p:tgtEl>
                                        <p:attrNameLst>
                                          <p:attrName>ppt_x</p:attrName>
                                        </p:attrNameLst>
                                      </p:cBhvr>
                                      <p:tavLst>
                                        <p:tav tm="0">
                                          <p:val>
                                            <p:strVal val="#ppt_x"/>
                                          </p:val>
                                        </p:tav>
                                        <p:tav tm="100000">
                                          <p:val>
                                            <p:strVal val="#ppt_x"/>
                                          </p:val>
                                        </p:tav>
                                      </p:tavLst>
                                    </p:anim>
                                    <p:anim calcmode="lin" valueType="num">
                                      <p:cBhvr>
                                        <p:cTn id="55"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bldLvl="0" animBg="1"/>
      <p:bldP spid="13" grpId="0" bldLvl="0" animBg="1"/>
      <p:bldP spid="14" grpId="0" bldLvl="0" animBg="1"/>
      <p:bldP spid="16" grpId="0" bldLvl="0" animBg="1"/>
      <p:bldP spid="17" grpId="0" bldLvl="0" animBg="1"/>
      <p:bldP spid="19" grpId="0" bldLvl="0" animBg="1"/>
      <p:bldP spid="22" grpId="0"/>
      <p:bldP spid="23" grpId="0"/>
      <p:bldP spid="24" grpId="0" bldLvl="0" animBg="1"/>
      <p:bldP spid="25" grpId="0" bldLvl="0" animBg="1"/>
      <p:bldP spid="27" grpId="0"/>
      <p:bldP spid="6"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ïṩlîde"/>
          <p:cNvSpPr/>
          <p:nvPr/>
        </p:nvSpPr>
        <p:spPr>
          <a:xfrm>
            <a:off x="957096" y="2891758"/>
            <a:ext cx="4323223" cy="1284896"/>
          </a:xfrm>
          <a:prstGeom prst="rect">
            <a:avLst/>
          </a:prstGeom>
        </p:spPr>
        <p:txBody>
          <a:bodyPr>
            <a:noAutofit/>
          </a:bodyPr>
          <a:lstStyle/>
          <a:p>
            <a:pPr lvl="0">
              <a:lnSpc>
                <a:spcPct val="150000"/>
              </a:lnSpc>
              <a:defRPr/>
            </a:pPr>
            <a:r>
              <a:rPr lang="zh-CN" altLang="en-US" sz="1600" dirty="0">
                <a:solidFill>
                  <a:srgbClr val="404040"/>
                </a:solidFill>
                <a:cs typeface="+mn-ea"/>
                <a:sym typeface="+mn-lt"/>
              </a:rPr>
              <a:t>平台核心服务三大核心群体，实现需求闭环。</a:t>
            </a:r>
            <a:endParaRPr lang="zh-CN" altLang="en-US" sz="1600" dirty="0">
              <a:solidFill>
                <a:srgbClr val="404040"/>
              </a:solidFill>
              <a:cs typeface="+mn-ea"/>
              <a:sym typeface="+mn-lt"/>
            </a:endParaRPr>
          </a:p>
        </p:txBody>
      </p:sp>
      <p:grpSp>
        <p:nvGrpSpPr>
          <p:cNvPr id="8" name="îṩḷiḍé"/>
          <p:cNvGrpSpPr/>
          <p:nvPr/>
        </p:nvGrpSpPr>
        <p:grpSpPr>
          <a:xfrm>
            <a:off x="949624" y="2081323"/>
            <a:ext cx="4963398" cy="1778099"/>
            <a:chOff x="9821" y="3310"/>
            <a:chExt cx="6691" cy="2397"/>
          </a:xfrm>
        </p:grpSpPr>
        <p:sp>
          <p:nvSpPr>
            <p:cNvPr id="9" name="íṡḻiḍê"/>
            <p:cNvSpPr/>
            <p:nvPr/>
          </p:nvSpPr>
          <p:spPr>
            <a:xfrm>
              <a:off x="9821" y="3575"/>
              <a:ext cx="6691" cy="2132"/>
            </a:xfrm>
            <a:prstGeom prst="rect">
              <a:avLst/>
            </a:prstGeom>
          </p:spPr>
          <p:txBody>
            <a:bodyPr>
              <a:normAutofit/>
            </a:bodyPr>
            <a:lstStyle/>
            <a:p>
              <a:pPr lvl="0">
                <a:defRPr/>
              </a:pPr>
              <a:r>
                <a:rPr lang="zh-CN" altLang="en-US" sz="2400" b="1" dirty="0">
                  <a:solidFill>
                    <a:srgbClr val="404040"/>
                  </a:solidFill>
                  <a:cs typeface="+mn-ea"/>
                  <a:sym typeface="+mn-lt"/>
                </a:rPr>
                <a:t>构建</a:t>
              </a:r>
              <a:r>
                <a:rPr lang="en-US" altLang="zh-CN" sz="2400" b="1" dirty="0">
                  <a:solidFill>
                    <a:srgbClr val="404040"/>
                  </a:solidFill>
                  <a:cs typeface="+mn-ea"/>
                  <a:sym typeface="+mn-lt"/>
                </a:rPr>
                <a:t>“</a:t>
              </a:r>
              <a:r>
                <a:rPr lang="zh-CN" altLang="en-US" sz="2400" b="1" dirty="0">
                  <a:solidFill>
                    <a:srgbClr val="404040"/>
                  </a:solidFill>
                  <a:cs typeface="+mn-ea"/>
                  <a:sym typeface="+mn-lt"/>
                </a:rPr>
                <a:t>三方共赢</a:t>
              </a:r>
              <a:r>
                <a:rPr lang="en-US" altLang="zh-CN" sz="2400" b="1" dirty="0">
                  <a:solidFill>
                    <a:srgbClr val="404040"/>
                  </a:solidFill>
                  <a:cs typeface="+mn-ea"/>
                  <a:sym typeface="+mn-lt"/>
                </a:rPr>
                <a:t>”</a:t>
              </a:r>
              <a:r>
                <a:rPr lang="zh-CN" altLang="en-US" sz="2400" b="1" dirty="0">
                  <a:solidFill>
                    <a:srgbClr val="404040"/>
                  </a:solidFill>
                  <a:cs typeface="+mn-ea"/>
                  <a:sym typeface="+mn-lt"/>
                </a:rPr>
                <a:t>的校园生态</a:t>
              </a:r>
              <a:endParaRPr lang="zh-CN" altLang="en-US" sz="2400" b="1" dirty="0">
                <a:solidFill>
                  <a:srgbClr val="404040"/>
                </a:solidFill>
                <a:cs typeface="+mn-ea"/>
                <a:sym typeface="+mn-lt"/>
              </a:endParaRPr>
            </a:p>
          </p:txBody>
        </p:sp>
        <p:cxnSp>
          <p:nvCxnSpPr>
            <p:cNvPr id="10" name="直接连接符 9"/>
            <p:cNvCxnSpPr/>
            <p:nvPr/>
          </p:nvCxnSpPr>
          <p:spPr>
            <a:xfrm flipH="1">
              <a:off x="9971" y="3310"/>
              <a:ext cx="3080" cy="0"/>
            </a:xfrm>
            <a:prstGeom prst="line">
              <a:avLst/>
            </a:prstGeom>
            <a:ln w="3175" cap="rnd">
              <a:solidFill>
                <a:srgbClr val="404040"/>
              </a:solidFill>
              <a:round/>
            </a:ln>
          </p:spPr>
          <p:style>
            <a:lnRef idx="1">
              <a:schemeClr val="accent1"/>
            </a:lnRef>
            <a:fillRef idx="0">
              <a:schemeClr val="accent1"/>
            </a:fillRef>
            <a:effectRef idx="0">
              <a:schemeClr val="accent1"/>
            </a:effectRef>
            <a:fontRef idx="minor">
              <a:schemeClr val="tx1"/>
            </a:fontRef>
          </p:style>
        </p:cxnSp>
      </p:grpSp>
      <p:sp>
        <p:nvSpPr>
          <p:cNvPr id="11" name="iṩ1îḋé"/>
          <p:cNvSpPr/>
          <p:nvPr>
            <p:custDataLst>
              <p:tags r:id="rId1"/>
            </p:custDataLst>
          </p:nvPr>
        </p:nvSpPr>
        <p:spPr>
          <a:xfrm>
            <a:off x="6336112" y="2978905"/>
            <a:ext cx="4973042" cy="982146"/>
          </a:xfrm>
          <a:prstGeom prst="snipRoundRect">
            <a:avLst/>
          </a:prstGeom>
          <a:solidFill>
            <a:srgbClr val="F2F2F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2" name="ïṧlîḋê"/>
          <p:cNvSpPr/>
          <p:nvPr>
            <p:custDataLst>
              <p:tags r:id="rId2"/>
            </p:custDataLst>
          </p:nvPr>
        </p:nvSpPr>
        <p:spPr>
          <a:xfrm>
            <a:off x="6336112" y="4383552"/>
            <a:ext cx="4973042" cy="982146"/>
          </a:xfrm>
          <a:prstGeom prst="snipRoundRect">
            <a:avLst/>
          </a:prstGeom>
          <a:solidFill>
            <a:srgbClr val="F2F2F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3" name="îṧļîḋè"/>
          <p:cNvSpPr/>
          <p:nvPr>
            <p:custDataLst>
              <p:tags r:id="rId3"/>
            </p:custDataLst>
          </p:nvPr>
        </p:nvSpPr>
        <p:spPr>
          <a:xfrm>
            <a:off x="6336112" y="1540609"/>
            <a:ext cx="4973042" cy="982146"/>
          </a:xfrm>
          <a:prstGeom prst="snipRoundRect">
            <a:avLst/>
          </a:prstGeom>
          <a:solidFill>
            <a:srgbClr val="F2F2F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lnSpc>
                <a:spcPct val="150000"/>
              </a:lnSpc>
              <a:spcBef>
                <a:spcPct val="0"/>
              </a:spcBef>
            </a:pPr>
            <a:endParaRPr lang="en-US" altLang="zh-CN" dirty="0">
              <a:solidFill>
                <a:srgbClr val="000000"/>
              </a:solidFill>
              <a:cs typeface="+mn-ea"/>
              <a:sym typeface="+mn-lt"/>
            </a:endParaRPr>
          </a:p>
        </p:txBody>
      </p:sp>
      <p:sp>
        <p:nvSpPr>
          <p:cNvPr id="14" name="îṣḻiḋé"/>
          <p:cNvSpPr/>
          <p:nvPr>
            <p:custDataLst>
              <p:tags r:id="rId4"/>
            </p:custDataLst>
          </p:nvPr>
        </p:nvSpPr>
        <p:spPr>
          <a:xfrm>
            <a:off x="5777163" y="1473043"/>
            <a:ext cx="1117280" cy="1117278"/>
          </a:xfrm>
          <a:prstGeom prst="ellipse">
            <a:avLst/>
          </a:prstGeom>
          <a:solidFill>
            <a:srgbClr val="0050F9"/>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5" name="i$ḷiḍê"/>
          <p:cNvSpPr/>
          <p:nvPr>
            <p:custDataLst>
              <p:tags r:id="rId5"/>
            </p:custDataLst>
          </p:nvPr>
        </p:nvSpPr>
        <p:spPr>
          <a:xfrm>
            <a:off x="5777163" y="2911339"/>
            <a:ext cx="1117280" cy="1117278"/>
          </a:xfrm>
          <a:prstGeom prst="ellipse">
            <a:avLst/>
          </a:prstGeom>
          <a:solidFill>
            <a:srgbClr val="0050F9"/>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6" name="iṧḻîďê"/>
          <p:cNvSpPr/>
          <p:nvPr>
            <p:custDataLst>
              <p:tags r:id="rId6"/>
            </p:custDataLst>
          </p:nvPr>
        </p:nvSpPr>
        <p:spPr>
          <a:xfrm>
            <a:off x="5777163" y="4315986"/>
            <a:ext cx="1117280" cy="1117278"/>
          </a:xfrm>
          <a:prstGeom prst="ellipse">
            <a:avLst/>
          </a:prstGeom>
          <a:solidFill>
            <a:srgbClr val="0050F9"/>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7" name="í$lïḓè"/>
          <p:cNvSpPr/>
          <p:nvPr>
            <p:custDataLst>
              <p:tags r:id="rId7"/>
            </p:custDataLst>
          </p:nvPr>
        </p:nvSpPr>
        <p:spPr>
          <a:xfrm>
            <a:off x="5857256" y="1553137"/>
            <a:ext cx="957093" cy="957091"/>
          </a:xfrm>
          <a:prstGeom prst="ellipse">
            <a:avLst/>
          </a:prstGeom>
          <a:solidFill>
            <a:srgbClr val="0050F9"/>
          </a:solidFill>
          <a:ln w="381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8" name="iṥliḑé"/>
          <p:cNvSpPr/>
          <p:nvPr>
            <p:custDataLst>
              <p:tags r:id="rId8"/>
            </p:custDataLst>
          </p:nvPr>
        </p:nvSpPr>
        <p:spPr>
          <a:xfrm>
            <a:off x="5857256" y="2991432"/>
            <a:ext cx="957093" cy="957091"/>
          </a:xfrm>
          <a:prstGeom prst="ellipse">
            <a:avLst/>
          </a:prstGeom>
          <a:solidFill>
            <a:srgbClr val="0050F9"/>
          </a:solidFill>
          <a:ln w="381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9" name="i$lîḍê"/>
          <p:cNvSpPr/>
          <p:nvPr>
            <p:custDataLst>
              <p:tags r:id="rId9"/>
            </p:custDataLst>
          </p:nvPr>
        </p:nvSpPr>
        <p:spPr>
          <a:xfrm>
            <a:off x="5857256" y="4396080"/>
            <a:ext cx="957093" cy="957091"/>
          </a:xfrm>
          <a:prstGeom prst="ellipse">
            <a:avLst/>
          </a:prstGeom>
          <a:solidFill>
            <a:srgbClr val="0050F9"/>
          </a:solidFill>
          <a:ln w="381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20" name="îšlíḍe"/>
          <p:cNvSpPr/>
          <p:nvPr>
            <p:custDataLst>
              <p:tags r:id="rId10"/>
            </p:custDataLst>
          </p:nvPr>
        </p:nvSpPr>
        <p:spPr>
          <a:xfrm>
            <a:off x="7049135" y="2814955"/>
            <a:ext cx="4260215" cy="1198880"/>
          </a:xfrm>
          <a:prstGeom prst="rect">
            <a:avLst/>
          </a:prstGeom>
        </p:spPr>
        <p:txBody>
          <a:bodyPr wrap="square" anchor="ctr" anchorCtr="0">
            <a:spAutoFit/>
          </a:bodyPr>
          <a:lstStyle/>
          <a:p>
            <a:pPr lvl="0">
              <a:lnSpc>
                <a:spcPct val="150000"/>
              </a:lnSpc>
              <a:defRPr/>
            </a:pPr>
            <a:r>
              <a:rPr lang="zh-CN" altLang="en-US" sz="1600" dirty="0">
                <a:solidFill>
                  <a:srgbClr val="000000"/>
                </a:solidFill>
                <a:cs typeface="+mn-ea"/>
                <a:sym typeface="+mn-lt"/>
              </a:rPr>
              <a:t>对校园：弥补官方资源不足，形成</a:t>
            </a:r>
            <a:r>
              <a:rPr lang="en-US" altLang="zh-CN" sz="1600" dirty="0">
                <a:solidFill>
                  <a:srgbClr val="000000"/>
                </a:solidFill>
                <a:cs typeface="+mn-ea"/>
                <a:sym typeface="+mn-lt"/>
              </a:rPr>
              <a:t>“</a:t>
            </a:r>
            <a:r>
              <a:rPr lang="zh-CN" altLang="en-US" sz="1600" dirty="0">
                <a:solidFill>
                  <a:srgbClr val="000000"/>
                </a:solidFill>
                <a:cs typeface="+mn-ea"/>
                <a:sym typeface="+mn-lt"/>
              </a:rPr>
              <a:t>上传</a:t>
            </a:r>
            <a:r>
              <a:rPr lang="en-US" altLang="zh-CN" sz="1600" dirty="0">
                <a:solidFill>
                  <a:srgbClr val="000000"/>
                </a:solidFill>
                <a:cs typeface="+mn-ea"/>
                <a:sym typeface="+mn-lt"/>
              </a:rPr>
              <a:t>—</a:t>
            </a:r>
            <a:r>
              <a:rPr lang="zh-CN" altLang="en-US" sz="1600" dirty="0">
                <a:solidFill>
                  <a:srgbClr val="000000"/>
                </a:solidFill>
                <a:cs typeface="+mn-ea"/>
                <a:sym typeface="+mn-lt"/>
              </a:rPr>
              <a:t>分享</a:t>
            </a:r>
            <a:r>
              <a:rPr lang="en-US" altLang="zh-CN" sz="1600" dirty="0">
                <a:solidFill>
                  <a:srgbClr val="000000"/>
                </a:solidFill>
                <a:cs typeface="+mn-ea"/>
                <a:sym typeface="+mn-lt"/>
              </a:rPr>
              <a:t>—</a:t>
            </a:r>
            <a:r>
              <a:rPr lang="zh-CN" altLang="en-US" sz="1600" dirty="0">
                <a:solidFill>
                  <a:srgbClr val="000000"/>
                </a:solidFill>
                <a:cs typeface="+mn-ea"/>
                <a:sym typeface="+mn-lt"/>
              </a:rPr>
              <a:t>受益</a:t>
            </a:r>
            <a:r>
              <a:rPr lang="en-US" altLang="zh-CN" sz="1600" dirty="0">
                <a:solidFill>
                  <a:srgbClr val="000000"/>
                </a:solidFill>
                <a:cs typeface="+mn-ea"/>
                <a:sym typeface="+mn-lt"/>
              </a:rPr>
              <a:t>—</a:t>
            </a:r>
            <a:r>
              <a:rPr lang="zh-CN" altLang="en-US" sz="1600" dirty="0">
                <a:solidFill>
                  <a:srgbClr val="000000"/>
                </a:solidFill>
                <a:cs typeface="+mn-ea"/>
                <a:sym typeface="+mn-lt"/>
              </a:rPr>
              <a:t>再上传</a:t>
            </a:r>
            <a:r>
              <a:rPr lang="en-US" altLang="zh-CN" sz="1600" dirty="0">
                <a:solidFill>
                  <a:srgbClr val="000000"/>
                </a:solidFill>
                <a:cs typeface="+mn-ea"/>
                <a:sym typeface="+mn-lt"/>
              </a:rPr>
              <a:t>”</a:t>
            </a:r>
            <a:r>
              <a:rPr lang="zh-CN" altLang="en-US" sz="1600" dirty="0">
                <a:solidFill>
                  <a:srgbClr val="000000"/>
                </a:solidFill>
                <a:cs typeface="+mn-ea"/>
                <a:sym typeface="+mn-lt"/>
              </a:rPr>
              <a:t>的良性循环，培育学生自主共建的知识共享文化</a:t>
            </a:r>
            <a:endParaRPr lang="zh-CN" altLang="en-US" sz="1600" dirty="0">
              <a:solidFill>
                <a:srgbClr val="000000"/>
              </a:solidFill>
              <a:cs typeface="+mn-ea"/>
              <a:sym typeface="+mn-lt"/>
            </a:endParaRPr>
          </a:p>
        </p:txBody>
      </p:sp>
      <p:sp>
        <p:nvSpPr>
          <p:cNvPr id="22" name="îṣlïďê"/>
          <p:cNvSpPr/>
          <p:nvPr>
            <p:custDataLst>
              <p:tags r:id="rId11"/>
            </p:custDataLst>
          </p:nvPr>
        </p:nvSpPr>
        <p:spPr>
          <a:xfrm>
            <a:off x="7049135" y="1376680"/>
            <a:ext cx="4260215" cy="1198880"/>
          </a:xfrm>
          <a:prstGeom prst="rect">
            <a:avLst/>
          </a:prstGeom>
        </p:spPr>
        <p:txBody>
          <a:bodyPr wrap="square" anchor="ctr" anchorCtr="0">
            <a:spAutoFit/>
          </a:bodyPr>
          <a:lstStyle/>
          <a:p>
            <a:pPr lvl="0">
              <a:lnSpc>
                <a:spcPct val="150000"/>
              </a:lnSpc>
              <a:defRPr/>
            </a:pPr>
            <a:r>
              <a:rPr lang="zh-CN" altLang="en-US" sz="1600" dirty="0">
                <a:solidFill>
                  <a:srgbClr val="000000"/>
                </a:solidFill>
                <a:cs typeface="+mn-ea"/>
                <a:sym typeface="+mn-lt"/>
              </a:rPr>
              <a:t>对学子：打破信息壁垒，让新生快速获取高质量、针对性强的学习资源与前辈指导，让学长学姐的经验成为后来者的</a:t>
            </a:r>
            <a:r>
              <a:rPr lang="en-US" altLang="zh-CN" sz="1600" dirty="0">
                <a:solidFill>
                  <a:srgbClr val="000000"/>
                </a:solidFill>
                <a:cs typeface="+mn-ea"/>
                <a:sym typeface="+mn-lt"/>
              </a:rPr>
              <a:t>“</a:t>
            </a:r>
            <a:r>
              <a:rPr lang="zh-CN" altLang="en-US" sz="1600" dirty="0">
                <a:solidFill>
                  <a:srgbClr val="000000"/>
                </a:solidFill>
                <a:cs typeface="+mn-ea"/>
                <a:sym typeface="+mn-lt"/>
              </a:rPr>
              <a:t>捷径</a:t>
            </a:r>
            <a:r>
              <a:rPr lang="en-US" altLang="zh-CN" sz="1600" dirty="0">
                <a:solidFill>
                  <a:srgbClr val="000000"/>
                </a:solidFill>
                <a:cs typeface="+mn-ea"/>
                <a:sym typeface="+mn-lt"/>
              </a:rPr>
              <a:t>”</a:t>
            </a:r>
            <a:endParaRPr lang="en-US" altLang="zh-CN" sz="1600" dirty="0">
              <a:solidFill>
                <a:srgbClr val="000000"/>
              </a:solidFill>
              <a:cs typeface="+mn-ea"/>
              <a:sym typeface="+mn-lt"/>
            </a:endParaRPr>
          </a:p>
        </p:txBody>
      </p:sp>
      <p:sp>
        <p:nvSpPr>
          <p:cNvPr id="23" name="îşḷiďe"/>
          <p:cNvSpPr/>
          <p:nvPr>
            <p:custDataLst>
              <p:tags r:id="rId12"/>
            </p:custDataLst>
          </p:nvPr>
        </p:nvSpPr>
        <p:spPr>
          <a:xfrm>
            <a:off x="7048939" y="4034982"/>
            <a:ext cx="3661747" cy="1568450"/>
          </a:xfrm>
          <a:prstGeom prst="rect">
            <a:avLst/>
          </a:prstGeom>
        </p:spPr>
        <p:txBody>
          <a:bodyPr wrap="square" anchor="ctr" anchorCtr="0">
            <a:spAutoFit/>
          </a:bodyPr>
          <a:lstStyle/>
          <a:p>
            <a:pPr lvl="0">
              <a:lnSpc>
                <a:spcPct val="150000"/>
              </a:lnSpc>
              <a:defRPr/>
            </a:pPr>
            <a:r>
              <a:rPr lang="zh-CN" altLang="en-US" sz="1600" dirty="0">
                <a:solidFill>
                  <a:srgbClr val="000000"/>
                </a:solidFill>
                <a:cs typeface="+mn-ea"/>
                <a:sym typeface="+mn-lt"/>
              </a:rPr>
              <a:t>对市场：填补垂直领域空白，区别于通用资料平台的泛化服务与社交群的零散分享，提供结构化、可信化、场景化的专属解决方案</a:t>
            </a:r>
            <a:endParaRPr lang="zh-CN" altLang="en-US" sz="1600" dirty="0">
              <a:solidFill>
                <a:srgbClr val="000000"/>
              </a:solidFill>
              <a:cs typeface="+mn-ea"/>
              <a:sym typeface="+mn-lt"/>
            </a:endParaRPr>
          </a:p>
        </p:txBody>
      </p:sp>
      <p:sp>
        <p:nvSpPr>
          <p:cNvPr id="24" name="wrench-and-bolt-tool-with-hammer_28491"/>
          <p:cNvSpPr/>
          <p:nvPr>
            <p:custDataLst>
              <p:tags r:id="rId13"/>
            </p:custDataLst>
          </p:nvPr>
        </p:nvSpPr>
        <p:spPr>
          <a:xfrm>
            <a:off x="6041635" y="1726838"/>
            <a:ext cx="588333" cy="609685"/>
          </a:xfrm>
          <a:custGeom>
            <a:avLst/>
            <a:gdLst>
              <a:gd name="connsiteX0" fmla="*/ 447790 w 584385"/>
              <a:gd name="connsiteY0" fmla="*/ 469190 h 605593"/>
              <a:gd name="connsiteX1" fmla="*/ 477338 w 584385"/>
              <a:gd name="connsiteY1" fmla="*/ 498570 h 605593"/>
              <a:gd name="connsiteX2" fmla="*/ 466490 w 584385"/>
              <a:gd name="connsiteY2" fmla="*/ 538773 h 605593"/>
              <a:gd name="connsiteX3" fmla="*/ 426300 w 584385"/>
              <a:gd name="connsiteY3" fmla="*/ 549494 h 605593"/>
              <a:gd name="connsiteX4" fmla="*/ 396752 w 584385"/>
              <a:gd name="connsiteY4" fmla="*/ 520114 h 605593"/>
              <a:gd name="connsiteX5" fmla="*/ 407600 w 584385"/>
              <a:gd name="connsiteY5" fmla="*/ 479911 h 605593"/>
              <a:gd name="connsiteX6" fmla="*/ 448054 w 584385"/>
              <a:gd name="connsiteY6" fmla="*/ 453715 h 605593"/>
              <a:gd name="connsiteX7" fmla="*/ 399530 w 584385"/>
              <a:gd name="connsiteY7" fmla="*/ 466706 h 605593"/>
              <a:gd name="connsiteX8" fmla="*/ 394367 w 584385"/>
              <a:gd name="connsiteY8" fmla="*/ 471965 h 605593"/>
              <a:gd name="connsiteX9" fmla="*/ 381359 w 584385"/>
              <a:gd name="connsiteY9" fmla="*/ 520426 h 605593"/>
              <a:gd name="connsiteX10" fmla="*/ 383217 w 584385"/>
              <a:gd name="connsiteY10" fmla="*/ 527540 h 605593"/>
              <a:gd name="connsiteX11" fmla="*/ 418733 w 584385"/>
              <a:gd name="connsiteY11" fmla="*/ 563009 h 605593"/>
              <a:gd name="connsiteX12" fmla="*/ 423998 w 584385"/>
              <a:gd name="connsiteY12" fmla="*/ 565175 h 605593"/>
              <a:gd name="connsiteX13" fmla="*/ 425960 w 584385"/>
              <a:gd name="connsiteY13" fmla="*/ 564865 h 605593"/>
              <a:gd name="connsiteX14" fmla="*/ 474381 w 584385"/>
              <a:gd name="connsiteY14" fmla="*/ 551977 h 605593"/>
              <a:gd name="connsiteX15" fmla="*/ 479647 w 584385"/>
              <a:gd name="connsiteY15" fmla="*/ 546718 h 605593"/>
              <a:gd name="connsiteX16" fmla="*/ 492655 w 584385"/>
              <a:gd name="connsiteY16" fmla="*/ 498257 h 605593"/>
              <a:gd name="connsiteX17" fmla="*/ 490694 w 584385"/>
              <a:gd name="connsiteY17" fmla="*/ 491143 h 605593"/>
              <a:gd name="connsiteX18" fmla="*/ 455178 w 584385"/>
              <a:gd name="connsiteY18" fmla="*/ 455674 h 605593"/>
              <a:gd name="connsiteX19" fmla="*/ 448054 w 584385"/>
              <a:gd name="connsiteY19" fmla="*/ 453715 h 605593"/>
              <a:gd name="connsiteX20" fmla="*/ 437007 w 584385"/>
              <a:gd name="connsiteY20" fmla="*/ 413090 h 605593"/>
              <a:gd name="connsiteX21" fmla="*/ 505148 w 584385"/>
              <a:gd name="connsiteY21" fmla="*/ 441239 h 605593"/>
              <a:gd name="connsiteX22" fmla="*/ 533436 w 584385"/>
              <a:gd name="connsiteY22" fmla="*/ 509290 h 605593"/>
              <a:gd name="connsiteX23" fmla="*/ 505148 w 584385"/>
              <a:gd name="connsiteY23" fmla="*/ 577444 h 605593"/>
              <a:gd name="connsiteX24" fmla="*/ 437007 w 584385"/>
              <a:gd name="connsiteY24" fmla="*/ 605593 h 605593"/>
              <a:gd name="connsiteX25" fmla="*/ 368866 w 584385"/>
              <a:gd name="connsiteY25" fmla="*/ 577444 h 605593"/>
              <a:gd name="connsiteX26" fmla="*/ 346979 w 584385"/>
              <a:gd name="connsiteY26" fmla="*/ 475161 h 605593"/>
              <a:gd name="connsiteX27" fmla="*/ 347598 w 584385"/>
              <a:gd name="connsiteY27" fmla="*/ 473821 h 605593"/>
              <a:gd name="connsiteX28" fmla="*/ 348424 w 584385"/>
              <a:gd name="connsiteY28" fmla="*/ 471552 h 605593"/>
              <a:gd name="connsiteX29" fmla="*/ 349043 w 584385"/>
              <a:gd name="connsiteY29" fmla="*/ 470109 h 605593"/>
              <a:gd name="connsiteX30" fmla="*/ 368866 w 584385"/>
              <a:gd name="connsiteY30" fmla="*/ 441239 h 605593"/>
              <a:gd name="connsiteX31" fmla="*/ 437007 w 584385"/>
              <a:gd name="connsiteY31" fmla="*/ 413090 h 605593"/>
              <a:gd name="connsiteX32" fmla="*/ 332446 w 584385"/>
              <a:gd name="connsiteY32" fmla="*/ 356991 h 605593"/>
              <a:gd name="connsiteX33" fmla="*/ 384402 w 584385"/>
              <a:gd name="connsiteY33" fmla="*/ 408842 h 605593"/>
              <a:gd name="connsiteX34" fmla="*/ 359715 w 584385"/>
              <a:gd name="connsiteY34" fmla="*/ 427295 h 605593"/>
              <a:gd name="connsiteX35" fmla="*/ 338127 w 584385"/>
              <a:gd name="connsiteY35" fmla="*/ 458323 h 605593"/>
              <a:gd name="connsiteX36" fmla="*/ 284623 w 584385"/>
              <a:gd name="connsiteY36" fmla="*/ 404925 h 605593"/>
              <a:gd name="connsiteX37" fmla="*/ 332446 w 584385"/>
              <a:gd name="connsiteY37" fmla="*/ 356991 h 605593"/>
              <a:gd name="connsiteX38" fmla="*/ 195145 w 584385"/>
              <a:gd name="connsiteY38" fmla="*/ 219882 h 605593"/>
              <a:gd name="connsiteX39" fmla="*/ 274038 w 584385"/>
              <a:gd name="connsiteY39" fmla="*/ 298642 h 605593"/>
              <a:gd name="connsiteX40" fmla="*/ 226124 w 584385"/>
              <a:gd name="connsiteY40" fmla="*/ 346476 h 605593"/>
              <a:gd name="connsiteX41" fmla="*/ 147232 w 584385"/>
              <a:gd name="connsiteY41" fmla="*/ 267819 h 605593"/>
              <a:gd name="connsiteX42" fmla="*/ 148987 w 584385"/>
              <a:gd name="connsiteY42" fmla="*/ 266891 h 605593"/>
              <a:gd name="connsiteX43" fmla="*/ 151982 w 584385"/>
              <a:gd name="connsiteY43" fmla="*/ 265138 h 605593"/>
              <a:gd name="connsiteX44" fmla="*/ 157351 w 584385"/>
              <a:gd name="connsiteY44" fmla="*/ 261839 h 605593"/>
              <a:gd name="connsiteX45" fmla="*/ 160243 w 584385"/>
              <a:gd name="connsiteY45" fmla="*/ 259881 h 605593"/>
              <a:gd name="connsiteX46" fmla="*/ 165509 w 584385"/>
              <a:gd name="connsiteY46" fmla="*/ 255963 h 605593"/>
              <a:gd name="connsiteX47" fmla="*/ 167987 w 584385"/>
              <a:gd name="connsiteY47" fmla="*/ 254108 h 605593"/>
              <a:gd name="connsiteX48" fmla="*/ 175009 w 584385"/>
              <a:gd name="connsiteY48" fmla="*/ 247613 h 605593"/>
              <a:gd name="connsiteX49" fmla="*/ 181825 w 584385"/>
              <a:gd name="connsiteY49" fmla="*/ 240088 h 605593"/>
              <a:gd name="connsiteX50" fmla="*/ 183683 w 584385"/>
              <a:gd name="connsiteY50" fmla="*/ 237716 h 605593"/>
              <a:gd name="connsiteX51" fmla="*/ 188124 w 584385"/>
              <a:gd name="connsiteY51" fmla="*/ 231737 h 605593"/>
              <a:gd name="connsiteX52" fmla="*/ 189879 w 584385"/>
              <a:gd name="connsiteY52" fmla="*/ 229057 h 605593"/>
              <a:gd name="connsiteX53" fmla="*/ 194319 w 584385"/>
              <a:gd name="connsiteY53" fmla="*/ 221222 h 605593"/>
              <a:gd name="connsiteX54" fmla="*/ 195042 w 584385"/>
              <a:gd name="connsiteY54" fmla="*/ 220088 h 605593"/>
              <a:gd name="connsiteX55" fmla="*/ 195145 w 584385"/>
              <a:gd name="connsiteY55" fmla="*/ 219882 h 605593"/>
              <a:gd name="connsiteX56" fmla="*/ 382962 w 584385"/>
              <a:gd name="connsiteY56" fmla="*/ 211555 h 605593"/>
              <a:gd name="connsiteX57" fmla="*/ 419615 w 584385"/>
              <a:gd name="connsiteY57" fmla="*/ 248152 h 605593"/>
              <a:gd name="connsiteX58" fmla="*/ 115242 w 584385"/>
              <a:gd name="connsiteY58" fmla="*/ 552884 h 605593"/>
              <a:gd name="connsiteX59" fmla="*/ 114932 w 584385"/>
              <a:gd name="connsiteY59" fmla="*/ 553193 h 605593"/>
              <a:gd name="connsiteX60" fmla="*/ 112351 w 584385"/>
              <a:gd name="connsiteY60" fmla="*/ 555771 h 605593"/>
              <a:gd name="connsiteX61" fmla="*/ 110905 w 584385"/>
              <a:gd name="connsiteY61" fmla="*/ 556492 h 605593"/>
              <a:gd name="connsiteX62" fmla="*/ 98206 w 584385"/>
              <a:gd name="connsiteY62" fmla="*/ 560616 h 605593"/>
              <a:gd name="connsiteX63" fmla="*/ 78382 w 584385"/>
              <a:gd name="connsiteY63" fmla="*/ 553090 h 605593"/>
              <a:gd name="connsiteX64" fmla="*/ 74872 w 584385"/>
              <a:gd name="connsiteY64" fmla="*/ 519999 h 605593"/>
              <a:gd name="connsiteX65" fmla="*/ 75698 w 584385"/>
              <a:gd name="connsiteY65" fmla="*/ 518452 h 605593"/>
              <a:gd name="connsiteX66" fmla="*/ 96419 w 584385"/>
              <a:gd name="connsiteY66" fmla="*/ 72965 h 605593"/>
              <a:gd name="connsiteX67" fmla="*/ 164556 w 584385"/>
              <a:gd name="connsiteY67" fmla="*/ 101113 h 605593"/>
              <a:gd name="connsiteX68" fmla="*/ 187165 w 584385"/>
              <a:gd name="connsiteY68" fmla="*/ 201228 h 605593"/>
              <a:gd name="connsiteX69" fmla="*/ 186546 w 584385"/>
              <a:gd name="connsiteY69" fmla="*/ 202671 h 605593"/>
              <a:gd name="connsiteX70" fmla="*/ 185823 w 584385"/>
              <a:gd name="connsiteY70" fmla="*/ 204321 h 605593"/>
              <a:gd name="connsiteX71" fmla="*/ 164453 w 584385"/>
              <a:gd name="connsiteY71" fmla="*/ 237211 h 605593"/>
              <a:gd name="connsiteX72" fmla="*/ 134824 w 584385"/>
              <a:gd name="connsiteY72" fmla="*/ 257317 h 605593"/>
              <a:gd name="connsiteX73" fmla="*/ 133069 w 584385"/>
              <a:gd name="connsiteY73" fmla="*/ 258039 h 605593"/>
              <a:gd name="connsiteX74" fmla="*/ 131623 w 584385"/>
              <a:gd name="connsiteY74" fmla="*/ 258554 h 605593"/>
              <a:gd name="connsiteX75" fmla="*/ 96109 w 584385"/>
              <a:gd name="connsiteY75" fmla="*/ 265256 h 605593"/>
              <a:gd name="connsiteX76" fmla="*/ 28282 w 584385"/>
              <a:gd name="connsiteY76" fmla="*/ 237211 h 605593"/>
              <a:gd name="connsiteX77" fmla="*/ 3505 w 584385"/>
              <a:gd name="connsiteY77" fmla="*/ 143592 h 605593"/>
              <a:gd name="connsiteX78" fmla="*/ 49962 w 584385"/>
              <a:gd name="connsiteY78" fmla="*/ 189989 h 605593"/>
              <a:gd name="connsiteX79" fmla="*/ 55640 w 584385"/>
              <a:gd name="connsiteY79" fmla="*/ 192154 h 605593"/>
              <a:gd name="connsiteX80" fmla="*/ 109530 w 584385"/>
              <a:gd name="connsiteY80" fmla="*/ 189268 h 605593"/>
              <a:gd name="connsiteX81" fmla="*/ 116551 w 584385"/>
              <a:gd name="connsiteY81" fmla="*/ 182256 h 605593"/>
              <a:gd name="connsiteX82" fmla="*/ 119441 w 584385"/>
              <a:gd name="connsiteY82" fmla="*/ 128436 h 605593"/>
              <a:gd name="connsiteX83" fmla="*/ 117273 w 584385"/>
              <a:gd name="connsiteY83" fmla="*/ 122868 h 605593"/>
              <a:gd name="connsiteX84" fmla="*/ 70713 w 584385"/>
              <a:gd name="connsiteY84" fmla="*/ 76367 h 605593"/>
              <a:gd name="connsiteX85" fmla="*/ 96419 w 584385"/>
              <a:gd name="connsiteY85" fmla="*/ 72965 h 605593"/>
              <a:gd name="connsiteX86" fmla="*/ 408632 w 584385"/>
              <a:gd name="connsiteY86" fmla="*/ 0 h 605593"/>
              <a:gd name="connsiteX87" fmla="*/ 413898 w 584385"/>
              <a:gd name="connsiteY87" fmla="*/ 2165 h 605593"/>
              <a:gd name="connsiteX88" fmla="*/ 584385 w 584385"/>
              <a:gd name="connsiteY88" fmla="*/ 172357 h 605593"/>
              <a:gd name="connsiteX89" fmla="*/ 584385 w 584385"/>
              <a:gd name="connsiteY89" fmla="*/ 307913 h 605593"/>
              <a:gd name="connsiteX90" fmla="*/ 547624 w 584385"/>
              <a:gd name="connsiteY90" fmla="*/ 344611 h 605593"/>
              <a:gd name="connsiteX91" fmla="*/ 537091 w 584385"/>
              <a:gd name="connsiteY91" fmla="*/ 344611 h 605593"/>
              <a:gd name="connsiteX92" fmla="*/ 439404 w 584385"/>
              <a:gd name="connsiteY92" fmla="*/ 246990 h 605593"/>
              <a:gd name="connsiteX93" fmla="*/ 437236 w 584385"/>
              <a:gd name="connsiteY93" fmla="*/ 241630 h 605593"/>
              <a:gd name="connsiteX94" fmla="*/ 389734 w 584385"/>
              <a:gd name="connsiteY94" fmla="*/ 194314 h 605593"/>
              <a:gd name="connsiteX95" fmla="*/ 384468 w 584385"/>
              <a:gd name="connsiteY95" fmla="*/ 192252 h 605593"/>
              <a:gd name="connsiteX96" fmla="*/ 304026 w 584385"/>
              <a:gd name="connsiteY96" fmla="*/ 111846 h 605593"/>
              <a:gd name="connsiteX97" fmla="*/ 304026 w 584385"/>
              <a:gd name="connsiteY97" fmla="*/ 101435 h 605593"/>
              <a:gd name="connsiteX98" fmla="*/ 403365 w 584385"/>
              <a:gd name="connsiteY98" fmla="*/ 2165 h 605593"/>
              <a:gd name="connsiteX99" fmla="*/ 408632 w 584385"/>
              <a:gd name="connsiteY99" fmla="*/ 0 h 60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584385" h="605593">
                <a:moveTo>
                  <a:pt x="447790" y="469190"/>
                </a:moveTo>
                <a:lnTo>
                  <a:pt x="477338" y="498570"/>
                </a:lnTo>
                <a:lnTo>
                  <a:pt x="466490" y="538773"/>
                </a:lnTo>
                <a:lnTo>
                  <a:pt x="426300" y="549494"/>
                </a:lnTo>
                <a:lnTo>
                  <a:pt x="396752" y="520114"/>
                </a:lnTo>
                <a:lnTo>
                  <a:pt x="407600" y="479911"/>
                </a:lnTo>
                <a:close/>
                <a:moveTo>
                  <a:pt x="448054" y="453715"/>
                </a:moveTo>
                <a:lnTo>
                  <a:pt x="399530" y="466706"/>
                </a:lnTo>
                <a:cubicBezTo>
                  <a:pt x="397052" y="467428"/>
                  <a:pt x="394987" y="469387"/>
                  <a:pt x="394367" y="471965"/>
                </a:cubicBezTo>
                <a:lnTo>
                  <a:pt x="381359" y="520426"/>
                </a:lnTo>
                <a:cubicBezTo>
                  <a:pt x="380636" y="522900"/>
                  <a:pt x="381359" y="525684"/>
                  <a:pt x="383217" y="527540"/>
                </a:cubicBezTo>
                <a:lnTo>
                  <a:pt x="418733" y="563009"/>
                </a:lnTo>
                <a:cubicBezTo>
                  <a:pt x="420179" y="564453"/>
                  <a:pt x="422037" y="565175"/>
                  <a:pt x="423998" y="565175"/>
                </a:cubicBezTo>
                <a:cubicBezTo>
                  <a:pt x="424618" y="565175"/>
                  <a:pt x="425341" y="565071"/>
                  <a:pt x="425960" y="564865"/>
                </a:cubicBezTo>
                <a:lnTo>
                  <a:pt x="474381" y="551977"/>
                </a:lnTo>
                <a:cubicBezTo>
                  <a:pt x="476962" y="551255"/>
                  <a:pt x="479027" y="549296"/>
                  <a:pt x="479647" y="546718"/>
                </a:cubicBezTo>
                <a:lnTo>
                  <a:pt x="492655" y="498257"/>
                </a:lnTo>
                <a:cubicBezTo>
                  <a:pt x="493378" y="495680"/>
                  <a:pt x="492655" y="492999"/>
                  <a:pt x="490694" y="491143"/>
                </a:cubicBezTo>
                <a:lnTo>
                  <a:pt x="455178" y="455674"/>
                </a:lnTo>
                <a:cubicBezTo>
                  <a:pt x="453320" y="453818"/>
                  <a:pt x="450635" y="453096"/>
                  <a:pt x="448054" y="453715"/>
                </a:cubicBezTo>
                <a:close/>
                <a:moveTo>
                  <a:pt x="437007" y="413090"/>
                </a:moveTo>
                <a:cubicBezTo>
                  <a:pt x="462715" y="413090"/>
                  <a:pt x="486977" y="423091"/>
                  <a:pt x="505148" y="441239"/>
                </a:cubicBezTo>
                <a:cubicBezTo>
                  <a:pt x="523318" y="459489"/>
                  <a:pt x="533436" y="483616"/>
                  <a:pt x="533436" y="509290"/>
                </a:cubicBezTo>
                <a:cubicBezTo>
                  <a:pt x="533436" y="535067"/>
                  <a:pt x="523318" y="559194"/>
                  <a:pt x="505148" y="577444"/>
                </a:cubicBezTo>
                <a:cubicBezTo>
                  <a:pt x="486977" y="595591"/>
                  <a:pt x="462715" y="605593"/>
                  <a:pt x="437007" y="605593"/>
                </a:cubicBezTo>
                <a:cubicBezTo>
                  <a:pt x="411300" y="605593"/>
                  <a:pt x="387037" y="595591"/>
                  <a:pt x="368866" y="577444"/>
                </a:cubicBezTo>
                <a:cubicBezTo>
                  <a:pt x="342023" y="550533"/>
                  <a:pt x="333454" y="510527"/>
                  <a:pt x="346979" y="475161"/>
                </a:cubicBezTo>
                <a:cubicBezTo>
                  <a:pt x="347185" y="474749"/>
                  <a:pt x="347392" y="474233"/>
                  <a:pt x="347598" y="473821"/>
                </a:cubicBezTo>
                <a:cubicBezTo>
                  <a:pt x="347805" y="473099"/>
                  <a:pt x="348114" y="472274"/>
                  <a:pt x="348424" y="471552"/>
                </a:cubicBezTo>
                <a:lnTo>
                  <a:pt x="349043" y="470109"/>
                </a:lnTo>
                <a:cubicBezTo>
                  <a:pt x="353999" y="459179"/>
                  <a:pt x="360607" y="449487"/>
                  <a:pt x="368866" y="441239"/>
                </a:cubicBezTo>
                <a:cubicBezTo>
                  <a:pt x="387037" y="423091"/>
                  <a:pt x="411300" y="413090"/>
                  <a:pt x="437007" y="413090"/>
                </a:cubicBezTo>
                <a:close/>
                <a:moveTo>
                  <a:pt x="332446" y="356991"/>
                </a:moveTo>
                <a:lnTo>
                  <a:pt x="384402" y="408842"/>
                </a:lnTo>
                <a:cubicBezTo>
                  <a:pt x="375312" y="413791"/>
                  <a:pt x="367049" y="420079"/>
                  <a:pt x="359715" y="427295"/>
                </a:cubicBezTo>
                <a:cubicBezTo>
                  <a:pt x="350832" y="436263"/>
                  <a:pt x="343499" y="446778"/>
                  <a:pt x="338127" y="458323"/>
                </a:cubicBezTo>
                <a:lnTo>
                  <a:pt x="284623" y="404925"/>
                </a:lnTo>
                <a:cubicBezTo>
                  <a:pt x="300220" y="389360"/>
                  <a:pt x="316333" y="373175"/>
                  <a:pt x="332446" y="356991"/>
                </a:cubicBezTo>
                <a:close/>
                <a:moveTo>
                  <a:pt x="195145" y="219882"/>
                </a:moveTo>
                <a:lnTo>
                  <a:pt x="274038" y="298642"/>
                </a:lnTo>
                <a:lnTo>
                  <a:pt x="226124" y="346476"/>
                </a:lnTo>
                <a:lnTo>
                  <a:pt x="147232" y="267819"/>
                </a:lnTo>
                <a:cubicBezTo>
                  <a:pt x="147851" y="267509"/>
                  <a:pt x="148368" y="267200"/>
                  <a:pt x="148987" y="266891"/>
                </a:cubicBezTo>
                <a:cubicBezTo>
                  <a:pt x="150020" y="266272"/>
                  <a:pt x="150949" y="265757"/>
                  <a:pt x="151982" y="265138"/>
                </a:cubicBezTo>
                <a:cubicBezTo>
                  <a:pt x="153841" y="264107"/>
                  <a:pt x="155596" y="262973"/>
                  <a:pt x="157351" y="261839"/>
                </a:cubicBezTo>
                <a:cubicBezTo>
                  <a:pt x="158384" y="261221"/>
                  <a:pt x="159313" y="260602"/>
                  <a:pt x="160243" y="259881"/>
                </a:cubicBezTo>
                <a:cubicBezTo>
                  <a:pt x="162102" y="258644"/>
                  <a:pt x="163857" y="257304"/>
                  <a:pt x="165509" y="255963"/>
                </a:cubicBezTo>
                <a:cubicBezTo>
                  <a:pt x="166335" y="255345"/>
                  <a:pt x="167161" y="254726"/>
                  <a:pt x="167987" y="254108"/>
                </a:cubicBezTo>
                <a:cubicBezTo>
                  <a:pt x="170362" y="252046"/>
                  <a:pt x="172738" y="249881"/>
                  <a:pt x="175009" y="247613"/>
                </a:cubicBezTo>
                <a:cubicBezTo>
                  <a:pt x="177384" y="245242"/>
                  <a:pt x="179656" y="242768"/>
                  <a:pt x="181825" y="240088"/>
                </a:cubicBezTo>
                <a:cubicBezTo>
                  <a:pt x="182444" y="239366"/>
                  <a:pt x="183064" y="238541"/>
                  <a:pt x="183683" y="237716"/>
                </a:cubicBezTo>
                <a:cubicBezTo>
                  <a:pt x="185232" y="235758"/>
                  <a:pt x="186678" y="233799"/>
                  <a:pt x="188124" y="231737"/>
                </a:cubicBezTo>
                <a:cubicBezTo>
                  <a:pt x="188640" y="230809"/>
                  <a:pt x="189259" y="229985"/>
                  <a:pt x="189879" y="229057"/>
                </a:cubicBezTo>
                <a:cubicBezTo>
                  <a:pt x="191428" y="226480"/>
                  <a:pt x="192977" y="223902"/>
                  <a:pt x="194319" y="221222"/>
                </a:cubicBezTo>
                <a:cubicBezTo>
                  <a:pt x="194526" y="220913"/>
                  <a:pt x="194836" y="220501"/>
                  <a:pt x="195042" y="220088"/>
                </a:cubicBezTo>
                <a:cubicBezTo>
                  <a:pt x="195042" y="219985"/>
                  <a:pt x="195042" y="219882"/>
                  <a:pt x="195145" y="219882"/>
                </a:cubicBezTo>
                <a:close/>
                <a:moveTo>
                  <a:pt x="382962" y="211555"/>
                </a:moveTo>
                <a:lnTo>
                  <a:pt x="419615" y="248152"/>
                </a:lnTo>
                <a:lnTo>
                  <a:pt x="115242" y="552884"/>
                </a:lnTo>
                <a:cubicBezTo>
                  <a:pt x="115139" y="552987"/>
                  <a:pt x="115035" y="553090"/>
                  <a:pt x="114932" y="553193"/>
                </a:cubicBezTo>
                <a:lnTo>
                  <a:pt x="112351" y="555771"/>
                </a:lnTo>
                <a:cubicBezTo>
                  <a:pt x="111835" y="555874"/>
                  <a:pt x="111318" y="556183"/>
                  <a:pt x="110905" y="556492"/>
                </a:cubicBezTo>
                <a:cubicBezTo>
                  <a:pt x="107085" y="558966"/>
                  <a:pt x="102646" y="560306"/>
                  <a:pt x="98206" y="560616"/>
                </a:cubicBezTo>
                <a:cubicBezTo>
                  <a:pt x="90979" y="560925"/>
                  <a:pt x="83648" y="558348"/>
                  <a:pt x="78382" y="553090"/>
                </a:cubicBezTo>
                <a:cubicBezTo>
                  <a:pt x="69503" y="544328"/>
                  <a:pt x="68058" y="530307"/>
                  <a:pt x="74872" y="519999"/>
                </a:cubicBezTo>
                <a:cubicBezTo>
                  <a:pt x="75182" y="519483"/>
                  <a:pt x="75492" y="518968"/>
                  <a:pt x="75698" y="518452"/>
                </a:cubicBezTo>
                <a:close/>
                <a:moveTo>
                  <a:pt x="96419" y="72965"/>
                </a:moveTo>
                <a:cubicBezTo>
                  <a:pt x="122125" y="72965"/>
                  <a:pt x="146283" y="82966"/>
                  <a:pt x="164556" y="101113"/>
                </a:cubicBezTo>
                <a:cubicBezTo>
                  <a:pt x="190572" y="127095"/>
                  <a:pt x="199451" y="166378"/>
                  <a:pt x="187165" y="201228"/>
                </a:cubicBezTo>
                <a:cubicBezTo>
                  <a:pt x="186959" y="201640"/>
                  <a:pt x="186752" y="202156"/>
                  <a:pt x="186546" y="202671"/>
                </a:cubicBezTo>
                <a:cubicBezTo>
                  <a:pt x="186340" y="203187"/>
                  <a:pt x="186030" y="203805"/>
                  <a:pt x="185823" y="204321"/>
                </a:cubicBezTo>
                <a:cubicBezTo>
                  <a:pt x="180868" y="217003"/>
                  <a:pt x="173744" y="228035"/>
                  <a:pt x="164453" y="237211"/>
                </a:cubicBezTo>
                <a:cubicBezTo>
                  <a:pt x="156091" y="245666"/>
                  <a:pt x="146077" y="252471"/>
                  <a:pt x="134824" y="257317"/>
                </a:cubicBezTo>
                <a:cubicBezTo>
                  <a:pt x="134204" y="257626"/>
                  <a:pt x="133585" y="257832"/>
                  <a:pt x="133069" y="258039"/>
                </a:cubicBezTo>
                <a:lnTo>
                  <a:pt x="131623" y="258554"/>
                </a:lnTo>
                <a:cubicBezTo>
                  <a:pt x="120370" y="262988"/>
                  <a:pt x="108395" y="265256"/>
                  <a:pt x="96109" y="265256"/>
                </a:cubicBezTo>
                <a:cubicBezTo>
                  <a:pt x="70506" y="265256"/>
                  <a:pt x="46349" y="255358"/>
                  <a:pt x="28282" y="237211"/>
                </a:cubicBezTo>
                <a:cubicBezTo>
                  <a:pt x="3402" y="212466"/>
                  <a:pt x="-5683" y="176689"/>
                  <a:pt x="3505" y="143592"/>
                </a:cubicBezTo>
                <a:lnTo>
                  <a:pt x="49962" y="189989"/>
                </a:lnTo>
                <a:cubicBezTo>
                  <a:pt x="51511" y="191536"/>
                  <a:pt x="53575" y="192258"/>
                  <a:pt x="55640" y="192154"/>
                </a:cubicBezTo>
                <a:lnTo>
                  <a:pt x="109530" y="189268"/>
                </a:lnTo>
                <a:cubicBezTo>
                  <a:pt x="113350" y="189061"/>
                  <a:pt x="116344" y="186071"/>
                  <a:pt x="116551" y="182256"/>
                </a:cubicBezTo>
                <a:lnTo>
                  <a:pt x="119441" y="128436"/>
                </a:lnTo>
                <a:cubicBezTo>
                  <a:pt x="119545" y="126373"/>
                  <a:pt x="118719" y="124311"/>
                  <a:pt x="117273" y="122868"/>
                </a:cubicBezTo>
                <a:lnTo>
                  <a:pt x="70713" y="76367"/>
                </a:lnTo>
                <a:cubicBezTo>
                  <a:pt x="79075" y="74099"/>
                  <a:pt x="87644" y="72965"/>
                  <a:pt x="96419" y="72965"/>
                </a:cubicBezTo>
                <a:close/>
                <a:moveTo>
                  <a:pt x="408632" y="0"/>
                </a:moveTo>
                <a:cubicBezTo>
                  <a:pt x="410594" y="0"/>
                  <a:pt x="412453" y="722"/>
                  <a:pt x="413898" y="2165"/>
                </a:cubicBezTo>
                <a:lnTo>
                  <a:pt x="584385" y="172357"/>
                </a:lnTo>
                <a:lnTo>
                  <a:pt x="584385" y="307913"/>
                </a:lnTo>
                <a:lnTo>
                  <a:pt x="547624" y="344611"/>
                </a:lnTo>
                <a:cubicBezTo>
                  <a:pt x="544836" y="347394"/>
                  <a:pt x="539879" y="347394"/>
                  <a:pt x="537091" y="344611"/>
                </a:cubicBezTo>
                <a:lnTo>
                  <a:pt x="439404" y="246990"/>
                </a:lnTo>
                <a:cubicBezTo>
                  <a:pt x="439404" y="245031"/>
                  <a:pt x="438681" y="243176"/>
                  <a:pt x="437236" y="241630"/>
                </a:cubicBezTo>
                <a:lnTo>
                  <a:pt x="389734" y="194314"/>
                </a:lnTo>
                <a:cubicBezTo>
                  <a:pt x="388392" y="192871"/>
                  <a:pt x="386430" y="192149"/>
                  <a:pt x="384468" y="192252"/>
                </a:cubicBezTo>
                <a:lnTo>
                  <a:pt x="304026" y="111846"/>
                </a:lnTo>
                <a:cubicBezTo>
                  <a:pt x="301135" y="108960"/>
                  <a:pt x="301135" y="104321"/>
                  <a:pt x="304026" y="101435"/>
                </a:cubicBezTo>
                <a:lnTo>
                  <a:pt x="403365" y="2165"/>
                </a:lnTo>
                <a:cubicBezTo>
                  <a:pt x="404811" y="722"/>
                  <a:pt x="406670" y="0"/>
                  <a:pt x="408632" y="0"/>
                </a:cubicBezTo>
                <a:close/>
              </a:path>
            </a:pathLst>
          </a:custGeom>
          <a:solidFill>
            <a:srgbClr val="FD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cs typeface="+mn-ea"/>
              <a:sym typeface="+mn-lt"/>
            </a:endParaRPr>
          </a:p>
        </p:txBody>
      </p:sp>
      <p:sp>
        <p:nvSpPr>
          <p:cNvPr id="25" name="iconfont-1033-859673"/>
          <p:cNvSpPr/>
          <p:nvPr>
            <p:custDataLst>
              <p:tags r:id="rId14"/>
            </p:custDataLst>
          </p:nvPr>
        </p:nvSpPr>
        <p:spPr>
          <a:xfrm>
            <a:off x="6092084" y="4552520"/>
            <a:ext cx="533703" cy="609685"/>
          </a:xfrm>
          <a:custGeom>
            <a:avLst/>
            <a:gdLst>
              <a:gd name="T0" fmla="*/ 2374 w 9715"/>
              <a:gd name="T1" fmla="*/ 7982 h 11099"/>
              <a:gd name="T2" fmla="*/ 2374 w 9715"/>
              <a:gd name="T3" fmla="*/ 8491 h 11099"/>
              <a:gd name="T4" fmla="*/ 7595 w 9715"/>
              <a:gd name="T5" fmla="*/ 8240 h 11099"/>
              <a:gd name="T6" fmla="*/ 2374 w 9715"/>
              <a:gd name="T7" fmla="*/ 2843 h 11099"/>
              <a:gd name="T8" fmla="*/ 3111 w 9715"/>
              <a:gd name="T9" fmla="*/ 2843 h 11099"/>
              <a:gd name="T10" fmla="*/ 3365 w 9715"/>
              <a:gd name="T11" fmla="*/ 3831 h 11099"/>
              <a:gd name="T12" fmla="*/ 3625 w 9715"/>
              <a:gd name="T13" fmla="*/ 2843 h 11099"/>
              <a:gd name="T14" fmla="*/ 4613 w 9715"/>
              <a:gd name="T15" fmla="*/ 2585 h 11099"/>
              <a:gd name="T16" fmla="*/ 3625 w 9715"/>
              <a:gd name="T17" fmla="*/ 2327 h 11099"/>
              <a:gd name="T18" fmla="*/ 3365 w 9715"/>
              <a:gd name="T19" fmla="*/ 1337 h 11099"/>
              <a:gd name="T20" fmla="*/ 3111 w 9715"/>
              <a:gd name="T21" fmla="*/ 2327 h 11099"/>
              <a:gd name="T22" fmla="*/ 2122 w 9715"/>
              <a:gd name="T23" fmla="*/ 2585 h 11099"/>
              <a:gd name="T24" fmla="*/ 2122 w 9715"/>
              <a:gd name="T25" fmla="*/ 4633 h 11099"/>
              <a:gd name="T26" fmla="*/ 2374 w 9715"/>
              <a:gd name="T27" fmla="*/ 4890 h 11099"/>
              <a:gd name="T28" fmla="*/ 7595 w 9715"/>
              <a:gd name="T29" fmla="*/ 4633 h 11099"/>
              <a:gd name="T30" fmla="*/ 2374 w 9715"/>
              <a:gd name="T31" fmla="*/ 4375 h 11099"/>
              <a:gd name="T32" fmla="*/ 9586 w 9715"/>
              <a:gd name="T33" fmla="*/ 3212 h 11099"/>
              <a:gd name="T34" fmla="*/ 6506 w 9715"/>
              <a:gd name="T35" fmla="*/ 127 h 11099"/>
              <a:gd name="T36" fmla="*/ 1142 w 9715"/>
              <a:gd name="T37" fmla="*/ 0 h 11099"/>
              <a:gd name="T38" fmla="*/ 0 w 9715"/>
              <a:gd name="T39" fmla="*/ 1146 h 11099"/>
              <a:gd name="T40" fmla="*/ 336 w 9715"/>
              <a:gd name="T41" fmla="*/ 10763 h 11099"/>
              <a:gd name="T42" fmla="*/ 336 w 9715"/>
              <a:gd name="T43" fmla="*/ 10763 h 11099"/>
              <a:gd name="T44" fmla="*/ 8568 w 9715"/>
              <a:gd name="T45" fmla="*/ 11099 h 11099"/>
              <a:gd name="T46" fmla="*/ 9376 w 9715"/>
              <a:gd name="T47" fmla="*/ 10763 h 11099"/>
              <a:gd name="T48" fmla="*/ 9715 w 9715"/>
              <a:gd name="T49" fmla="*/ 3515 h 11099"/>
              <a:gd name="T50" fmla="*/ 6454 w 9715"/>
              <a:gd name="T51" fmla="*/ 1288 h 11099"/>
              <a:gd name="T52" fmla="*/ 8426 w 9715"/>
              <a:gd name="T53" fmla="*/ 3261 h 11099"/>
              <a:gd name="T54" fmla="*/ 6588 w 9715"/>
              <a:gd name="T55" fmla="*/ 3127 h 11099"/>
              <a:gd name="T56" fmla="*/ 6454 w 9715"/>
              <a:gd name="T57" fmla="*/ 2800 h 11099"/>
              <a:gd name="T58" fmla="*/ 8860 w 9715"/>
              <a:gd name="T59" fmla="*/ 9958 h 11099"/>
              <a:gd name="T60" fmla="*/ 8775 w 9715"/>
              <a:gd name="T61" fmla="*/ 10160 h 11099"/>
              <a:gd name="T62" fmla="*/ 8568 w 9715"/>
              <a:gd name="T63" fmla="*/ 10242 h 11099"/>
              <a:gd name="T64" fmla="*/ 940 w 9715"/>
              <a:gd name="T65" fmla="*/ 10160 h 11099"/>
              <a:gd name="T66" fmla="*/ 855 w 9715"/>
              <a:gd name="T67" fmla="*/ 9958 h 11099"/>
              <a:gd name="T68" fmla="*/ 940 w 9715"/>
              <a:gd name="T69" fmla="*/ 940 h 11099"/>
              <a:gd name="T70" fmla="*/ 5940 w 9715"/>
              <a:gd name="T71" fmla="*/ 855 h 11099"/>
              <a:gd name="T72" fmla="*/ 6213 w 9715"/>
              <a:gd name="T73" fmla="*/ 3470 h 11099"/>
              <a:gd name="T74" fmla="*/ 6918 w 9715"/>
              <a:gd name="T75" fmla="*/ 3769 h 11099"/>
              <a:gd name="T76" fmla="*/ 8860 w 9715"/>
              <a:gd name="T77" fmla="*/ 9958 h 11099"/>
              <a:gd name="T78" fmla="*/ 7339 w 9715"/>
              <a:gd name="T79" fmla="*/ 6182 h 11099"/>
              <a:gd name="T80" fmla="*/ 2122 w 9715"/>
              <a:gd name="T81" fmla="*/ 6436 h 11099"/>
              <a:gd name="T82" fmla="*/ 7339 w 9715"/>
              <a:gd name="T83" fmla="*/ 6691 h 11099"/>
              <a:gd name="T84" fmla="*/ 7339 w 9715"/>
              <a:gd name="T85" fmla="*/ 6182 h 110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715" h="11099">
                <a:moveTo>
                  <a:pt x="7339" y="7982"/>
                </a:moveTo>
                <a:lnTo>
                  <a:pt x="2374" y="7982"/>
                </a:lnTo>
                <a:cubicBezTo>
                  <a:pt x="2232" y="7982"/>
                  <a:pt x="2122" y="8096"/>
                  <a:pt x="2122" y="8240"/>
                </a:cubicBezTo>
                <a:cubicBezTo>
                  <a:pt x="2122" y="8382"/>
                  <a:pt x="2232" y="8491"/>
                  <a:pt x="2374" y="8491"/>
                </a:cubicBezTo>
                <a:lnTo>
                  <a:pt x="7339" y="8491"/>
                </a:lnTo>
                <a:cubicBezTo>
                  <a:pt x="7478" y="8491"/>
                  <a:pt x="7595" y="8382"/>
                  <a:pt x="7595" y="8240"/>
                </a:cubicBezTo>
                <a:cubicBezTo>
                  <a:pt x="7595" y="8096"/>
                  <a:pt x="7478" y="7982"/>
                  <a:pt x="7339" y="7982"/>
                </a:cubicBezTo>
                <a:close/>
                <a:moveTo>
                  <a:pt x="2374" y="2843"/>
                </a:moveTo>
                <a:lnTo>
                  <a:pt x="2374" y="2843"/>
                </a:lnTo>
                <a:lnTo>
                  <a:pt x="3111" y="2843"/>
                </a:lnTo>
                <a:lnTo>
                  <a:pt x="3111" y="3577"/>
                </a:lnTo>
                <a:cubicBezTo>
                  <a:pt x="3111" y="3721"/>
                  <a:pt x="3226" y="3831"/>
                  <a:pt x="3365" y="3831"/>
                </a:cubicBezTo>
                <a:cubicBezTo>
                  <a:pt x="3513" y="3831"/>
                  <a:pt x="3625" y="3721"/>
                  <a:pt x="3625" y="3577"/>
                </a:cubicBezTo>
                <a:lnTo>
                  <a:pt x="3625" y="2843"/>
                </a:lnTo>
                <a:lnTo>
                  <a:pt x="4356" y="2843"/>
                </a:lnTo>
                <a:cubicBezTo>
                  <a:pt x="4499" y="2843"/>
                  <a:pt x="4613" y="2724"/>
                  <a:pt x="4613" y="2585"/>
                </a:cubicBezTo>
                <a:cubicBezTo>
                  <a:pt x="4613" y="2443"/>
                  <a:pt x="4499" y="2327"/>
                  <a:pt x="4356" y="2327"/>
                </a:cubicBezTo>
                <a:lnTo>
                  <a:pt x="3625" y="2327"/>
                </a:lnTo>
                <a:lnTo>
                  <a:pt x="3625" y="1594"/>
                </a:lnTo>
                <a:cubicBezTo>
                  <a:pt x="3625" y="1455"/>
                  <a:pt x="3513" y="1337"/>
                  <a:pt x="3365" y="1337"/>
                </a:cubicBezTo>
                <a:cubicBezTo>
                  <a:pt x="3226" y="1337"/>
                  <a:pt x="3111" y="1455"/>
                  <a:pt x="3111" y="1594"/>
                </a:cubicBezTo>
                <a:lnTo>
                  <a:pt x="3111" y="2327"/>
                </a:lnTo>
                <a:lnTo>
                  <a:pt x="2374" y="2327"/>
                </a:lnTo>
                <a:cubicBezTo>
                  <a:pt x="2232" y="2327"/>
                  <a:pt x="2122" y="2443"/>
                  <a:pt x="2122" y="2585"/>
                </a:cubicBezTo>
                <a:cubicBezTo>
                  <a:pt x="2122" y="2724"/>
                  <a:pt x="2232" y="2843"/>
                  <a:pt x="2374" y="2843"/>
                </a:cubicBezTo>
                <a:close/>
                <a:moveTo>
                  <a:pt x="2122" y="4633"/>
                </a:moveTo>
                <a:lnTo>
                  <a:pt x="2122" y="4633"/>
                </a:lnTo>
                <a:cubicBezTo>
                  <a:pt x="2122" y="4775"/>
                  <a:pt x="2232" y="4890"/>
                  <a:pt x="2374" y="4890"/>
                </a:cubicBezTo>
                <a:lnTo>
                  <a:pt x="7339" y="4890"/>
                </a:lnTo>
                <a:cubicBezTo>
                  <a:pt x="7478" y="4890"/>
                  <a:pt x="7595" y="4775"/>
                  <a:pt x="7595" y="4633"/>
                </a:cubicBezTo>
                <a:cubicBezTo>
                  <a:pt x="7595" y="4490"/>
                  <a:pt x="7478" y="4375"/>
                  <a:pt x="7339" y="4375"/>
                </a:cubicBezTo>
                <a:lnTo>
                  <a:pt x="2374" y="4375"/>
                </a:lnTo>
                <a:cubicBezTo>
                  <a:pt x="2232" y="4375"/>
                  <a:pt x="2122" y="4490"/>
                  <a:pt x="2122" y="4633"/>
                </a:cubicBezTo>
                <a:close/>
                <a:moveTo>
                  <a:pt x="9586" y="3212"/>
                </a:moveTo>
                <a:lnTo>
                  <a:pt x="9586" y="3212"/>
                </a:lnTo>
                <a:lnTo>
                  <a:pt x="6506" y="127"/>
                </a:lnTo>
                <a:cubicBezTo>
                  <a:pt x="6427" y="49"/>
                  <a:pt x="6315" y="0"/>
                  <a:pt x="6203" y="0"/>
                </a:cubicBezTo>
                <a:lnTo>
                  <a:pt x="1142" y="0"/>
                </a:lnTo>
                <a:cubicBezTo>
                  <a:pt x="833" y="0"/>
                  <a:pt x="541" y="127"/>
                  <a:pt x="336" y="338"/>
                </a:cubicBezTo>
                <a:cubicBezTo>
                  <a:pt x="126" y="544"/>
                  <a:pt x="0" y="830"/>
                  <a:pt x="0" y="1146"/>
                </a:cubicBezTo>
                <a:lnTo>
                  <a:pt x="0" y="9958"/>
                </a:lnTo>
                <a:cubicBezTo>
                  <a:pt x="0" y="10272"/>
                  <a:pt x="126" y="10557"/>
                  <a:pt x="336" y="10763"/>
                </a:cubicBezTo>
                <a:lnTo>
                  <a:pt x="336" y="10763"/>
                </a:lnTo>
                <a:lnTo>
                  <a:pt x="336" y="10763"/>
                </a:lnTo>
                <a:cubicBezTo>
                  <a:pt x="547" y="10969"/>
                  <a:pt x="833" y="11099"/>
                  <a:pt x="1142" y="11099"/>
                </a:cubicBezTo>
                <a:lnTo>
                  <a:pt x="8568" y="11099"/>
                </a:lnTo>
                <a:cubicBezTo>
                  <a:pt x="8882" y="11099"/>
                  <a:pt x="9160" y="10975"/>
                  <a:pt x="9365" y="10775"/>
                </a:cubicBezTo>
                <a:lnTo>
                  <a:pt x="9376" y="10763"/>
                </a:lnTo>
                <a:cubicBezTo>
                  <a:pt x="9584" y="10557"/>
                  <a:pt x="9715" y="10272"/>
                  <a:pt x="9715" y="9958"/>
                </a:cubicBezTo>
                <a:lnTo>
                  <a:pt x="9715" y="3515"/>
                </a:lnTo>
                <a:cubicBezTo>
                  <a:pt x="9715" y="3406"/>
                  <a:pt x="9671" y="3297"/>
                  <a:pt x="9586" y="3212"/>
                </a:cubicBezTo>
                <a:close/>
                <a:moveTo>
                  <a:pt x="6454" y="1288"/>
                </a:moveTo>
                <a:lnTo>
                  <a:pt x="6454" y="1288"/>
                </a:lnTo>
                <a:lnTo>
                  <a:pt x="8426" y="3261"/>
                </a:lnTo>
                <a:lnTo>
                  <a:pt x="6918" y="3261"/>
                </a:lnTo>
                <a:cubicBezTo>
                  <a:pt x="6790" y="3261"/>
                  <a:pt x="6672" y="3207"/>
                  <a:pt x="6588" y="3127"/>
                </a:cubicBezTo>
                <a:lnTo>
                  <a:pt x="6577" y="3110"/>
                </a:lnTo>
                <a:cubicBezTo>
                  <a:pt x="6506" y="3030"/>
                  <a:pt x="6454" y="2921"/>
                  <a:pt x="6454" y="2800"/>
                </a:cubicBezTo>
                <a:lnTo>
                  <a:pt x="6454" y="1288"/>
                </a:lnTo>
                <a:close/>
                <a:moveTo>
                  <a:pt x="8860" y="9958"/>
                </a:moveTo>
                <a:lnTo>
                  <a:pt x="8860" y="9958"/>
                </a:lnTo>
                <a:cubicBezTo>
                  <a:pt x="8860" y="10035"/>
                  <a:pt x="8833" y="10108"/>
                  <a:pt x="8775" y="10160"/>
                </a:cubicBezTo>
                <a:lnTo>
                  <a:pt x="8775" y="10162"/>
                </a:lnTo>
                <a:cubicBezTo>
                  <a:pt x="8721" y="10211"/>
                  <a:pt x="8647" y="10242"/>
                  <a:pt x="8568" y="10242"/>
                </a:cubicBezTo>
                <a:lnTo>
                  <a:pt x="1142" y="10242"/>
                </a:lnTo>
                <a:cubicBezTo>
                  <a:pt x="1066" y="10242"/>
                  <a:pt x="989" y="10211"/>
                  <a:pt x="940" y="10160"/>
                </a:cubicBezTo>
                <a:lnTo>
                  <a:pt x="940" y="10160"/>
                </a:lnTo>
                <a:cubicBezTo>
                  <a:pt x="888" y="10108"/>
                  <a:pt x="855" y="10035"/>
                  <a:pt x="855" y="9958"/>
                </a:cubicBezTo>
                <a:lnTo>
                  <a:pt x="855" y="1146"/>
                </a:lnTo>
                <a:cubicBezTo>
                  <a:pt x="855" y="1064"/>
                  <a:pt x="888" y="994"/>
                  <a:pt x="940" y="940"/>
                </a:cubicBezTo>
                <a:cubicBezTo>
                  <a:pt x="989" y="892"/>
                  <a:pt x="1066" y="855"/>
                  <a:pt x="1142" y="855"/>
                </a:cubicBezTo>
                <a:lnTo>
                  <a:pt x="5940" y="855"/>
                </a:lnTo>
                <a:lnTo>
                  <a:pt x="5940" y="2800"/>
                </a:lnTo>
                <a:cubicBezTo>
                  <a:pt x="5940" y="3060"/>
                  <a:pt x="6044" y="3297"/>
                  <a:pt x="6213" y="3470"/>
                </a:cubicBezTo>
                <a:lnTo>
                  <a:pt x="6227" y="3485"/>
                </a:lnTo>
                <a:cubicBezTo>
                  <a:pt x="6407" y="3664"/>
                  <a:pt x="6650" y="3769"/>
                  <a:pt x="6918" y="3769"/>
                </a:cubicBezTo>
                <a:lnTo>
                  <a:pt x="8860" y="3769"/>
                </a:lnTo>
                <a:lnTo>
                  <a:pt x="8860" y="9958"/>
                </a:lnTo>
                <a:close/>
                <a:moveTo>
                  <a:pt x="7339" y="6182"/>
                </a:moveTo>
                <a:lnTo>
                  <a:pt x="7339" y="6182"/>
                </a:lnTo>
                <a:lnTo>
                  <a:pt x="2374" y="6182"/>
                </a:lnTo>
                <a:cubicBezTo>
                  <a:pt x="2232" y="6182"/>
                  <a:pt x="2122" y="6294"/>
                  <a:pt x="2122" y="6436"/>
                </a:cubicBezTo>
                <a:cubicBezTo>
                  <a:pt x="2122" y="6579"/>
                  <a:pt x="2232" y="6691"/>
                  <a:pt x="2374" y="6691"/>
                </a:cubicBezTo>
                <a:lnTo>
                  <a:pt x="7339" y="6691"/>
                </a:lnTo>
                <a:cubicBezTo>
                  <a:pt x="7478" y="6691"/>
                  <a:pt x="7595" y="6579"/>
                  <a:pt x="7595" y="6436"/>
                </a:cubicBezTo>
                <a:cubicBezTo>
                  <a:pt x="7595" y="6294"/>
                  <a:pt x="7478" y="6182"/>
                  <a:pt x="7339" y="6182"/>
                </a:cubicBezTo>
                <a:close/>
              </a:path>
            </a:pathLst>
          </a:custGeom>
          <a:solidFill>
            <a:srgbClr val="FD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cs typeface="+mn-ea"/>
              <a:sym typeface="+mn-lt"/>
            </a:endParaRPr>
          </a:p>
        </p:txBody>
      </p:sp>
      <p:sp>
        <p:nvSpPr>
          <p:cNvPr id="26" name="two-books-sizes-outlined-symbol_57105"/>
          <p:cNvSpPr>
            <a:spLocks noChangeAspect="1"/>
          </p:cNvSpPr>
          <p:nvPr>
            <p:custDataLst>
              <p:tags r:id="rId15"/>
            </p:custDataLst>
          </p:nvPr>
        </p:nvSpPr>
        <p:spPr>
          <a:xfrm>
            <a:off x="6054092" y="3208013"/>
            <a:ext cx="562633" cy="542214"/>
          </a:xfrm>
          <a:custGeom>
            <a:avLst/>
            <a:gdLst>
              <a:gd name="connsiteX0" fmla="*/ 62032 w 596327"/>
              <a:gd name="connsiteY0" fmla="*/ 471572 h 574685"/>
              <a:gd name="connsiteX1" fmla="*/ 47689 w 596327"/>
              <a:gd name="connsiteY1" fmla="*/ 485893 h 574685"/>
              <a:gd name="connsiteX2" fmla="*/ 47689 w 596327"/>
              <a:gd name="connsiteY2" fmla="*/ 512746 h 574685"/>
              <a:gd name="connsiteX3" fmla="*/ 62032 w 596327"/>
              <a:gd name="connsiteY3" fmla="*/ 527067 h 574685"/>
              <a:gd name="connsiteX4" fmla="*/ 422752 w 596327"/>
              <a:gd name="connsiteY4" fmla="*/ 527067 h 574685"/>
              <a:gd name="connsiteX5" fmla="*/ 421676 w 596327"/>
              <a:gd name="connsiteY5" fmla="*/ 471572 h 574685"/>
              <a:gd name="connsiteX6" fmla="*/ 146647 w 596327"/>
              <a:gd name="connsiteY6" fmla="*/ 334057 h 574685"/>
              <a:gd name="connsiteX7" fmla="*/ 176754 w 596327"/>
              <a:gd name="connsiteY7" fmla="*/ 334057 h 574685"/>
              <a:gd name="connsiteX8" fmla="*/ 191091 w 596327"/>
              <a:gd name="connsiteY8" fmla="*/ 349090 h 574685"/>
              <a:gd name="connsiteX9" fmla="*/ 191091 w 596327"/>
              <a:gd name="connsiteY9" fmla="*/ 379156 h 574685"/>
              <a:gd name="connsiteX10" fmla="*/ 176754 w 596327"/>
              <a:gd name="connsiteY10" fmla="*/ 393473 h 574685"/>
              <a:gd name="connsiteX11" fmla="*/ 146647 w 596327"/>
              <a:gd name="connsiteY11" fmla="*/ 393473 h 574685"/>
              <a:gd name="connsiteX12" fmla="*/ 132310 w 596327"/>
              <a:gd name="connsiteY12" fmla="*/ 379156 h 574685"/>
              <a:gd name="connsiteX13" fmla="*/ 132310 w 596327"/>
              <a:gd name="connsiteY13" fmla="*/ 348374 h 574685"/>
              <a:gd name="connsiteX14" fmla="*/ 146647 w 596327"/>
              <a:gd name="connsiteY14" fmla="*/ 334057 h 574685"/>
              <a:gd name="connsiteX15" fmla="*/ 371842 w 596327"/>
              <a:gd name="connsiteY15" fmla="*/ 269241 h 574685"/>
              <a:gd name="connsiteX16" fmla="*/ 364671 w 596327"/>
              <a:gd name="connsiteY16" fmla="*/ 276401 h 574685"/>
              <a:gd name="connsiteX17" fmla="*/ 364671 w 596327"/>
              <a:gd name="connsiteY17" fmla="*/ 284994 h 574685"/>
              <a:gd name="connsiteX18" fmla="*/ 371842 w 596327"/>
              <a:gd name="connsiteY18" fmla="*/ 292155 h 574685"/>
              <a:gd name="connsiteX19" fmla="*/ 434953 w 596327"/>
              <a:gd name="connsiteY19" fmla="*/ 292155 h 574685"/>
              <a:gd name="connsiteX20" fmla="*/ 483003 w 596327"/>
              <a:gd name="connsiteY20" fmla="*/ 292155 h 574685"/>
              <a:gd name="connsiteX21" fmla="*/ 536431 w 596327"/>
              <a:gd name="connsiteY21" fmla="*/ 292155 h 574685"/>
              <a:gd name="connsiteX22" fmla="*/ 536072 w 596327"/>
              <a:gd name="connsiteY22" fmla="*/ 269241 h 574685"/>
              <a:gd name="connsiteX23" fmla="*/ 483003 w 596327"/>
              <a:gd name="connsiteY23" fmla="*/ 269241 h 574685"/>
              <a:gd name="connsiteX24" fmla="*/ 434953 w 596327"/>
              <a:gd name="connsiteY24" fmla="*/ 269241 h 574685"/>
              <a:gd name="connsiteX25" fmla="*/ 146647 w 596327"/>
              <a:gd name="connsiteY25" fmla="*/ 230961 h 574685"/>
              <a:gd name="connsiteX26" fmla="*/ 176754 w 596327"/>
              <a:gd name="connsiteY26" fmla="*/ 230961 h 574685"/>
              <a:gd name="connsiteX27" fmla="*/ 191091 w 596327"/>
              <a:gd name="connsiteY27" fmla="*/ 245281 h 574685"/>
              <a:gd name="connsiteX28" fmla="*/ 191091 w 596327"/>
              <a:gd name="connsiteY28" fmla="*/ 275352 h 574685"/>
              <a:gd name="connsiteX29" fmla="*/ 176754 w 596327"/>
              <a:gd name="connsiteY29" fmla="*/ 289671 h 574685"/>
              <a:gd name="connsiteX30" fmla="*/ 146647 w 596327"/>
              <a:gd name="connsiteY30" fmla="*/ 289671 h 574685"/>
              <a:gd name="connsiteX31" fmla="*/ 132310 w 596327"/>
              <a:gd name="connsiteY31" fmla="*/ 275352 h 574685"/>
              <a:gd name="connsiteX32" fmla="*/ 132310 w 596327"/>
              <a:gd name="connsiteY32" fmla="*/ 245281 h 574685"/>
              <a:gd name="connsiteX33" fmla="*/ 146647 w 596327"/>
              <a:gd name="connsiteY33" fmla="*/ 230961 h 574685"/>
              <a:gd name="connsiteX34" fmla="*/ 420248 w 596327"/>
              <a:gd name="connsiteY34" fmla="*/ 175073 h 574685"/>
              <a:gd name="connsiteX35" fmla="*/ 434920 w 596327"/>
              <a:gd name="connsiteY35" fmla="*/ 175073 h 574685"/>
              <a:gd name="connsiteX36" fmla="*/ 435636 w 596327"/>
              <a:gd name="connsiteY36" fmla="*/ 175073 h 574685"/>
              <a:gd name="connsiteX37" fmla="*/ 443151 w 596327"/>
              <a:gd name="connsiteY37" fmla="*/ 182232 h 574685"/>
              <a:gd name="connsiteX38" fmla="*/ 443151 w 596327"/>
              <a:gd name="connsiteY38" fmla="*/ 197623 h 574685"/>
              <a:gd name="connsiteX39" fmla="*/ 435994 w 596327"/>
              <a:gd name="connsiteY39" fmla="*/ 204781 h 574685"/>
              <a:gd name="connsiteX40" fmla="*/ 434920 w 596327"/>
              <a:gd name="connsiteY40" fmla="*/ 204781 h 574685"/>
              <a:gd name="connsiteX41" fmla="*/ 420248 w 596327"/>
              <a:gd name="connsiteY41" fmla="*/ 204781 h 574685"/>
              <a:gd name="connsiteX42" fmla="*/ 413090 w 596327"/>
              <a:gd name="connsiteY42" fmla="*/ 197623 h 574685"/>
              <a:gd name="connsiteX43" fmla="*/ 413090 w 596327"/>
              <a:gd name="connsiteY43" fmla="*/ 182232 h 574685"/>
              <a:gd name="connsiteX44" fmla="*/ 420248 w 596327"/>
              <a:gd name="connsiteY44" fmla="*/ 175073 h 574685"/>
              <a:gd name="connsiteX45" fmla="*/ 146647 w 596327"/>
              <a:gd name="connsiteY45" fmla="*/ 127441 h 574685"/>
              <a:gd name="connsiteX46" fmla="*/ 176754 w 596327"/>
              <a:gd name="connsiteY46" fmla="*/ 127441 h 574685"/>
              <a:gd name="connsiteX47" fmla="*/ 191091 w 596327"/>
              <a:gd name="connsiteY47" fmla="*/ 141778 h 574685"/>
              <a:gd name="connsiteX48" fmla="*/ 191091 w 596327"/>
              <a:gd name="connsiteY48" fmla="*/ 171885 h 574685"/>
              <a:gd name="connsiteX49" fmla="*/ 176754 w 596327"/>
              <a:gd name="connsiteY49" fmla="*/ 186222 h 574685"/>
              <a:gd name="connsiteX50" fmla="*/ 146647 w 596327"/>
              <a:gd name="connsiteY50" fmla="*/ 186222 h 574685"/>
              <a:gd name="connsiteX51" fmla="*/ 132310 w 596327"/>
              <a:gd name="connsiteY51" fmla="*/ 171885 h 574685"/>
              <a:gd name="connsiteX52" fmla="*/ 132310 w 596327"/>
              <a:gd name="connsiteY52" fmla="*/ 141778 h 574685"/>
              <a:gd name="connsiteX53" fmla="*/ 146647 w 596327"/>
              <a:gd name="connsiteY53" fmla="*/ 127441 h 574685"/>
              <a:gd name="connsiteX54" fmla="*/ 420248 w 596327"/>
              <a:gd name="connsiteY54" fmla="*/ 117421 h 574685"/>
              <a:gd name="connsiteX55" fmla="*/ 431699 w 596327"/>
              <a:gd name="connsiteY55" fmla="*/ 117421 h 574685"/>
              <a:gd name="connsiteX56" fmla="*/ 434920 w 596327"/>
              <a:gd name="connsiteY56" fmla="*/ 117421 h 574685"/>
              <a:gd name="connsiteX57" fmla="*/ 435636 w 596327"/>
              <a:gd name="connsiteY57" fmla="*/ 117421 h 574685"/>
              <a:gd name="connsiteX58" fmla="*/ 443151 w 596327"/>
              <a:gd name="connsiteY58" fmla="*/ 124954 h 574685"/>
              <a:gd name="connsiteX59" fmla="*/ 443151 w 596327"/>
              <a:gd name="connsiteY59" fmla="*/ 140378 h 574685"/>
              <a:gd name="connsiteX60" fmla="*/ 435994 w 596327"/>
              <a:gd name="connsiteY60" fmla="*/ 147552 h 574685"/>
              <a:gd name="connsiteX61" fmla="*/ 434920 w 596327"/>
              <a:gd name="connsiteY61" fmla="*/ 147552 h 574685"/>
              <a:gd name="connsiteX62" fmla="*/ 431699 w 596327"/>
              <a:gd name="connsiteY62" fmla="*/ 147552 h 574685"/>
              <a:gd name="connsiteX63" fmla="*/ 420248 w 596327"/>
              <a:gd name="connsiteY63" fmla="*/ 147552 h 574685"/>
              <a:gd name="connsiteX64" fmla="*/ 413090 w 596327"/>
              <a:gd name="connsiteY64" fmla="*/ 140378 h 574685"/>
              <a:gd name="connsiteX65" fmla="*/ 413090 w 596327"/>
              <a:gd name="connsiteY65" fmla="*/ 124595 h 574685"/>
              <a:gd name="connsiteX66" fmla="*/ 420248 w 596327"/>
              <a:gd name="connsiteY66" fmla="*/ 117421 h 574685"/>
              <a:gd name="connsiteX67" fmla="*/ 420249 w 596327"/>
              <a:gd name="connsiteY67" fmla="*/ 60192 h 574685"/>
              <a:gd name="connsiteX68" fmla="*/ 435640 w 596327"/>
              <a:gd name="connsiteY68" fmla="*/ 60192 h 574685"/>
              <a:gd name="connsiteX69" fmla="*/ 442798 w 596327"/>
              <a:gd name="connsiteY69" fmla="*/ 67349 h 574685"/>
              <a:gd name="connsiteX70" fmla="*/ 442798 w 596327"/>
              <a:gd name="connsiteY70" fmla="*/ 71644 h 574685"/>
              <a:gd name="connsiteX71" fmla="*/ 442798 w 596327"/>
              <a:gd name="connsiteY71" fmla="*/ 83096 h 574685"/>
              <a:gd name="connsiteX72" fmla="*/ 435640 w 596327"/>
              <a:gd name="connsiteY72" fmla="*/ 90253 h 574685"/>
              <a:gd name="connsiteX73" fmla="*/ 420249 w 596327"/>
              <a:gd name="connsiteY73" fmla="*/ 90253 h 574685"/>
              <a:gd name="connsiteX74" fmla="*/ 413090 w 596327"/>
              <a:gd name="connsiteY74" fmla="*/ 83096 h 574685"/>
              <a:gd name="connsiteX75" fmla="*/ 413090 w 596327"/>
              <a:gd name="connsiteY75" fmla="*/ 71644 h 574685"/>
              <a:gd name="connsiteX76" fmla="*/ 413090 w 596327"/>
              <a:gd name="connsiteY76" fmla="*/ 67349 h 574685"/>
              <a:gd name="connsiteX77" fmla="*/ 420249 w 596327"/>
              <a:gd name="connsiteY77" fmla="*/ 60192 h 574685"/>
              <a:gd name="connsiteX78" fmla="*/ 391206 w 596327"/>
              <a:gd name="connsiteY78" fmla="*/ 47618 h 574685"/>
              <a:gd name="connsiteX79" fmla="*/ 384034 w 596327"/>
              <a:gd name="connsiteY79" fmla="*/ 54779 h 574685"/>
              <a:gd name="connsiteX80" fmla="*/ 384034 w 596327"/>
              <a:gd name="connsiteY80" fmla="*/ 93088 h 574685"/>
              <a:gd name="connsiteX81" fmla="*/ 384034 w 596327"/>
              <a:gd name="connsiteY81" fmla="*/ 214462 h 574685"/>
              <a:gd name="connsiteX82" fmla="*/ 391206 w 596327"/>
              <a:gd name="connsiteY82" fmla="*/ 221622 h 574685"/>
              <a:gd name="connsiteX83" fmla="*/ 434953 w 596327"/>
              <a:gd name="connsiteY83" fmla="*/ 221622 h 574685"/>
              <a:gd name="connsiteX84" fmla="*/ 483003 w 596327"/>
              <a:gd name="connsiteY84" fmla="*/ 221622 h 574685"/>
              <a:gd name="connsiteX85" fmla="*/ 541093 w 596327"/>
              <a:gd name="connsiteY85" fmla="*/ 221622 h 574685"/>
              <a:gd name="connsiteX86" fmla="*/ 548264 w 596327"/>
              <a:gd name="connsiteY86" fmla="*/ 214462 h 574685"/>
              <a:gd name="connsiteX87" fmla="*/ 548264 w 596327"/>
              <a:gd name="connsiteY87" fmla="*/ 54779 h 574685"/>
              <a:gd name="connsiteX88" fmla="*/ 541093 w 596327"/>
              <a:gd name="connsiteY88" fmla="*/ 47618 h 574685"/>
              <a:gd name="connsiteX89" fmla="*/ 465074 w 596327"/>
              <a:gd name="connsiteY89" fmla="*/ 47618 h 574685"/>
              <a:gd name="connsiteX90" fmla="*/ 28685 w 596327"/>
              <a:gd name="connsiteY90" fmla="*/ 45515 h 574685"/>
              <a:gd name="connsiteX91" fmla="*/ 269643 w 596327"/>
              <a:gd name="connsiteY91" fmla="*/ 45515 h 574685"/>
              <a:gd name="connsiteX92" fmla="*/ 269643 w 596327"/>
              <a:gd name="connsiteY92" fmla="*/ 93133 h 574685"/>
              <a:gd name="connsiteX93" fmla="*/ 110080 w 596327"/>
              <a:gd name="connsiteY93" fmla="*/ 93133 h 574685"/>
              <a:gd name="connsiteX94" fmla="*/ 95737 w 596327"/>
              <a:gd name="connsiteY94" fmla="*/ 107454 h 574685"/>
              <a:gd name="connsiteX95" fmla="*/ 95737 w 596327"/>
              <a:gd name="connsiteY95" fmla="*/ 409991 h 574685"/>
              <a:gd name="connsiteX96" fmla="*/ 110080 w 596327"/>
              <a:gd name="connsiteY96" fmla="*/ 424312 h 574685"/>
              <a:gd name="connsiteX97" fmla="*/ 420601 w 596327"/>
              <a:gd name="connsiteY97" fmla="*/ 424312 h 574685"/>
              <a:gd name="connsiteX98" fmla="*/ 434943 w 596327"/>
              <a:gd name="connsiteY98" fmla="*/ 409991 h 574685"/>
              <a:gd name="connsiteX99" fmla="*/ 434943 w 596327"/>
              <a:gd name="connsiteY99" fmla="*/ 388151 h 574685"/>
              <a:gd name="connsiteX100" fmla="*/ 483350 w 596327"/>
              <a:gd name="connsiteY100" fmla="*/ 388151 h 574685"/>
              <a:gd name="connsiteX101" fmla="*/ 483350 w 596327"/>
              <a:gd name="connsiteY101" fmla="*/ 420016 h 574685"/>
              <a:gd name="connsiteX102" fmla="*/ 483350 w 596327"/>
              <a:gd name="connsiteY102" fmla="*/ 442930 h 574685"/>
              <a:gd name="connsiteX103" fmla="*/ 482991 w 596327"/>
              <a:gd name="connsiteY103" fmla="*/ 452596 h 574685"/>
              <a:gd name="connsiteX104" fmla="*/ 474386 w 596327"/>
              <a:gd name="connsiteY104" fmla="*/ 469424 h 574685"/>
              <a:gd name="connsiteX105" fmla="*/ 467214 w 596327"/>
              <a:gd name="connsiteY105" fmla="*/ 491622 h 574685"/>
              <a:gd name="connsiteX106" fmla="*/ 478689 w 596327"/>
              <a:gd name="connsiteY106" fmla="*/ 537092 h 574685"/>
              <a:gd name="connsiteX107" fmla="*/ 476537 w 596327"/>
              <a:gd name="connsiteY107" fmla="*/ 567166 h 574685"/>
              <a:gd name="connsiteX108" fmla="*/ 457892 w 596327"/>
              <a:gd name="connsiteY108" fmla="*/ 574685 h 574685"/>
              <a:gd name="connsiteX109" fmla="*/ 28685 w 596327"/>
              <a:gd name="connsiteY109" fmla="*/ 574685 h 574685"/>
              <a:gd name="connsiteX110" fmla="*/ 0 w 596327"/>
              <a:gd name="connsiteY110" fmla="*/ 546043 h 574685"/>
              <a:gd name="connsiteX111" fmla="*/ 0 w 596327"/>
              <a:gd name="connsiteY111" fmla="*/ 447226 h 574685"/>
              <a:gd name="connsiteX112" fmla="*/ 0 w 596327"/>
              <a:gd name="connsiteY112" fmla="*/ 74157 h 574685"/>
              <a:gd name="connsiteX113" fmla="*/ 28685 w 596327"/>
              <a:gd name="connsiteY113" fmla="*/ 45515 h 574685"/>
              <a:gd name="connsiteX114" fmla="*/ 331323 w 596327"/>
              <a:gd name="connsiteY114" fmla="*/ 0 h 574685"/>
              <a:gd name="connsiteX115" fmla="*/ 581971 w 596327"/>
              <a:gd name="connsiteY115" fmla="*/ 0 h 574685"/>
              <a:gd name="connsiteX116" fmla="*/ 596314 w 596327"/>
              <a:gd name="connsiteY116" fmla="*/ 14321 h 574685"/>
              <a:gd name="connsiteX117" fmla="*/ 596314 w 596327"/>
              <a:gd name="connsiteY117" fmla="*/ 245969 h 574685"/>
              <a:gd name="connsiteX118" fmla="*/ 591294 w 596327"/>
              <a:gd name="connsiteY118" fmla="*/ 259216 h 574685"/>
              <a:gd name="connsiteX119" fmla="*/ 588066 w 596327"/>
              <a:gd name="connsiteY119" fmla="*/ 263870 h 574685"/>
              <a:gd name="connsiteX120" fmla="*/ 582688 w 596327"/>
              <a:gd name="connsiteY120" fmla="*/ 281056 h 574685"/>
              <a:gd name="connsiteX121" fmla="*/ 590576 w 596327"/>
              <a:gd name="connsiteY121" fmla="*/ 300389 h 574685"/>
              <a:gd name="connsiteX122" fmla="*/ 591294 w 596327"/>
              <a:gd name="connsiteY122" fmla="*/ 330464 h 574685"/>
              <a:gd name="connsiteX123" fmla="*/ 571213 w 596327"/>
              <a:gd name="connsiteY123" fmla="*/ 339773 h 574685"/>
              <a:gd name="connsiteX124" fmla="*/ 483003 w 596327"/>
              <a:gd name="connsiteY124" fmla="*/ 339773 h 574685"/>
              <a:gd name="connsiteX125" fmla="*/ 434953 w 596327"/>
              <a:gd name="connsiteY125" fmla="*/ 339773 h 574685"/>
              <a:gd name="connsiteX126" fmla="*/ 331323 w 596327"/>
              <a:gd name="connsiteY126" fmla="*/ 339773 h 574685"/>
              <a:gd name="connsiteX127" fmla="*/ 316980 w 596327"/>
              <a:gd name="connsiteY127" fmla="*/ 325452 h 574685"/>
              <a:gd name="connsiteX128" fmla="*/ 316980 w 596327"/>
              <a:gd name="connsiteY128" fmla="*/ 245252 h 574685"/>
              <a:gd name="connsiteX129" fmla="*/ 316980 w 596327"/>
              <a:gd name="connsiteY129" fmla="*/ 93088 h 574685"/>
              <a:gd name="connsiteX130" fmla="*/ 316980 w 596327"/>
              <a:gd name="connsiteY130" fmla="*/ 45470 h 574685"/>
              <a:gd name="connsiteX131" fmla="*/ 316980 w 596327"/>
              <a:gd name="connsiteY131" fmla="*/ 14321 h 574685"/>
              <a:gd name="connsiteX132" fmla="*/ 331323 w 596327"/>
              <a:gd name="connsiteY132" fmla="*/ 0 h 57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596327" h="574685">
                <a:moveTo>
                  <a:pt x="62032" y="471572"/>
                </a:moveTo>
                <a:cubicBezTo>
                  <a:pt x="54144" y="471572"/>
                  <a:pt x="47689" y="478017"/>
                  <a:pt x="47689" y="485893"/>
                </a:cubicBezTo>
                <a:lnTo>
                  <a:pt x="47689" y="512746"/>
                </a:lnTo>
                <a:cubicBezTo>
                  <a:pt x="47689" y="520980"/>
                  <a:pt x="54144" y="527067"/>
                  <a:pt x="62032" y="527067"/>
                </a:cubicBezTo>
                <a:lnTo>
                  <a:pt x="422752" y="527067"/>
                </a:lnTo>
                <a:cubicBezTo>
                  <a:pt x="418449" y="511672"/>
                  <a:pt x="416298" y="492338"/>
                  <a:pt x="421676" y="471572"/>
                </a:cubicBezTo>
                <a:close/>
                <a:moveTo>
                  <a:pt x="146647" y="334057"/>
                </a:moveTo>
                <a:lnTo>
                  <a:pt x="176754" y="334057"/>
                </a:lnTo>
                <a:cubicBezTo>
                  <a:pt x="184639" y="334057"/>
                  <a:pt x="191091" y="340500"/>
                  <a:pt x="191091" y="349090"/>
                </a:cubicBezTo>
                <a:lnTo>
                  <a:pt x="191091" y="379156"/>
                </a:lnTo>
                <a:cubicBezTo>
                  <a:pt x="191091" y="387030"/>
                  <a:pt x="184998" y="393473"/>
                  <a:pt x="176754" y="393473"/>
                </a:cubicBezTo>
                <a:lnTo>
                  <a:pt x="146647" y="393473"/>
                </a:lnTo>
                <a:cubicBezTo>
                  <a:pt x="138761" y="393473"/>
                  <a:pt x="132310" y="387030"/>
                  <a:pt x="132310" y="379156"/>
                </a:cubicBezTo>
                <a:lnTo>
                  <a:pt x="132310" y="348374"/>
                </a:lnTo>
                <a:cubicBezTo>
                  <a:pt x="132310" y="340500"/>
                  <a:pt x="138761" y="334057"/>
                  <a:pt x="146647" y="334057"/>
                </a:cubicBezTo>
                <a:close/>
                <a:moveTo>
                  <a:pt x="371842" y="269241"/>
                </a:moveTo>
                <a:cubicBezTo>
                  <a:pt x="368257" y="269241"/>
                  <a:pt x="364671" y="272463"/>
                  <a:pt x="364671" y="276401"/>
                </a:cubicBezTo>
                <a:lnTo>
                  <a:pt x="364671" y="284994"/>
                </a:lnTo>
                <a:cubicBezTo>
                  <a:pt x="364671" y="288932"/>
                  <a:pt x="368257" y="292155"/>
                  <a:pt x="371842" y="292155"/>
                </a:cubicBezTo>
                <a:lnTo>
                  <a:pt x="434953" y="292155"/>
                </a:lnTo>
                <a:lnTo>
                  <a:pt x="483003" y="292155"/>
                </a:lnTo>
                <a:lnTo>
                  <a:pt x="536431" y="292155"/>
                </a:lnTo>
                <a:cubicBezTo>
                  <a:pt x="534997" y="284994"/>
                  <a:pt x="534997" y="277475"/>
                  <a:pt x="536072" y="269241"/>
                </a:cubicBezTo>
                <a:lnTo>
                  <a:pt x="483003" y="269241"/>
                </a:lnTo>
                <a:lnTo>
                  <a:pt x="434953" y="269241"/>
                </a:lnTo>
                <a:close/>
                <a:moveTo>
                  <a:pt x="146647" y="230961"/>
                </a:moveTo>
                <a:lnTo>
                  <a:pt x="176754" y="230961"/>
                </a:lnTo>
                <a:cubicBezTo>
                  <a:pt x="184998" y="230961"/>
                  <a:pt x="191091" y="237405"/>
                  <a:pt x="191091" y="245281"/>
                </a:cubicBezTo>
                <a:lnTo>
                  <a:pt x="191091" y="275352"/>
                </a:lnTo>
                <a:cubicBezTo>
                  <a:pt x="191091" y="283585"/>
                  <a:pt x="184998" y="289671"/>
                  <a:pt x="176754" y="289671"/>
                </a:cubicBezTo>
                <a:lnTo>
                  <a:pt x="146647" y="289671"/>
                </a:lnTo>
                <a:cubicBezTo>
                  <a:pt x="138761" y="289671"/>
                  <a:pt x="132310" y="283585"/>
                  <a:pt x="132310" y="275352"/>
                </a:cubicBezTo>
                <a:lnTo>
                  <a:pt x="132310" y="245281"/>
                </a:lnTo>
                <a:cubicBezTo>
                  <a:pt x="132310" y="237405"/>
                  <a:pt x="138761" y="230961"/>
                  <a:pt x="146647" y="230961"/>
                </a:cubicBezTo>
                <a:close/>
                <a:moveTo>
                  <a:pt x="420248" y="175073"/>
                </a:moveTo>
                <a:lnTo>
                  <a:pt x="434920" y="175073"/>
                </a:lnTo>
                <a:lnTo>
                  <a:pt x="435636" y="175073"/>
                </a:lnTo>
                <a:cubicBezTo>
                  <a:pt x="439930" y="175073"/>
                  <a:pt x="442793" y="177936"/>
                  <a:pt x="443151" y="182232"/>
                </a:cubicBezTo>
                <a:lnTo>
                  <a:pt x="443151" y="197623"/>
                </a:lnTo>
                <a:cubicBezTo>
                  <a:pt x="443151" y="201560"/>
                  <a:pt x="439930" y="204781"/>
                  <a:pt x="435994" y="204781"/>
                </a:cubicBezTo>
                <a:lnTo>
                  <a:pt x="434920" y="204781"/>
                </a:lnTo>
                <a:lnTo>
                  <a:pt x="420248" y="204781"/>
                </a:lnTo>
                <a:cubicBezTo>
                  <a:pt x="416311" y="204781"/>
                  <a:pt x="413090" y="201560"/>
                  <a:pt x="413090" y="197623"/>
                </a:cubicBezTo>
                <a:lnTo>
                  <a:pt x="413090" y="182232"/>
                </a:lnTo>
                <a:cubicBezTo>
                  <a:pt x="413090" y="178652"/>
                  <a:pt x="416311" y="175073"/>
                  <a:pt x="420248" y="175073"/>
                </a:cubicBezTo>
                <a:close/>
                <a:moveTo>
                  <a:pt x="146647" y="127441"/>
                </a:moveTo>
                <a:lnTo>
                  <a:pt x="176754" y="127441"/>
                </a:lnTo>
                <a:cubicBezTo>
                  <a:pt x="184998" y="127441"/>
                  <a:pt x="191091" y="133534"/>
                  <a:pt x="191091" y="141778"/>
                </a:cubicBezTo>
                <a:lnTo>
                  <a:pt x="191091" y="171885"/>
                </a:lnTo>
                <a:cubicBezTo>
                  <a:pt x="191091" y="180129"/>
                  <a:pt x="184998" y="186222"/>
                  <a:pt x="176754" y="186222"/>
                </a:cubicBezTo>
                <a:lnTo>
                  <a:pt x="146647" y="186222"/>
                </a:lnTo>
                <a:cubicBezTo>
                  <a:pt x="138761" y="186222"/>
                  <a:pt x="132310" y="180129"/>
                  <a:pt x="132310" y="171885"/>
                </a:cubicBezTo>
                <a:lnTo>
                  <a:pt x="132310" y="141778"/>
                </a:lnTo>
                <a:cubicBezTo>
                  <a:pt x="132310" y="133534"/>
                  <a:pt x="138761" y="127441"/>
                  <a:pt x="146647" y="127441"/>
                </a:cubicBezTo>
                <a:close/>
                <a:moveTo>
                  <a:pt x="420248" y="117421"/>
                </a:moveTo>
                <a:lnTo>
                  <a:pt x="431699" y="117421"/>
                </a:lnTo>
                <a:lnTo>
                  <a:pt x="434920" y="117421"/>
                </a:lnTo>
                <a:lnTo>
                  <a:pt x="435636" y="117421"/>
                </a:lnTo>
                <a:cubicBezTo>
                  <a:pt x="439930" y="117421"/>
                  <a:pt x="442793" y="120649"/>
                  <a:pt x="443151" y="124954"/>
                </a:cubicBezTo>
                <a:lnTo>
                  <a:pt x="443151" y="140378"/>
                </a:lnTo>
                <a:cubicBezTo>
                  <a:pt x="443151" y="144324"/>
                  <a:pt x="439930" y="147552"/>
                  <a:pt x="435994" y="147552"/>
                </a:cubicBezTo>
                <a:lnTo>
                  <a:pt x="434920" y="147552"/>
                </a:lnTo>
                <a:lnTo>
                  <a:pt x="431699" y="147552"/>
                </a:lnTo>
                <a:lnTo>
                  <a:pt x="420248" y="147552"/>
                </a:lnTo>
                <a:cubicBezTo>
                  <a:pt x="416311" y="147552"/>
                  <a:pt x="413090" y="144324"/>
                  <a:pt x="413090" y="140378"/>
                </a:cubicBezTo>
                <a:lnTo>
                  <a:pt x="413090" y="124595"/>
                </a:lnTo>
                <a:cubicBezTo>
                  <a:pt x="413090" y="120649"/>
                  <a:pt x="416311" y="117421"/>
                  <a:pt x="420248" y="117421"/>
                </a:cubicBezTo>
                <a:close/>
                <a:moveTo>
                  <a:pt x="420249" y="60192"/>
                </a:moveTo>
                <a:lnTo>
                  <a:pt x="435640" y="60192"/>
                </a:lnTo>
                <a:cubicBezTo>
                  <a:pt x="439935" y="60192"/>
                  <a:pt x="442798" y="63413"/>
                  <a:pt x="442798" y="67349"/>
                </a:cubicBezTo>
                <a:lnTo>
                  <a:pt x="442798" y="71644"/>
                </a:lnTo>
                <a:lnTo>
                  <a:pt x="442798" y="83096"/>
                </a:lnTo>
                <a:cubicBezTo>
                  <a:pt x="442798" y="87032"/>
                  <a:pt x="439219" y="90253"/>
                  <a:pt x="435640" y="90253"/>
                </a:cubicBezTo>
                <a:lnTo>
                  <a:pt x="420249" y="90253"/>
                </a:lnTo>
                <a:cubicBezTo>
                  <a:pt x="416312" y="90253"/>
                  <a:pt x="413090" y="87032"/>
                  <a:pt x="413090" y="83096"/>
                </a:cubicBezTo>
                <a:lnTo>
                  <a:pt x="413090" y="71644"/>
                </a:lnTo>
                <a:lnTo>
                  <a:pt x="413090" y="67349"/>
                </a:lnTo>
                <a:cubicBezTo>
                  <a:pt x="413090" y="63413"/>
                  <a:pt x="416312" y="60192"/>
                  <a:pt x="420249" y="60192"/>
                </a:cubicBezTo>
                <a:close/>
                <a:moveTo>
                  <a:pt x="391206" y="47618"/>
                </a:moveTo>
                <a:cubicBezTo>
                  <a:pt x="387261" y="47618"/>
                  <a:pt x="384034" y="51199"/>
                  <a:pt x="384034" y="54779"/>
                </a:cubicBezTo>
                <a:lnTo>
                  <a:pt x="384034" y="93088"/>
                </a:lnTo>
                <a:lnTo>
                  <a:pt x="384034" y="214462"/>
                </a:lnTo>
                <a:cubicBezTo>
                  <a:pt x="384034" y="218042"/>
                  <a:pt x="387261" y="221622"/>
                  <a:pt x="391206" y="221622"/>
                </a:cubicBezTo>
                <a:lnTo>
                  <a:pt x="434953" y="221622"/>
                </a:lnTo>
                <a:lnTo>
                  <a:pt x="483003" y="221622"/>
                </a:lnTo>
                <a:lnTo>
                  <a:pt x="541093" y="221622"/>
                </a:lnTo>
                <a:cubicBezTo>
                  <a:pt x="545037" y="221622"/>
                  <a:pt x="548264" y="218042"/>
                  <a:pt x="548264" y="214462"/>
                </a:cubicBezTo>
                <a:lnTo>
                  <a:pt x="548264" y="54779"/>
                </a:lnTo>
                <a:cubicBezTo>
                  <a:pt x="548264" y="51199"/>
                  <a:pt x="545037" y="47618"/>
                  <a:pt x="541093" y="47618"/>
                </a:cubicBezTo>
                <a:lnTo>
                  <a:pt x="465074" y="47618"/>
                </a:lnTo>
                <a:close/>
                <a:moveTo>
                  <a:pt x="28685" y="45515"/>
                </a:moveTo>
                <a:lnTo>
                  <a:pt x="269643" y="45515"/>
                </a:lnTo>
                <a:lnTo>
                  <a:pt x="269643" y="93133"/>
                </a:lnTo>
                <a:lnTo>
                  <a:pt x="110080" y="93133"/>
                </a:lnTo>
                <a:cubicBezTo>
                  <a:pt x="101833" y="93133"/>
                  <a:pt x="95737" y="99220"/>
                  <a:pt x="95737" y="107454"/>
                </a:cubicBezTo>
                <a:lnTo>
                  <a:pt x="95737" y="409991"/>
                </a:lnTo>
                <a:cubicBezTo>
                  <a:pt x="95737" y="418225"/>
                  <a:pt x="101833" y="424312"/>
                  <a:pt x="110080" y="424312"/>
                </a:cubicBezTo>
                <a:lnTo>
                  <a:pt x="420601" y="424312"/>
                </a:lnTo>
                <a:cubicBezTo>
                  <a:pt x="428848" y="424312"/>
                  <a:pt x="434943" y="418225"/>
                  <a:pt x="434943" y="409991"/>
                </a:cubicBezTo>
                <a:lnTo>
                  <a:pt x="434943" y="388151"/>
                </a:lnTo>
                <a:lnTo>
                  <a:pt x="483350" y="388151"/>
                </a:lnTo>
                <a:lnTo>
                  <a:pt x="483350" y="420016"/>
                </a:lnTo>
                <a:lnTo>
                  <a:pt x="483350" y="442930"/>
                </a:lnTo>
                <a:cubicBezTo>
                  <a:pt x="483350" y="446510"/>
                  <a:pt x="483709" y="449374"/>
                  <a:pt x="482991" y="452596"/>
                </a:cubicBezTo>
                <a:cubicBezTo>
                  <a:pt x="481557" y="458683"/>
                  <a:pt x="477254" y="463695"/>
                  <a:pt x="474386" y="469424"/>
                </a:cubicBezTo>
                <a:cubicBezTo>
                  <a:pt x="470442" y="475868"/>
                  <a:pt x="467932" y="483745"/>
                  <a:pt x="467214" y="491622"/>
                </a:cubicBezTo>
                <a:cubicBezTo>
                  <a:pt x="465063" y="507017"/>
                  <a:pt x="469366" y="524561"/>
                  <a:pt x="478689" y="537092"/>
                </a:cubicBezTo>
                <a:cubicBezTo>
                  <a:pt x="484784" y="546043"/>
                  <a:pt x="484426" y="558574"/>
                  <a:pt x="476537" y="567166"/>
                </a:cubicBezTo>
                <a:cubicBezTo>
                  <a:pt x="471876" y="572537"/>
                  <a:pt x="464704" y="574685"/>
                  <a:pt x="457892" y="574685"/>
                </a:cubicBezTo>
                <a:lnTo>
                  <a:pt x="28685" y="574685"/>
                </a:lnTo>
                <a:cubicBezTo>
                  <a:pt x="12908" y="574685"/>
                  <a:pt x="0" y="561796"/>
                  <a:pt x="0" y="546043"/>
                </a:cubicBezTo>
                <a:lnTo>
                  <a:pt x="0" y="447226"/>
                </a:lnTo>
                <a:lnTo>
                  <a:pt x="0" y="74157"/>
                </a:lnTo>
                <a:cubicBezTo>
                  <a:pt x="0" y="58404"/>
                  <a:pt x="12908" y="45515"/>
                  <a:pt x="28685" y="45515"/>
                </a:cubicBezTo>
                <a:close/>
                <a:moveTo>
                  <a:pt x="331323" y="0"/>
                </a:moveTo>
                <a:lnTo>
                  <a:pt x="581971" y="0"/>
                </a:lnTo>
                <a:cubicBezTo>
                  <a:pt x="589859" y="0"/>
                  <a:pt x="596314" y="6086"/>
                  <a:pt x="596314" y="14321"/>
                </a:cubicBezTo>
                <a:lnTo>
                  <a:pt x="596314" y="245969"/>
                </a:lnTo>
                <a:cubicBezTo>
                  <a:pt x="596314" y="250623"/>
                  <a:pt x="593804" y="254919"/>
                  <a:pt x="591294" y="259216"/>
                </a:cubicBezTo>
                <a:cubicBezTo>
                  <a:pt x="589859" y="261006"/>
                  <a:pt x="589142" y="262438"/>
                  <a:pt x="588066" y="263870"/>
                </a:cubicBezTo>
                <a:cubicBezTo>
                  <a:pt x="584122" y="269241"/>
                  <a:pt x="582688" y="275327"/>
                  <a:pt x="582688" y="281056"/>
                </a:cubicBezTo>
                <a:cubicBezTo>
                  <a:pt x="583405" y="287858"/>
                  <a:pt x="586274" y="295019"/>
                  <a:pt x="590576" y="300389"/>
                </a:cubicBezTo>
                <a:cubicBezTo>
                  <a:pt x="597748" y="308982"/>
                  <a:pt x="598465" y="321155"/>
                  <a:pt x="591294" y="330464"/>
                </a:cubicBezTo>
                <a:cubicBezTo>
                  <a:pt x="586632" y="336551"/>
                  <a:pt x="579102" y="339773"/>
                  <a:pt x="571213" y="339773"/>
                </a:cubicBezTo>
                <a:lnTo>
                  <a:pt x="483003" y="339773"/>
                </a:lnTo>
                <a:lnTo>
                  <a:pt x="434953" y="339773"/>
                </a:lnTo>
                <a:lnTo>
                  <a:pt x="331323" y="339773"/>
                </a:lnTo>
                <a:cubicBezTo>
                  <a:pt x="323076" y="339773"/>
                  <a:pt x="316980" y="333687"/>
                  <a:pt x="316980" y="325452"/>
                </a:cubicBezTo>
                <a:lnTo>
                  <a:pt x="316980" y="245252"/>
                </a:lnTo>
                <a:lnTo>
                  <a:pt x="316980" y="93088"/>
                </a:lnTo>
                <a:lnTo>
                  <a:pt x="316980" y="45470"/>
                </a:lnTo>
                <a:lnTo>
                  <a:pt x="316980" y="14321"/>
                </a:lnTo>
                <a:cubicBezTo>
                  <a:pt x="316980" y="6086"/>
                  <a:pt x="323076" y="0"/>
                  <a:pt x="331323" y="0"/>
                </a:cubicBezTo>
                <a:close/>
              </a:path>
            </a:pathLst>
          </a:custGeom>
          <a:solidFill>
            <a:srgbClr val="FD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cs typeface="+mn-ea"/>
              <a:sym typeface="+mn-lt"/>
            </a:endParaRPr>
          </a:p>
        </p:txBody>
      </p:sp>
      <p:sp>
        <p:nvSpPr>
          <p:cNvPr id="27" name="ïṩḻiḑè"/>
          <p:cNvSpPr/>
          <p:nvPr/>
        </p:nvSpPr>
        <p:spPr bwMode="auto">
          <a:xfrm>
            <a:off x="962503" y="1671107"/>
            <a:ext cx="2586664" cy="665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r>
              <a:rPr lang="zh-CN" altLang="en-US" sz="2400" b="1" dirty="0">
                <a:solidFill>
                  <a:srgbClr val="404040"/>
                </a:solidFill>
                <a:cs typeface="+mn-ea"/>
                <a:sym typeface="+mn-lt"/>
              </a:rPr>
              <a:t>价值定位</a:t>
            </a:r>
            <a:endParaRPr lang="zh-CN" altLang="en-US" sz="2400" b="1" dirty="0">
              <a:solidFill>
                <a:srgbClr val="404040"/>
              </a:solidFill>
              <a:cs typeface="+mn-ea"/>
              <a:sym typeface="+mn-lt"/>
            </a:endParaRPr>
          </a:p>
        </p:txBody>
      </p:sp>
      <p:sp>
        <p:nvSpPr>
          <p:cNvPr id="28" name="矩形 27"/>
          <p:cNvSpPr/>
          <p:nvPr/>
        </p:nvSpPr>
        <p:spPr>
          <a:xfrm>
            <a:off x="533400" y="22225"/>
            <a:ext cx="1691005" cy="58547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anim calcmode="lin" valueType="num">
                                      <p:cBhvr>
                                        <p:cTn id="18" dur="500" fill="hold"/>
                                        <p:tgtEl>
                                          <p:spTgt spid="27"/>
                                        </p:tgtEl>
                                        <p:attrNameLst>
                                          <p:attrName>ppt_x</p:attrName>
                                        </p:attrNameLst>
                                      </p:cBhvr>
                                      <p:tavLst>
                                        <p:tav tm="0">
                                          <p:val>
                                            <p:strVal val="#ppt_x"/>
                                          </p:val>
                                        </p:tav>
                                        <p:tav tm="100000">
                                          <p:val>
                                            <p:strVal val="#ppt_x"/>
                                          </p:val>
                                        </p:tav>
                                      </p:tavLst>
                                    </p:anim>
                                    <p:anim calcmode="lin" valueType="num">
                                      <p:cBhvr>
                                        <p:cTn id="19" dur="500" fill="hold"/>
                                        <p:tgtEl>
                                          <p:spTgt spid="27"/>
                                        </p:tgtEl>
                                        <p:attrNameLst>
                                          <p:attrName>ppt_y</p:attrName>
                                        </p:attrNameLst>
                                      </p:cBhvr>
                                      <p:tavLst>
                                        <p:tav tm="0">
                                          <p:val>
                                            <p:strVal val="#ppt_y+.1"/>
                                          </p:val>
                                        </p:tav>
                                        <p:tav tm="100000">
                                          <p:val>
                                            <p:strVal val="#ppt_y"/>
                                          </p:val>
                                        </p:tav>
                                      </p:tavLst>
                                    </p:anim>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ipe(left)">
                                      <p:cBhvr>
                                        <p:cTn id="23" dur="500"/>
                                        <p:tgtEl>
                                          <p:spTgt spid="24"/>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500"/>
                                        <p:tgtEl>
                                          <p:spTgt spid="25"/>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wipe(left)">
                                      <p:cBhvr>
                                        <p:cTn id="29" dur="500"/>
                                        <p:tgtEl>
                                          <p:spTgt spid="26"/>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500"/>
                                        <p:tgtEl>
                                          <p:spTgt spid="13"/>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500"/>
                                        <p:tgtEl>
                                          <p:spTgt spid="14"/>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left)">
                                      <p:cBhvr>
                                        <p:cTn id="44" dur="500"/>
                                        <p:tgtEl>
                                          <p:spTgt spid="15"/>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left)">
                                      <p:cBhvr>
                                        <p:cTn id="50" dur="500"/>
                                        <p:tgtEl>
                                          <p:spTgt spid="17"/>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left)">
                                      <p:cBhvr>
                                        <p:cTn id="53" dur="500"/>
                                        <p:tgtEl>
                                          <p:spTgt spid="18"/>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500"/>
                                        <p:tgtEl>
                                          <p:spTgt spid="19"/>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left)">
                                      <p:cBhvr>
                                        <p:cTn id="59" dur="500"/>
                                        <p:tgtEl>
                                          <p:spTgt spid="20"/>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wipe(left)">
                                      <p:cBhvr>
                                        <p:cTn id="62" dur="500"/>
                                        <p:tgtEl>
                                          <p:spTgt spid="22"/>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wipe(left)">
                                      <p:cBhvr>
                                        <p:cTn id="6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bldLvl="0" animBg="1"/>
      <p:bldP spid="12" grpId="0" bldLvl="0" animBg="1"/>
      <p:bldP spid="13" grpId="0" bldLvl="0" animBg="1"/>
      <p:bldP spid="14" grpId="0" bldLvl="0" animBg="1"/>
      <p:bldP spid="15" grpId="0" bldLvl="0" animBg="1"/>
      <p:bldP spid="16" grpId="0" bldLvl="0" animBg="1"/>
      <p:bldP spid="17" grpId="0" bldLvl="0" animBg="1"/>
      <p:bldP spid="18" grpId="0" bldLvl="0" animBg="1"/>
      <p:bldP spid="19" grpId="0" bldLvl="0" animBg="1"/>
      <p:bldP spid="20" grpId="0"/>
      <p:bldP spid="22" grpId="0"/>
      <p:bldP spid="23" grpId="0"/>
      <p:bldP spid="24" grpId="0" bldLvl="0" animBg="1"/>
      <p:bldP spid="25" grpId="0" bldLvl="0" animBg="1"/>
      <p:bldP spid="26" grpId="0" bldLvl="0" animBg="1"/>
      <p:bldP spid="2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îṩḷiḍé"/>
          <p:cNvGrpSpPr/>
          <p:nvPr/>
        </p:nvGrpSpPr>
        <p:grpSpPr>
          <a:xfrm>
            <a:off x="949624" y="2081323"/>
            <a:ext cx="4963398" cy="1778099"/>
            <a:chOff x="9821" y="3310"/>
            <a:chExt cx="6691" cy="2397"/>
          </a:xfrm>
        </p:grpSpPr>
        <p:sp>
          <p:nvSpPr>
            <p:cNvPr id="9" name="íṡḻiḍê"/>
            <p:cNvSpPr/>
            <p:nvPr/>
          </p:nvSpPr>
          <p:spPr>
            <a:xfrm>
              <a:off x="9821" y="3575"/>
              <a:ext cx="6691" cy="2132"/>
            </a:xfrm>
            <a:prstGeom prst="rect">
              <a:avLst/>
            </a:prstGeom>
          </p:spPr>
          <p:txBody>
            <a:bodyPr>
              <a:normAutofit/>
            </a:bodyPr>
            <a:lstStyle/>
            <a:p>
              <a:pPr lvl="0">
                <a:defRPr/>
              </a:pPr>
              <a:r>
                <a:rPr lang="zh-CN" altLang="en-US" sz="2400" b="1" dirty="0">
                  <a:solidFill>
                    <a:srgbClr val="404040"/>
                  </a:solidFill>
                  <a:cs typeface="+mn-ea"/>
                  <a:sym typeface="+mn-lt"/>
                </a:rPr>
                <a:t>差异化突围，打造细分领域标杆</a:t>
              </a:r>
              <a:endParaRPr lang="zh-CN" altLang="en-US" sz="2400" b="1" dirty="0">
                <a:solidFill>
                  <a:srgbClr val="404040"/>
                </a:solidFill>
                <a:cs typeface="+mn-ea"/>
                <a:sym typeface="+mn-lt"/>
              </a:endParaRPr>
            </a:p>
          </p:txBody>
        </p:sp>
        <p:cxnSp>
          <p:nvCxnSpPr>
            <p:cNvPr id="10" name="直接连接符 9"/>
            <p:cNvCxnSpPr/>
            <p:nvPr/>
          </p:nvCxnSpPr>
          <p:spPr>
            <a:xfrm flipH="1">
              <a:off x="9971" y="3310"/>
              <a:ext cx="3080" cy="0"/>
            </a:xfrm>
            <a:prstGeom prst="line">
              <a:avLst/>
            </a:prstGeom>
            <a:ln w="3175" cap="rnd">
              <a:solidFill>
                <a:srgbClr val="404040"/>
              </a:solidFill>
              <a:round/>
            </a:ln>
          </p:spPr>
          <p:style>
            <a:lnRef idx="1">
              <a:schemeClr val="accent1"/>
            </a:lnRef>
            <a:fillRef idx="0">
              <a:schemeClr val="accent1"/>
            </a:fillRef>
            <a:effectRef idx="0">
              <a:schemeClr val="accent1"/>
            </a:effectRef>
            <a:fontRef idx="minor">
              <a:schemeClr val="tx1"/>
            </a:fontRef>
          </p:style>
        </p:cxnSp>
      </p:grpSp>
      <p:sp>
        <p:nvSpPr>
          <p:cNvPr id="11" name="iṩ1îḋé"/>
          <p:cNvSpPr/>
          <p:nvPr>
            <p:custDataLst>
              <p:tags r:id="rId1"/>
            </p:custDataLst>
          </p:nvPr>
        </p:nvSpPr>
        <p:spPr>
          <a:xfrm>
            <a:off x="6336112" y="2978905"/>
            <a:ext cx="4973042" cy="982146"/>
          </a:xfrm>
          <a:prstGeom prst="snipRoundRect">
            <a:avLst/>
          </a:prstGeom>
          <a:solidFill>
            <a:srgbClr val="F2F2F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2" name="ïṧlîḋê"/>
          <p:cNvSpPr/>
          <p:nvPr>
            <p:custDataLst>
              <p:tags r:id="rId2"/>
            </p:custDataLst>
          </p:nvPr>
        </p:nvSpPr>
        <p:spPr>
          <a:xfrm>
            <a:off x="6336112" y="4383552"/>
            <a:ext cx="4973042" cy="982146"/>
          </a:xfrm>
          <a:prstGeom prst="snipRoundRect">
            <a:avLst/>
          </a:prstGeom>
          <a:solidFill>
            <a:srgbClr val="F2F2F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3" name="îṧļîḋè"/>
          <p:cNvSpPr/>
          <p:nvPr>
            <p:custDataLst>
              <p:tags r:id="rId3"/>
            </p:custDataLst>
          </p:nvPr>
        </p:nvSpPr>
        <p:spPr>
          <a:xfrm>
            <a:off x="6336112" y="1540609"/>
            <a:ext cx="4973042" cy="982146"/>
          </a:xfrm>
          <a:prstGeom prst="snipRoundRect">
            <a:avLst/>
          </a:prstGeom>
          <a:solidFill>
            <a:srgbClr val="F2F2F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lnSpc>
                <a:spcPct val="150000"/>
              </a:lnSpc>
              <a:spcBef>
                <a:spcPct val="0"/>
              </a:spcBef>
            </a:pPr>
            <a:endParaRPr lang="en-US" altLang="zh-CN" dirty="0">
              <a:solidFill>
                <a:srgbClr val="000000"/>
              </a:solidFill>
              <a:cs typeface="+mn-ea"/>
              <a:sym typeface="+mn-lt"/>
            </a:endParaRPr>
          </a:p>
        </p:txBody>
      </p:sp>
      <p:sp>
        <p:nvSpPr>
          <p:cNvPr id="14" name="îṣḻiḋé"/>
          <p:cNvSpPr/>
          <p:nvPr>
            <p:custDataLst>
              <p:tags r:id="rId4"/>
            </p:custDataLst>
          </p:nvPr>
        </p:nvSpPr>
        <p:spPr>
          <a:xfrm>
            <a:off x="5777163" y="1473043"/>
            <a:ext cx="1117280" cy="1117278"/>
          </a:xfrm>
          <a:prstGeom prst="ellipse">
            <a:avLst/>
          </a:prstGeom>
          <a:solidFill>
            <a:srgbClr val="0050F9"/>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5" name="i$ḷiḍê"/>
          <p:cNvSpPr/>
          <p:nvPr>
            <p:custDataLst>
              <p:tags r:id="rId5"/>
            </p:custDataLst>
          </p:nvPr>
        </p:nvSpPr>
        <p:spPr>
          <a:xfrm>
            <a:off x="5777163" y="2911339"/>
            <a:ext cx="1117280" cy="1117278"/>
          </a:xfrm>
          <a:prstGeom prst="ellipse">
            <a:avLst/>
          </a:prstGeom>
          <a:solidFill>
            <a:srgbClr val="0050F9"/>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6" name="iṧḻîďê"/>
          <p:cNvSpPr/>
          <p:nvPr>
            <p:custDataLst>
              <p:tags r:id="rId6"/>
            </p:custDataLst>
          </p:nvPr>
        </p:nvSpPr>
        <p:spPr>
          <a:xfrm>
            <a:off x="5777163" y="4315986"/>
            <a:ext cx="1117280" cy="1117278"/>
          </a:xfrm>
          <a:prstGeom prst="ellipse">
            <a:avLst/>
          </a:prstGeom>
          <a:solidFill>
            <a:srgbClr val="0050F9"/>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7" name="í$lïḓè"/>
          <p:cNvSpPr/>
          <p:nvPr>
            <p:custDataLst>
              <p:tags r:id="rId7"/>
            </p:custDataLst>
          </p:nvPr>
        </p:nvSpPr>
        <p:spPr>
          <a:xfrm>
            <a:off x="5857256" y="1553137"/>
            <a:ext cx="957093" cy="957091"/>
          </a:xfrm>
          <a:prstGeom prst="ellipse">
            <a:avLst/>
          </a:prstGeom>
          <a:solidFill>
            <a:srgbClr val="0050F9"/>
          </a:solidFill>
          <a:ln w="381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8" name="iṥliḑé"/>
          <p:cNvSpPr/>
          <p:nvPr>
            <p:custDataLst>
              <p:tags r:id="rId8"/>
            </p:custDataLst>
          </p:nvPr>
        </p:nvSpPr>
        <p:spPr>
          <a:xfrm>
            <a:off x="5857256" y="2991432"/>
            <a:ext cx="957093" cy="957091"/>
          </a:xfrm>
          <a:prstGeom prst="ellipse">
            <a:avLst/>
          </a:prstGeom>
          <a:solidFill>
            <a:srgbClr val="0050F9"/>
          </a:solidFill>
          <a:ln w="381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19" name="i$lîḍê"/>
          <p:cNvSpPr/>
          <p:nvPr>
            <p:custDataLst>
              <p:tags r:id="rId9"/>
            </p:custDataLst>
          </p:nvPr>
        </p:nvSpPr>
        <p:spPr>
          <a:xfrm>
            <a:off x="5857256" y="4396080"/>
            <a:ext cx="957093" cy="957091"/>
          </a:xfrm>
          <a:prstGeom prst="ellipse">
            <a:avLst/>
          </a:prstGeom>
          <a:solidFill>
            <a:srgbClr val="0050F9"/>
          </a:solidFill>
          <a:ln w="38100" cap="rnd">
            <a:solidFill>
              <a:srgbClr val="FFFFFF"/>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000000"/>
              </a:solidFill>
              <a:cs typeface="+mn-ea"/>
              <a:sym typeface="+mn-lt"/>
            </a:endParaRPr>
          </a:p>
        </p:txBody>
      </p:sp>
      <p:sp>
        <p:nvSpPr>
          <p:cNvPr id="20" name="îšlíḍe"/>
          <p:cNvSpPr/>
          <p:nvPr>
            <p:custDataLst>
              <p:tags r:id="rId10"/>
            </p:custDataLst>
          </p:nvPr>
        </p:nvSpPr>
        <p:spPr>
          <a:xfrm>
            <a:off x="7049135" y="2814955"/>
            <a:ext cx="4260215" cy="1198880"/>
          </a:xfrm>
          <a:prstGeom prst="rect">
            <a:avLst/>
          </a:prstGeom>
        </p:spPr>
        <p:txBody>
          <a:bodyPr wrap="square" anchor="ctr" anchorCtr="0">
            <a:spAutoFit/>
          </a:bodyPr>
          <a:lstStyle/>
          <a:p>
            <a:pPr lvl="0">
              <a:lnSpc>
                <a:spcPct val="150000"/>
              </a:lnSpc>
              <a:defRPr/>
            </a:pPr>
            <a:r>
              <a:rPr lang="zh-CN" altLang="en-US" sz="1600" dirty="0">
                <a:solidFill>
                  <a:srgbClr val="000000"/>
                </a:solidFill>
                <a:cs typeface="+mn-ea"/>
                <a:sym typeface="+mn-lt"/>
              </a:rPr>
              <a:t>区别于</a:t>
            </a:r>
            <a:r>
              <a:rPr lang="en-US" altLang="zh-CN" sz="1600" dirty="0">
                <a:solidFill>
                  <a:srgbClr val="000000"/>
                </a:solidFill>
                <a:cs typeface="+mn-ea"/>
                <a:sym typeface="+mn-lt"/>
              </a:rPr>
              <a:t>QQ/</a:t>
            </a:r>
            <a:r>
              <a:rPr lang="zh-CN" altLang="en-US" sz="1600" dirty="0">
                <a:solidFill>
                  <a:srgbClr val="000000"/>
                </a:solidFill>
                <a:cs typeface="+mn-ea"/>
                <a:sym typeface="+mn-lt"/>
              </a:rPr>
              <a:t>微信群等社交渠道：实现资源的体系化管理与沉淀，避免信息碎片化、易流失的问题</a:t>
            </a:r>
            <a:endParaRPr lang="en-US" altLang="zh-CN" sz="1600" dirty="0">
              <a:solidFill>
                <a:srgbClr val="000000"/>
              </a:solidFill>
              <a:cs typeface="+mn-ea"/>
              <a:sym typeface="+mn-lt"/>
            </a:endParaRPr>
          </a:p>
        </p:txBody>
      </p:sp>
      <p:sp>
        <p:nvSpPr>
          <p:cNvPr id="22" name="îṣlïďê"/>
          <p:cNvSpPr/>
          <p:nvPr>
            <p:custDataLst>
              <p:tags r:id="rId11"/>
            </p:custDataLst>
          </p:nvPr>
        </p:nvSpPr>
        <p:spPr>
          <a:xfrm>
            <a:off x="7049135" y="1561148"/>
            <a:ext cx="4260215" cy="829945"/>
          </a:xfrm>
          <a:prstGeom prst="rect">
            <a:avLst/>
          </a:prstGeom>
        </p:spPr>
        <p:txBody>
          <a:bodyPr wrap="square" anchor="ctr" anchorCtr="0">
            <a:spAutoFit/>
          </a:bodyPr>
          <a:lstStyle/>
          <a:p>
            <a:pPr lvl="0">
              <a:lnSpc>
                <a:spcPct val="150000"/>
              </a:lnSpc>
              <a:defRPr/>
            </a:pPr>
            <a:r>
              <a:rPr lang="zh-CN" altLang="en-US" sz="1600" dirty="0">
                <a:solidFill>
                  <a:srgbClr val="000000"/>
                </a:solidFill>
                <a:cs typeface="+mn-ea"/>
                <a:sym typeface="+mn-lt"/>
              </a:rPr>
              <a:t>区别于百度文库等通用平台：聚焦高校专业场景，资源更精准、更贴合校园学习实际需求</a:t>
            </a:r>
            <a:endParaRPr lang="zh-CN" altLang="en-US" sz="1600" dirty="0">
              <a:solidFill>
                <a:srgbClr val="000000"/>
              </a:solidFill>
              <a:cs typeface="+mn-ea"/>
              <a:sym typeface="+mn-lt"/>
            </a:endParaRPr>
          </a:p>
        </p:txBody>
      </p:sp>
      <p:sp>
        <p:nvSpPr>
          <p:cNvPr id="23" name="îşḷiďe"/>
          <p:cNvSpPr/>
          <p:nvPr>
            <p:custDataLst>
              <p:tags r:id="rId12"/>
            </p:custDataLst>
          </p:nvPr>
        </p:nvSpPr>
        <p:spPr>
          <a:xfrm>
            <a:off x="7048939" y="4034982"/>
            <a:ext cx="3661747" cy="1568450"/>
          </a:xfrm>
          <a:prstGeom prst="rect">
            <a:avLst/>
          </a:prstGeom>
        </p:spPr>
        <p:txBody>
          <a:bodyPr wrap="square" anchor="ctr" anchorCtr="0">
            <a:spAutoFit/>
          </a:bodyPr>
          <a:lstStyle/>
          <a:p>
            <a:pPr lvl="0">
              <a:lnSpc>
                <a:spcPct val="150000"/>
              </a:lnSpc>
              <a:defRPr/>
            </a:pPr>
            <a:r>
              <a:rPr lang="zh-CN" altLang="en-US" sz="1600" dirty="0">
                <a:solidFill>
                  <a:srgbClr val="000000"/>
                </a:solidFill>
                <a:cs typeface="+mn-ea"/>
                <a:sym typeface="+mn-lt"/>
              </a:rPr>
              <a:t>区别于同类潜在竞品：以</a:t>
            </a:r>
            <a:r>
              <a:rPr lang="en-US" altLang="zh-CN" sz="1600" dirty="0">
                <a:solidFill>
                  <a:srgbClr val="000000"/>
                </a:solidFill>
                <a:cs typeface="+mn-ea"/>
                <a:sym typeface="+mn-lt"/>
              </a:rPr>
              <a:t>“</a:t>
            </a:r>
            <a:r>
              <a:rPr lang="zh-CN" altLang="en-US" sz="1600" dirty="0">
                <a:solidFill>
                  <a:srgbClr val="000000"/>
                </a:solidFill>
                <a:cs typeface="+mn-ea"/>
                <a:sym typeface="+mn-lt"/>
              </a:rPr>
              <a:t>学生团队深度懂需求</a:t>
            </a:r>
            <a:r>
              <a:rPr lang="en-US" altLang="zh-CN" sz="1600" dirty="0">
                <a:solidFill>
                  <a:srgbClr val="000000"/>
                </a:solidFill>
                <a:cs typeface="+mn-ea"/>
                <a:sym typeface="+mn-lt"/>
              </a:rPr>
              <a:t>”</a:t>
            </a:r>
            <a:r>
              <a:rPr lang="zh-CN" altLang="en-US" sz="1600" dirty="0">
                <a:solidFill>
                  <a:srgbClr val="000000"/>
                </a:solidFill>
                <a:cs typeface="+mn-ea"/>
                <a:sym typeface="+mn-lt"/>
              </a:rPr>
              <a:t>为优势，采用</a:t>
            </a:r>
            <a:r>
              <a:rPr lang="en-US" altLang="zh-CN" sz="1600" dirty="0">
                <a:solidFill>
                  <a:srgbClr val="000000"/>
                </a:solidFill>
                <a:cs typeface="+mn-ea"/>
                <a:sym typeface="+mn-lt"/>
              </a:rPr>
              <a:t>“</a:t>
            </a:r>
            <a:r>
              <a:rPr lang="zh-CN" altLang="en-US" sz="1600" dirty="0">
                <a:solidFill>
                  <a:srgbClr val="000000"/>
                </a:solidFill>
                <a:cs typeface="+mn-ea"/>
                <a:sym typeface="+mn-lt"/>
              </a:rPr>
              <a:t>小范围试点＋快速迭代</a:t>
            </a:r>
            <a:r>
              <a:rPr lang="en-US" altLang="zh-CN" sz="1600" dirty="0">
                <a:solidFill>
                  <a:srgbClr val="000000"/>
                </a:solidFill>
                <a:cs typeface="+mn-ea"/>
                <a:sym typeface="+mn-lt"/>
              </a:rPr>
              <a:t>”</a:t>
            </a:r>
            <a:r>
              <a:rPr lang="zh-CN" altLang="en-US" sz="1600" dirty="0">
                <a:solidFill>
                  <a:srgbClr val="000000"/>
                </a:solidFill>
                <a:cs typeface="+mn-ea"/>
                <a:sym typeface="+mn-lt"/>
              </a:rPr>
              <a:t>的轻模式，更灵活适配不同高校的专业特色与学子习惯</a:t>
            </a:r>
            <a:endParaRPr lang="zh-CN" altLang="en-US" sz="1600" dirty="0">
              <a:solidFill>
                <a:srgbClr val="000000"/>
              </a:solidFill>
              <a:cs typeface="+mn-ea"/>
              <a:sym typeface="+mn-lt"/>
            </a:endParaRPr>
          </a:p>
        </p:txBody>
      </p:sp>
      <p:sp>
        <p:nvSpPr>
          <p:cNvPr id="24" name="wrench-and-bolt-tool-with-hammer_28491"/>
          <p:cNvSpPr/>
          <p:nvPr>
            <p:custDataLst>
              <p:tags r:id="rId13"/>
            </p:custDataLst>
          </p:nvPr>
        </p:nvSpPr>
        <p:spPr>
          <a:xfrm>
            <a:off x="6041635" y="1726838"/>
            <a:ext cx="588333" cy="609685"/>
          </a:xfrm>
          <a:custGeom>
            <a:avLst/>
            <a:gdLst>
              <a:gd name="connsiteX0" fmla="*/ 447790 w 584385"/>
              <a:gd name="connsiteY0" fmla="*/ 469190 h 605593"/>
              <a:gd name="connsiteX1" fmla="*/ 477338 w 584385"/>
              <a:gd name="connsiteY1" fmla="*/ 498570 h 605593"/>
              <a:gd name="connsiteX2" fmla="*/ 466490 w 584385"/>
              <a:gd name="connsiteY2" fmla="*/ 538773 h 605593"/>
              <a:gd name="connsiteX3" fmla="*/ 426300 w 584385"/>
              <a:gd name="connsiteY3" fmla="*/ 549494 h 605593"/>
              <a:gd name="connsiteX4" fmla="*/ 396752 w 584385"/>
              <a:gd name="connsiteY4" fmla="*/ 520114 h 605593"/>
              <a:gd name="connsiteX5" fmla="*/ 407600 w 584385"/>
              <a:gd name="connsiteY5" fmla="*/ 479911 h 605593"/>
              <a:gd name="connsiteX6" fmla="*/ 448054 w 584385"/>
              <a:gd name="connsiteY6" fmla="*/ 453715 h 605593"/>
              <a:gd name="connsiteX7" fmla="*/ 399530 w 584385"/>
              <a:gd name="connsiteY7" fmla="*/ 466706 h 605593"/>
              <a:gd name="connsiteX8" fmla="*/ 394367 w 584385"/>
              <a:gd name="connsiteY8" fmla="*/ 471965 h 605593"/>
              <a:gd name="connsiteX9" fmla="*/ 381359 w 584385"/>
              <a:gd name="connsiteY9" fmla="*/ 520426 h 605593"/>
              <a:gd name="connsiteX10" fmla="*/ 383217 w 584385"/>
              <a:gd name="connsiteY10" fmla="*/ 527540 h 605593"/>
              <a:gd name="connsiteX11" fmla="*/ 418733 w 584385"/>
              <a:gd name="connsiteY11" fmla="*/ 563009 h 605593"/>
              <a:gd name="connsiteX12" fmla="*/ 423998 w 584385"/>
              <a:gd name="connsiteY12" fmla="*/ 565175 h 605593"/>
              <a:gd name="connsiteX13" fmla="*/ 425960 w 584385"/>
              <a:gd name="connsiteY13" fmla="*/ 564865 h 605593"/>
              <a:gd name="connsiteX14" fmla="*/ 474381 w 584385"/>
              <a:gd name="connsiteY14" fmla="*/ 551977 h 605593"/>
              <a:gd name="connsiteX15" fmla="*/ 479647 w 584385"/>
              <a:gd name="connsiteY15" fmla="*/ 546718 h 605593"/>
              <a:gd name="connsiteX16" fmla="*/ 492655 w 584385"/>
              <a:gd name="connsiteY16" fmla="*/ 498257 h 605593"/>
              <a:gd name="connsiteX17" fmla="*/ 490694 w 584385"/>
              <a:gd name="connsiteY17" fmla="*/ 491143 h 605593"/>
              <a:gd name="connsiteX18" fmla="*/ 455178 w 584385"/>
              <a:gd name="connsiteY18" fmla="*/ 455674 h 605593"/>
              <a:gd name="connsiteX19" fmla="*/ 448054 w 584385"/>
              <a:gd name="connsiteY19" fmla="*/ 453715 h 605593"/>
              <a:gd name="connsiteX20" fmla="*/ 437007 w 584385"/>
              <a:gd name="connsiteY20" fmla="*/ 413090 h 605593"/>
              <a:gd name="connsiteX21" fmla="*/ 505148 w 584385"/>
              <a:gd name="connsiteY21" fmla="*/ 441239 h 605593"/>
              <a:gd name="connsiteX22" fmla="*/ 533436 w 584385"/>
              <a:gd name="connsiteY22" fmla="*/ 509290 h 605593"/>
              <a:gd name="connsiteX23" fmla="*/ 505148 w 584385"/>
              <a:gd name="connsiteY23" fmla="*/ 577444 h 605593"/>
              <a:gd name="connsiteX24" fmla="*/ 437007 w 584385"/>
              <a:gd name="connsiteY24" fmla="*/ 605593 h 605593"/>
              <a:gd name="connsiteX25" fmla="*/ 368866 w 584385"/>
              <a:gd name="connsiteY25" fmla="*/ 577444 h 605593"/>
              <a:gd name="connsiteX26" fmla="*/ 346979 w 584385"/>
              <a:gd name="connsiteY26" fmla="*/ 475161 h 605593"/>
              <a:gd name="connsiteX27" fmla="*/ 347598 w 584385"/>
              <a:gd name="connsiteY27" fmla="*/ 473821 h 605593"/>
              <a:gd name="connsiteX28" fmla="*/ 348424 w 584385"/>
              <a:gd name="connsiteY28" fmla="*/ 471552 h 605593"/>
              <a:gd name="connsiteX29" fmla="*/ 349043 w 584385"/>
              <a:gd name="connsiteY29" fmla="*/ 470109 h 605593"/>
              <a:gd name="connsiteX30" fmla="*/ 368866 w 584385"/>
              <a:gd name="connsiteY30" fmla="*/ 441239 h 605593"/>
              <a:gd name="connsiteX31" fmla="*/ 437007 w 584385"/>
              <a:gd name="connsiteY31" fmla="*/ 413090 h 605593"/>
              <a:gd name="connsiteX32" fmla="*/ 332446 w 584385"/>
              <a:gd name="connsiteY32" fmla="*/ 356991 h 605593"/>
              <a:gd name="connsiteX33" fmla="*/ 384402 w 584385"/>
              <a:gd name="connsiteY33" fmla="*/ 408842 h 605593"/>
              <a:gd name="connsiteX34" fmla="*/ 359715 w 584385"/>
              <a:gd name="connsiteY34" fmla="*/ 427295 h 605593"/>
              <a:gd name="connsiteX35" fmla="*/ 338127 w 584385"/>
              <a:gd name="connsiteY35" fmla="*/ 458323 h 605593"/>
              <a:gd name="connsiteX36" fmla="*/ 284623 w 584385"/>
              <a:gd name="connsiteY36" fmla="*/ 404925 h 605593"/>
              <a:gd name="connsiteX37" fmla="*/ 332446 w 584385"/>
              <a:gd name="connsiteY37" fmla="*/ 356991 h 605593"/>
              <a:gd name="connsiteX38" fmla="*/ 195145 w 584385"/>
              <a:gd name="connsiteY38" fmla="*/ 219882 h 605593"/>
              <a:gd name="connsiteX39" fmla="*/ 274038 w 584385"/>
              <a:gd name="connsiteY39" fmla="*/ 298642 h 605593"/>
              <a:gd name="connsiteX40" fmla="*/ 226124 w 584385"/>
              <a:gd name="connsiteY40" fmla="*/ 346476 h 605593"/>
              <a:gd name="connsiteX41" fmla="*/ 147232 w 584385"/>
              <a:gd name="connsiteY41" fmla="*/ 267819 h 605593"/>
              <a:gd name="connsiteX42" fmla="*/ 148987 w 584385"/>
              <a:gd name="connsiteY42" fmla="*/ 266891 h 605593"/>
              <a:gd name="connsiteX43" fmla="*/ 151982 w 584385"/>
              <a:gd name="connsiteY43" fmla="*/ 265138 h 605593"/>
              <a:gd name="connsiteX44" fmla="*/ 157351 w 584385"/>
              <a:gd name="connsiteY44" fmla="*/ 261839 h 605593"/>
              <a:gd name="connsiteX45" fmla="*/ 160243 w 584385"/>
              <a:gd name="connsiteY45" fmla="*/ 259881 h 605593"/>
              <a:gd name="connsiteX46" fmla="*/ 165509 w 584385"/>
              <a:gd name="connsiteY46" fmla="*/ 255963 h 605593"/>
              <a:gd name="connsiteX47" fmla="*/ 167987 w 584385"/>
              <a:gd name="connsiteY47" fmla="*/ 254108 h 605593"/>
              <a:gd name="connsiteX48" fmla="*/ 175009 w 584385"/>
              <a:gd name="connsiteY48" fmla="*/ 247613 h 605593"/>
              <a:gd name="connsiteX49" fmla="*/ 181825 w 584385"/>
              <a:gd name="connsiteY49" fmla="*/ 240088 h 605593"/>
              <a:gd name="connsiteX50" fmla="*/ 183683 w 584385"/>
              <a:gd name="connsiteY50" fmla="*/ 237716 h 605593"/>
              <a:gd name="connsiteX51" fmla="*/ 188124 w 584385"/>
              <a:gd name="connsiteY51" fmla="*/ 231737 h 605593"/>
              <a:gd name="connsiteX52" fmla="*/ 189879 w 584385"/>
              <a:gd name="connsiteY52" fmla="*/ 229057 h 605593"/>
              <a:gd name="connsiteX53" fmla="*/ 194319 w 584385"/>
              <a:gd name="connsiteY53" fmla="*/ 221222 h 605593"/>
              <a:gd name="connsiteX54" fmla="*/ 195042 w 584385"/>
              <a:gd name="connsiteY54" fmla="*/ 220088 h 605593"/>
              <a:gd name="connsiteX55" fmla="*/ 195145 w 584385"/>
              <a:gd name="connsiteY55" fmla="*/ 219882 h 605593"/>
              <a:gd name="connsiteX56" fmla="*/ 382962 w 584385"/>
              <a:gd name="connsiteY56" fmla="*/ 211555 h 605593"/>
              <a:gd name="connsiteX57" fmla="*/ 419615 w 584385"/>
              <a:gd name="connsiteY57" fmla="*/ 248152 h 605593"/>
              <a:gd name="connsiteX58" fmla="*/ 115242 w 584385"/>
              <a:gd name="connsiteY58" fmla="*/ 552884 h 605593"/>
              <a:gd name="connsiteX59" fmla="*/ 114932 w 584385"/>
              <a:gd name="connsiteY59" fmla="*/ 553193 h 605593"/>
              <a:gd name="connsiteX60" fmla="*/ 112351 w 584385"/>
              <a:gd name="connsiteY60" fmla="*/ 555771 h 605593"/>
              <a:gd name="connsiteX61" fmla="*/ 110905 w 584385"/>
              <a:gd name="connsiteY61" fmla="*/ 556492 h 605593"/>
              <a:gd name="connsiteX62" fmla="*/ 98206 w 584385"/>
              <a:gd name="connsiteY62" fmla="*/ 560616 h 605593"/>
              <a:gd name="connsiteX63" fmla="*/ 78382 w 584385"/>
              <a:gd name="connsiteY63" fmla="*/ 553090 h 605593"/>
              <a:gd name="connsiteX64" fmla="*/ 74872 w 584385"/>
              <a:gd name="connsiteY64" fmla="*/ 519999 h 605593"/>
              <a:gd name="connsiteX65" fmla="*/ 75698 w 584385"/>
              <a:gd name="connsiteY65" fmla="*/ 518452 h 605593"/>
              <a:gd name="connsiteX66" fmla="*/ 96419 w 584385"/>
              <a:gd name="connsiteY66" fmla="*/ 72965 h 605593"/>
              <a:gd name="connsiteX67" fmla="*/ 164556 w 584385"/>
              <a:gd name="connsiteY67" fmla="*/ 101113 h 605593"/>
              <a:gd name="connsiteX68" fmla="*/ 187165 w 584385"/>
              <a:gd name="connsiteY68" fmla="*/ 201228 h 605593"/>
              <a:gd name="connsiteX69" fmla="*/ 186546 w 584385"/>
              <a:gd name="connsiteY69" fmla="*/ 202671 h 605593"/>
              <a:gd name="connsiteX70" fmla="*/ 185823 w 584385"/>
              <a:gd name="connsiteY70" fmla="*/ 204321 h 605593"/>
              <a:gd name="connsiteX71" fmla="*/ 164453 w 584385"/>
              <a:gd name="connsiteY71" fmla="*/ 237211 h 605593"/>
              <a:gd name="connsiteX72" fmla="*/ 134824 w 584385"/>
              <a:gd name="connsiteY72" fmla="*/ 257317 h 605593"/>
              <a:gd name="connsiteX73" fmla="*/ 133069 w 584385"/>
              <a:gd name="connsiteY73" fmla="*/ 258039 h 605593"/>
              <a:gd name="connsiteX74" fmla="*/ 131623 w 584385"/>
              <a:gd name="connsiteY74" fmla="*/ 258554 h 605593"/>
              <a:gd name="connsiteX75" fmla="*/ 96109 w 584385"/>
              <a:gd name="connsiteY75" fmla="*/ 265256 h 605593"/>
              <a:gd name="connsiteX76" fmla="*/ 28282 w 584385"/>
              <a:gd name="connsiteY76" fmla="*/ 237211 h 605593"/>
              <a:gd name="connsiteX77" fmla="*/ 3505 w 584385"/>
              <a:gd name="connsiteY77" fmla="*/ 143592 h 605593"/>
              <a:gd name="connsiteX78" fmla="*/ 49962 w 584385"/>
              <a:gd name="connsiteY78" fmla="*/ 189989 h 605593"/>
              <a:gd name="connsiteX79" fmla="*/ 55640 w 584385"/>
              <a:gd name="connsiteY79" fmla="*/ 192154 h 605593"/>
              <a:gd name="connsiteX80" fmla="*/ 109530 w 584385"/>
              <a:gd name="connsiteY80" fmla="*/ 189268 h 605593"/>
              <a:gd name="connsiteX81" fmla="*/ 116551 w 584385"/>
              <a:gd name="connsiteY81" fmla="*/ 182256 h 605593"/>
              <a:gd name="connsiteX82" fmla="*/ 119441 w 584385"/>
              <a:gd name="connsiteY82" fmla="*/ 128436 h 605593"/>
              <a:gd name="connsiteX83" fmla="*/ 117273 w 584385"/>
              <a:gd name="connsiteY83" fmla="*/ 122868 h 605593"/>
              <a:gd name="connsiteX84" fmla="*/ 70713 w 584385"/>
              <a:gd name="connsiteY84" fmla="*/ 76367 h 605593"/>
              <a:gd name="connsiteX85" fmla="*/ 96419 w 584385"/>
              <a:gd name="connsiteY85" fmla="*/ 72965 h 605593"/>
              <a:gd name="connsiteX86" fmla="*/ 408632 w 584385"/>
              <a:gd name="connsiteY86" fmla="*/ 0 h 605593"/>
              <a:gd name="connsiteX87" fmla="*/ 413898 w 584385"/>
              <a:gd name="connsiteY87" fmla="*/ 2165 h 605593"/>
              <a:gd name="connsiteX88" fmla="*/ 584385 w 584385"/>
              <a:gd name="connsiteY88" fmla="*/ 172357 h 605593"/>
              <a:gd name="connsiteX89" fmla="*/ 584385 w 584385"/>
              <a:gd name="connsiteY89" fmla="*/ 307913 h 605593"/>
              <a:gd name="connsiteX90" fmla="*/ 547624 w 584385"/>
              <a:gd name="connsiteY90" fmla="*/ 344611 h 605593"/>
              <a:gd name="connsiteX91" fmla="*/ 537091 w 584385"/>
              <a:gd name="connsiteY91" fmla="*/ 344611 h 605593"/>
              <a:gd name="connsiteX92" fmla="*/ 439404 w 584385"/>
              <a:gd name="connsiteY92" fmla="*/ 246990 h 605593"/>
              <a:gd name="connsiteX93" fmla="*/ 437236 w 584385"/>
              <a:gd name="connsiteY93" fmla="*/ 241630 h 605593"/>
              <a:gd name="connsiteX94" fmla="*/ 389734 w 584385"/>
              <a:gd name="connsiteY94" fmla="*/ 194314 h 605593"/>
              <a:gd name="connsiteX95" fmla="*/ 384468 w 584385"/>
              <a:gd name="connsiteY95" fmla="*/ 192252 h 605593"/>
              <a:gd name="connsiteX96" fmla="*/ 304026 w 584385"/>
              <a:gd name="connsiteY96" fmla="*/ 111846 h 605593"/>
              <a:gd name="connsiteX97" fmla="*/ 304026 w 584385"/>
              <a:gd name="connsiteY97" fmla="*/ 101435 h 605593"/>
              <a:gd name="connsiteX98" fmla="*/ 403365 w 584385"/>
              <a:gd name="connsiteY98" fmla="*/ 2165 h 605593"/>
              <a:gd name="connsiteX99" fmla="*/ 408632 w 584385"/>
              <a:gd name="connsiteY99" fmla="*/ 0 h 60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584385" h="605593">
                <a:moveTo>
                  <a:pt x="447790" y="469190"/>
                </a:moveTo>
                <a:lnTo>
                  <a:pt x="477338" y="498570"/>
                </a:lnTo>
                <a:lnTo>
                  <a:pt x="466490" y="538773"/>
                </a:lnTo>
                <a:lnTo>
                  <a:pt x="426300" y="549494"/>
                </a:lnTo>
                <a:lnTo>
                  <a:pt x="396752" y="520114"/>
                </a:lnTo>
                <a:lnTo>
                  <a:pt x="407600" y="479911"/>
                </a:lnTo>
                <a:close/>
                <a:moveTo>
                  <a:pt x="448054" y="453715"/>
                </a:moveTo>
                <a:lnTo>
                  <a:pt x="399530" y="466706"/>
                </a:lnTo>
                <a:cubicBezTo>
                  <a:pt x="397052" y="467428"/>
                  <a:pt x="394987" y="469387"/>
                  <a:pt x="394367" y="471965"/>
                </a:cubicBezTo>
                <a:lnTo>
                  <a:pt x="381359" y="520426"/>
                </a:lnTo>
                <a:cubicBezTo>
                  <a:pt x="380636" y="522900"/>
                  <a:pt x="381359" y="525684"/>
                  <a:pt x="383217" y="527540"/>
                </a:cubicBezTo>
                <a:lnTo>
                  <a:pt x="418733" y="563009"/>
                </a:lnTo>
                <a:cubicBezTo>
                  <a:pt x="420179" y="564453"/>
                  <a:pt x="422037" y="565175"/>
                  <a:pt x="423998" y="565175"/>
                </a:cubicBezTo>
                <a:cubicBezTo>
                  <a:pt x="424618" y="565175"/>
                  <a:pt x="425341" y="565071"/>
                  <a:pt x="425960" y="564865"/>
                </a:cubicBezTo>
                <a:lnTo>
                  <a:pt x="474381" y="551977"/>
                </a:lnTo>
                <a:cubicBezTo>
                  <a:pt x="476962" y="551255"/>
                  <a:pt x="479027" y="549296"/>
                  <a:pt x="479647" y="546718"/>
                </a:cubicBezTo>
                <a:lnTo>
                  <a:pt x="492655" y="498257"/>
                </a:lnTo>
                <a:cubicBezTo>
                  <a:pt x="493378" y="495680"/>
                  <a:pt x="492655" y="492999"/>
                  <a:pt x="490694" y="491143"/>
                </a:cubicBezTo>
                <a:lnTo>
                  <a:pt x="455178" y="455674"/>
                </a:lnTo>
                <a:cubicBezTo>
                  <a:pt x="453320" y="453818"/>
                  <a:pt x="450635" y="453096"/>
                  <a:pt x="448054" y="453715"/>
                </a:cubicBezTo>
                <a:close/>
                <a:moveTo>
                  <a:pt x="437007" y="413090"/>
                </a:moveTo>
                <a:cubicBezTo>
                  <a:pt x="462715" y="413090"/>
                  <a:pt x="486977" y="423091"/>
                  <a:pt x="505148" y="441239"/>
                </a:cubicBezTo>
                <a:cubicBezTo>
                  <a:pt x="523318" y="459489"/>
                  <a:pt x="533436" y="483616"/>
                  <a:pt x="533436" y="509290"/>
                </a:cubicBezTo>
                <a:cubicBezTo>
                  <a:pt x="533436" y="535067"/>
                  <a:pt x="523318" y="559194"/>
                  <a:pt x="505148" y="577444"/>
                </a:cubicBezTo>
                <a:cubicBezTo>
                  <a:pt x="486977" y="595591"/>
                  <a:pt x="462715" y="605593"/>
                  <a:pt x="437007" y="605593"/>
                </a:cubicBezTo>
                <a:cubicBezTo>
                  <a:pt x="411300" y="605593"/>
                  <a:pt x="387037" y="595591"/>
                  <a:pt x="368866" y="577444"/>
                </a:cubicBezTo>
                <a:cubicBezTo>
                  <a:pt x="342023" y="550533"/>
                  <a:pt x="333454" y="510527"/>
                  <a:pt x="346979" y="475161"/>
                </a:cubicBezTo>
                <a:cubicBezTo>
                  <a:pt x="347185" y="474749"/>
                  <a:pt x="347392" y="474233"/>
                  <a:pt x="347598" y="473821"/>
                </a:cubicBezTo>
                <a:cubicBezTo>
                  <a:pt x="347805" y="473099"/>
                  <a:pt x="348114" y="472274"/>
                  <a:pt x="348424" y="471552"/>
                </a:cubicBezTo>
                <a:lnTo>
                  <a:pt x="349043" y="470109"/>
                </a:lnTo>
                <a:cubicBezTo>
                  <a:pt x="353999" y="459179"/>
                  <a:pt x="360607" y="449487"/>
                  <a:pt x="368866" y="441239"/>
                </a:cubicBezTo>
                <a:cubicBezTo>
                  <a:pt x="387037" y="423091"/>
                  <a:pt x="411300" y="413090"/>
                  <a:pt x="437007" y="413090"/>
                </a:cubicBezTo>
                <a:close/>
                <a:moveTo>
                  <a:pt x="332446" y="356991"/>
                </a:moveTo>
                <a:lnTo>
                  <a:pt x="384402" y="408842"/>
                </a:lnTo>
                <a:cubicBezTo>
                  <a:pt x="375312" y="413791"/>
                  <a:pt x="367049" y="420079"/>
                  <a:pt x="359715" y="427295"/>
                </a:cubicBezTo>
                <a:cubicBezTo>
                  <a:pt x="350832" y="436263"/>
                  <a:pt x="343499" y="446778"/>
                  <a:pt x="338127" y="458323"/>
                </a:cubicBezTo>
                <a:lnTo>
                  <a:pt x="284623" y="404925"/>
                </a:lnTo>
                <a:cubicBezTo>
                  <a:pt x="300220" y="389360"/>
                  <a:pt x="316333" y="373175"/>
                  <a:pt x="332446" y="356991"/>
                </a:cubicBezTo>
                <a:close/>
                <a:moveTo>
                  <a:pt x="195145" y="219882"/>
                </a:moveTo>
                <a:lnTo>
                  <a:pt x="274038" y="298642"/>
                </a:lnTo>
                <a:lnTo>
                  <a:pt x="226124" y="346476"/>
                </a:lnTo>
                <a:lnTo>
                  <a:pt x="147232" y="267819"/>
                </a:lnTo>
                <a:cubicBezTo>
                  <a:pt x="147851" y="267509"/>
                  <a:pt x="148368" y="267200"/>
                  <a:pt x="148987" y="266891"/>
                </a:cubicBezTo>
                <a:cubicBezTo>
                  <a:pt x="150020" y="266272"/>
                  <a:pt x="150949" y="265757"/>
                  <a:pt x="151982" y="265138"/>
                </a:cubicBezTo>
                <a:cubicBezTo>
                  <a:pt x="153841" y="264107"/>
                  <a:pt x="155596" y="262973"/>
                  <a:pt x="157351" y="261839"/>
                </a:cubicBezTo>
                <a:cubicBezTo>
                  <a:pt x="158384" y="261221"/>
                  <a:pt x="159313" y="260602"/>
                  <a:pt x="160243" y="259881"/>
                </a:cubicBezTo>
                <a:cubicBezTo>
                  <a:pt x="162102" y="258644"/>
                  <a:pt x="163857" y="257304"/>
                  <a:pt x="165509" y="255963"/>
                </a:cubicBezTo>
                <a:cubicBezTo>
                  <a:pt x="166335" y="255345"/>
                  <a:pt x="167161" y="254726"/>
                  <a:pt x="167987" y="254108"/>
                </a:cubicBezTo>
                <a:cubicBezTo>
                  <a:pt x="170362" y="252046"/>
                  <a:pt x="172738" y="249881"/>
                  <a:pt x="175009" y="247613"/>
                </a:cubicBezTo>
                <a:cubicBezTo>
                  <a:pt x="177384" y="245242"/>
                  <a:pt x="179656" y="242768"/>
                  <a:pt x="181825" y="240088"/>
                </a:cubicBezTo>
                <a:cubicBezTo>
                  <a:pt x="182444" y="239366"/>
                  <a:pt x="183064" y="238541"/>
                  <a:pt x="183683" y="237716"/>
                </a:cubicBezTo>
                <a:cubicBezTo>
                  <a:pt x="185232" y="235758"/>
                  <a:pt x="186678" y="233799"/>
                  <a:pt x="188124" y="231737"/>
                </a:cubicBezTo>
                <a:cubicBezTo>
                  <a:pt x="188640" y="230809"/>
                  <a:pt x="189259" y="229985"/>
                  <a:pt x="189879" y="229057"/>
                </a:cubicBezTo>
                <a:cubicBezTo>
                  <a:pt x="191428" y="226480"/>
                  <a:pt x="192977" y="223902"/>
                  <a:pt x="194319" y="221222"/>
                </a:cubicBezTo>
                <a:cubicBezTo>
                  <a:pt x="194526" y="220913"/>
                  <a:pt x="194836" y="220501"/>
                  <a:pt x="195042" y="220088"/>
                </a:cubicBezTo>
                <a:cubicBezTo>
                  <a:pt x="195042" y="219985"/>
                  <a:pt x="195042" y="219882"/>
                  <a:pt x="195145" y="219882"/>
                </a:cubicBezTo>
                <a:close/>
                <a:moveTo>
                  <a:pt x="382962" y="211555"/>
                </a:moveTo>
                <a:lnTo>
                  <a:pt x="419615" y="248152"/>
                </a:lnTo>
                <a:lnTo>
                  <a:pt x="115242" y="552884"/>
                </a:lnTo>
                <a:cubicBezTo>
                  <a:pt x="115139" y="552987"/>
                  <a:pt x="115035" y="553090"/>
                  <a:pt x="114932" y="553193"/>
                </a:cubicBezTo>
                <a:lnTo>
                  <a:pt x="112351" y="555771"/>
                </a:lnTo>
                <a:cubicBezTo>
                  <a:pt x="111835" y="555874"/>
                  <a:pt x="111318" y="556183"/>
                  <a:pt x="110905" y="556492"/>
                </a:cubicBezTo>
                <a:cubicBezTo>
                  <a:pt x="107085" y="558966"/>
                  <a:pt x="102646" y="560306"/>
                  <a:pt x="98206" y="560616"/>
                </a:cubicBezTo>
                <a:cubicBezTo>
                  <a:pt x="90979" y="560925"/>
                  <a:pt x="83648" y="558348"/>
                  <a:pt x="78382" y="553090"/>
                </a:cubicBezTo>
                <a:cubicBezTo>
                  <a:pt x="69503" y="544328"/>
                  <a:pt x="68058" y="530307"/>
                  <a:pt x="74872" y="519999"/>
                </a:cubicBezTo>
                <a:cubicBezTo>
                  <a:pt x="75182" y="519483"/>
                  <a:pt x="75492" y="518968"/>
                  <a:pt x="75698" y="518452"/>
                </a:cubicBezTo>
                <a:close/>
                <a:moveTo>
                  <a:pt x="96419" y="72965"/>
                </a:moveTo>
                <a:cubicBezTo>
                  <a:pt x="122125" y="72965"/>
                  <a:pt x="146283" y="82966"/>
                  <a:pt x="164556" y="101113"/>
                </a:cubicBezTo>
                <a:cubicBezTo>
                  <a:pt x="190572" y="127095"/>
                  <a:pt x="199451" y="166378"/>
                  <a:pt x="187165" y="201228"/>
                </a:cubicBezTo>
                <a:cubicBezTo>
                  <a:pt x="186959" y="201640"/>
                  <a:pt x="186752" y="202156"/>
                  <a:pt x="186546" y="202671"/>
                </a:cubicBezTo>
                <a:cubicBezTo>
                  <a:pt x="186340" y="203187"/>
                  <a:pt x="186030" y="203805"/>
                  <a:pt x="185823" y="204321"/>
                </a:cubicBezTo>
                <a:cubicBezTo>
                  <a:pt x="180868" y="217003"/>
                  <a:pt x="173744" y="228035"/>
                  <a:pt x="164453" y="237211"/>
                </a:cubicBezTo>
                <a:cubicBezTo>
                  <a:pt x="156091" y="245666"/>
                  <a:pt x="146077" y="252471"/>
                  <a:pt x="134824" y="257317"/>
                </a:cubicBezTo>
                <a:cubicBezTo>
                  <a:pt x="134204" y="257626"/>
                  <a:pt x="133585" y="257832"/>
                  <a:pt x="133069" y="258039"/>
                </a:cubicBezTo>
                <a:lnTo>
                  <a:pt x="131623" y="258554"/>
                </a:lnTo>
                <a:cubicBezTo>
                  <a:pt x="120370" y="262988"/>
                  <a:pt x="108395" y="265256"/>
                  <a:pt x="96109" y="265256"/>
                </a:cubicBezTo>
                <a:cubicBezTo>
                  <a:pt x="70506" y="265256"/>
                  <a:pt x="46349" y="255358"/>
                  <a:pt x="28282" y="237211"/>
                </a:cubicBezTo>
                <a:cubicBezTo>
                  <a:pt x="3402" y="212466"/>
                  <a:pt x="-5683" y="176689"/>
                  <a:pt x="3505" y="143592"/>
                </a:cubicBezTo>
                <a:lnTo>
                  <a:pt x="49962" y="189989"/>
                </a:lnTo>
                <a:cubicBezTo>
                  <a:pt x="51511" y="191536"/>
                  <a:pt x="53575" y="192258"/>
                  <a:pt x="55640" y="192154"/>
                </a:cubicBezTo>
                <a:lnTo>
                  <a:pt x="109530" y="189268"/>
                </a:lnTo>
                <a:cubicBezTo>
                  <a:pt x="113350" y="189061"/>
                  <a:pt x="116344" y="186071"/>
                  <a:pt x="116551" y="182256"/>
                </a:cubicBezTo>
                <a:lnTo>
                  <a:pt x="119441" y="128436"/>
                </a:lnTo>
                <a:cubicBezTo>
                  <a:pt x="119545" y="126373"/>
                  <a:pt x="118719" y="124311"/>
                  <a:pt x="117273" y="122868"/>
                </a:cubicBezTo>
                <a:lnTo>
                  <a:pt x="70713" y="76367"/>
                </a:lnTo>
                <a:cubicBezTo>
                  <a:pt x="79075" y="74099"/>
                  <a:pt x="87644" y="72965"/>
                  <a:pt x="96419" y="72965"/>
                </a:cubicBezTo>
                <a:close/>
                <a:moveTo>
                  <a:pt x="408632" y="0"/>
                </a:moveTo>
                <a:cubicBezTo>
                  <a:pt x="410594" y="0"/>
                  <a:pt x="412453" y="722"/>
                  <a:pt x="413898" y="2165"/>
                </a:cubicBezTo>
                <a:lnTo>
                  <a:pt x="584385" y="172357"/>
                </a:lnTo>
                <a:lnTo>
                  <a:pt x="584385" y="307913"/>
                </a:lnTo>
                <a:lnTo>
                  <a:pt x="547624" y="344611"/>
                </a:lnTo>
                <a:cubicBezTo>
                  <a:pt x="544836" y="347394"/>
                  <a:pt x="539879" y="347394"/>
                  <a:pt x="537091" y="344611"/>
                </a:cubicBezTo>
                <a:lnTo>
                  <a:pt x="439404" y="246990"/>
                </a:lnTo>
                <a:cubicBezTo>
                  <a:pt x="439404" y="245031"/>
                  <a:pt x="438681" y="243176"/>
                  <a:pt x="437236" y="241630"/>
                </a:cubicBezTo>
                <a:lnTo>
                  <a:pt x="389734" y="194314"/>
                </a:lnTo>
                <a:cubicBezTo>
                  <a:pt x="388392" y="192871"/>
                  <a:pt x="386430" y="192149"/>
                  <a:pt x="384468" y="192252"/>
                </a:cubicBezTo>
                <a:lnTo>
                  <a:pt x="304026" y="111846"/>
                </a:lnTo>
                <a:cubicBezTo>
                  <a:pt x="301135" y="108960"/>
                  <a:pt x="301135" y="104321"/>
                  <a:pt x="304026" y="101435"/>
                </a:cubicBezTo>
                <a:lnTo>
                  <a:pt x="403365" y="2165"/>
                </a:lnTo>
                <a:cubicBezTo>
                  <a:pt x="404811" y="722"/>
                  <a:pt x="406670" y="0"/>
                  <a:pt x="408632" y="0"/>
                </a:cubicBezTo>
                <a:close/>
              </a:path>
            </a:pathLst>
          </a:custGeom>
          <a:solidFill>
            <a:srgbClr val="FD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cs typeface="+mn-ea"/>
              <a:sym typeface="+mn-lt"/>
            </a:endParaRPr>
          </a:p>
        </p:txBody>
      </p:sp>
      <p:sp>
        <p:nvSpPr>
          <p:cNvPr id="25" name="iconfont-1033-859673"/>
          <p:cNvSpPr/>
          <p:nvPr>
            <p:custDataLst>
              <p:tags r:id="rId14"/>
            </p:custDataLst>
          </p:nvPr>
        </p:nvSpPr>
        <p:spPr>
          <a:xfrm>
            <a:off x="6092084" y="4552520"/>
            <a:ext cx="533703" cy="609685"/>
          </a:xfrm>
          <a:custGeom>
            <a:avLst/>
            <a:gdLst>
              <a:gd name="T0" fmla="*/ 2374 w 9715"/>
              <a:gd name="T1" fmla="*/ 7982 h 11099"/>
              <a:gd name="T2" fmla="*/ 2374 w 9715"/>
              <a:gd name="T3" fmla="*/ 8491 h 11099"/>
              <a:gd name="T4" fmla="*/ 7595 w 9715"/>
              <a:gd name="T5" fmla="*/ 8240 h 11099"/>
              <a:gd name="T6" fmla="*/ 2374 w 9715"/>
              <a:gd name="T7" fmla="*/ 2843 h 11099"/>
              <a:gd name="T8" fmla="*/ 3111 w 9715"/>
              <a:gd name="T9" fmla="*/ 2843 h 11099"/>
              <a:gd name="T10" fmla="*/ 3365 w 9715"/>
              <a:gd name="T11" fmla="*/ 3831 h 11099"/>
              <a:gd name="T12" fmla="*/ 3625 w 9715"/>
              <a:gd name="T13" fmla="*/ 2843 h 11099"/>
              <a:gd name="T14" fmla="*/ 4613 w 9715"/>
              <a:gd name="T15" fmla="*/ 2585 h 11099"/>
              <a:gd name="T16" fmla="*/ 3625 w 9715"/>
              <a:gd name="T17" fmla="*/ 2327 h 11099"/>
              <a:gd name="T18" fmla="*/ 3365 w 9715"/>
              <a:gd name="T19" fmla="*/ 1337 h 11099"/>
              <a:gd name="T20" fmla="*/ 3111 w 9715"/>
              <a:gd name="T21" fmla="*/ 2327 h 11099"/>
              <a:gd name="T22" fmla="*/ 2122 w 9715"/>
              <a:gd name="T23" fmla="*/ 2585 h 11099"/>
              <a:gd name="T24" fmla="*/ 2122 w 9715"/>
              <a:gd name="T25" fmla="*/ 4633 h 11099"/>
              <a:gd name="T26" fmla="*/ 2374 w 9715"/>
              <a:gd name="T27" fmla="*/ 4890 h 11099"/>
              <a:gd name="T28" fmla="*/ 7595 w 9715"/>
              <a:gd name="T29" fmla="*/ 4633 h 11099"/>
              <a:gd name="T30" fmla="*/ 2374 w 9715"/>
              <a:gd name="T31" fmla="*/ 4375 h 11099"/>
              <a:gd name="T32" fmla="*/ 9586 w 9715"/>
              <a:gd name="T33" fmla="*/ 3212 h 11099"/>
              <a:gd name="T34" fmla="*/ 6506 w 9715"/>
              <a:gd name="T35" fmla="*/ 127 h 11099"/>
              <a:gd name="T36" fmla="*/ 1142 w 9715"/>
              <a:gd name="T37" fmla="*/ 0 h 11099"/>
              <a:gd name="T38" fmla="*/ 0 w 9715"/>
              <a:gd name="T39" fmla="*/ 1146 h 11099"/>
              <a:gd name="T40" fmla="*/ 336 w 9715"/>
              <a:gd name="T41" fmla="*/ 10763 h 11099"/>
              <a:gd name="T42" fmla="*/ 336 w 9715"/>
              <a:gd name="T43" fmla="*/ 10763 h 11099"/>
              <a:gd name="T44" fmla="*/ 8568 w 9715"/>
              <a:gd name="T45" fmla="*/ 11099 h 11099"/>
              <a:gd name="T46" fmla="*/ 9376 w 9715"/>
              <a:gd name="T47" fmla="*/ 10763 h 11099"/>
              <a:gd name="T48" fmla="*/ 9715 w 9715"/>
              <a:gd name="T49" fmla="*/ 3515 h 11099"/>
              <a:gd name="T50" fmla="*/ 6454 w 9715"/>
              <a:gd name="T51" fmla="*/ 1288 h 11099"/>
              <a:gd name="T52" fmla="*/ 8426 w 9715"/>
              <a:gd name="T53" fmla="*/ 3261 h 11099"/>
              <a:gd name="T54" fmla="*/ 6588 w 9715"/>
              <a:gd name="T55" fmla="*/ 3127 h 11099"/>
              <a:gd name="T56" fmla="*/ 6454 w 9715"/>
              <a:gd name="T57" fmla="*/ 2800 h 11099"/>
              <a:gd name="T58" fmla="*/ 8860 w 9715"/>
              <a:gd name="T59" fmla="*/ 9958 h 11099"/>
              <a:gd name="T60" fmla="*/ 8775 w 9715"/>
              <a:gd name="T61" fmla="*/ 10160 h 11099"/>
              <a:gd name="T62" fmla="*/ 8568 w 9715"/>
              <a:gd name="T63" fmla="*/ 10242 h 11099"/>
              <a:gd name="T64" fmla="*/ 940 w 9715"/>
              <a:gd name="T65" fmla="*/ 10160 h 11099"/>
              <a:gd name="T66" fmla="*/ 855 w 9715"/>
              <a:gd name="T67" fmla="*/ 9958 h 11099"/>
              <a:gd name="T68" fmla="*/ 940 w 9715"/>
              <a:gd name="T69" fmla="*/ 940 h 11099"/>
              <a:gd name="T70" fmla="*/ 5940 w 9715"/>
              <a:gd name="T71" fmla="*/ 855 h 11099"/>
              <a:gd name="T72" fmla="*/ 6213 w 9715"/>
              <a:gd name="T73" fmla="*/ 3470 h 11099"/>
              <a:gd name="T74" fmla="*/ 6918 w 9715"/>
              <a:gd name="T75" fmla="*/ 3769 h 11099"/>
              <a:gd name="T76" fmla="*/ 8860 w 9715"/>
              <a:gd name="T77" fmla="*/ 9958 h 11099"/>
              <a:gd name="T78" fmla="*/ 7339 w 9715"/>
              <a:gd name="T79" fmla="*/ 6182 h 11099"/>
              <a:gd name="T80" fmla="*/ 2122 w 9715"/>
              <a:gd name="T81" fmla="*/ 6436 h 11099"/>
              <a:gd name="T82" fmla="*/ 7339 w 9715"/>
              <a:gd name="T83" fmla="*/ 6691 h 11099"/>
              <a:gd name="T84" fmla="*/ 7339 w 9715"/>
              <a:gd name="T85" fmla="*/ 6182 h 110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715" h="11099">
                <a:moveTo>
                  <a:pt x="7339" y="7982"/>
                </a:moveTo>
                <a:lnTo>
                  <a:pt x="2374" y="7982"/>
                </a:lnTo>
                <a:cubicBezTo>
                  <a:pt x="2232" y="7982"/>
                  <a:pt x="2122" y="8096"/>
                  <a:pt x="2122" y="8240"/>
                </a:cubicBezTo>
                <a:cubicBezTo>
                  <a:pt x="2122" y="8382"/>
                  <a:pt x="2232" y="8491"/>
                  <a:pt x="2374" y="8491"/>
                </a:cubicBezTo>
                <a:lnTo>
                  <a:pt x="7339" y="8491"/>
                </a:lnTo>
                <a:cubicBezTo>
                  <a:pt x="7478" y="8491"/>
                  <a:pt x="7595" y="8382"/>
                  <a:pt x="7595" y="8240"/>
                </a:cubicBezTo>
                <a:cubicBezTo>
                  <a:pt x="7595" y="8096"/>
                  <a:pt x="7478" y="7982"/>
                  <a:pt x="7339" y="7982"/>
                </a:cubicBezTo>
                <a:close/>
                <a:moveTo>
                  <a:pt x="2374" y="2843"/>
                </a:moveTo>
                <a:lnTo>
                  <a:pt x="2374" y="2843"/>
                </a:lnTo>
                <a:lnTo>
                  <a:pt x="3111" y="2843"/>
                </a:lnTo>
                <a:lnTo>
                  <a:pt x="3111" y="3577"/>
                </a:lnTo>
                <a:cubicBezTo>
                  <a:pt x="3111" y="3721"/>
                  <a:pt x="3226" y="3831"/>
                  <a:pt x="3365" y="3831"/>
                </a:cubicBezTo>
                <a:cubicBezTo>
                  <a:pt x="3513" y="3831"/>
                  <a:pt x="3625" y="3721"/>
                  <a:pt x="3625" y="3577"/>
                </a:cubicBezTo>
                <a:lnTo>
                  <a:pt x="3625" y="2843"/>
                </a:lnTo>
                <a:lnTo>
                  <a:pt x="4356" y="2843"/>
                </a:lnTo>
                <a:cubicBezTo>
                  <a:pt x="4499" y="2843"/>
                  <a:pt x="4613" y="2724"/>
                  <a:pt x="4613" y="2585"/>
                </a:cubicBezTo>
                <a:cubicBezTo>
                  <a:pt x="4613" y="2443"/>
                  <a:pt x="4499" y="2327"/>
                  <a:pt x="4356" y="2327"/>
                </a:cubicBezTo>
                <a:lnTo>
                  <a:pt x="3625" y="2327"/>
                </a:lnTo>
                <a:lnTo>
                  <a:pt x="3625" y="1594"/>
                </a:lnTo>
                <a:cubicBezTo>
                  <a:pt x="3625" y="1455"/>
                  <a:pt x="3513" y="1337"/>
                  <a:pt x="3365" y="1337"/>
                </a:cubicBezTo>
                <a:cubicBezTo>
                  <a:pt x="3226" y="1337"/>
                  <a:pt x="3111" y="1455"/>
                  <a:pt x="3111" y="1594"/>
                </a:cubicBezTo>
                <a:lnTo>
                  <a:pt x="3111" y="2327"/>
                </a:lnTo>
                <a:lnTo>
                  <a:pt x="2374" y="2327"/>
                </a:lnTo>
                <a:cubicBezTo>
                  <a:pt x="2232" y="2327"/>
                  <a:pt x="2122" y="2443"/>
                  <a:pt x="2122" y="2585"/>
                </a:cubicBezTo>
                <a:cubicBezTo>
                  <a:pt x="2122" y="2724"/>
                  <a:pt x="2232" y="2843"/>
                  <a:pt x="2374" y="2843"/>
                </a:cubicBezTo>
                <a:close/>
                <a:moveTo>
                  <a:pt x="2122" y="4633"/>
                </a:moveTo>
                <a:lnTo>
                  <a:pt x="2122" y="4633"/>
                </a:lnTo>
                <a:cubicBezTo>
                  <a:pt x="2122" y="4775"/>
                  <a:pt x="2232" y="4890"/>
                  <a:pt x="2374" y="4890"/>
                </a:cubicBezTo>
                <a:lnTo>
                  <a:pt x="7339" y="4890"/>
                </a:lnTo>
                <a:cubicBezTo>
                  <a:pt x="7478" y="4890"/>
                  <a:pt x="7595" y="4775"/>
                  <a:pt x="7595" y="4633"/>
                </a:cubicBezTo>
                <a:cubicBezTo>
                  <a:pt x="7595" y="4490"/>
                  <a:pt x="7478" y="4375"/>
                  <a:pt x="7339" y="4375"/>
                </a:cubicBezTo>
                <a:lnTo>
                  <a:pt x="2374" y="4375"/>
                </a:lnTo>
                <a:cubicBezTo>
                  <a:pt x="2232" y="4375"/>
                  <a:pt x="2122" y="4490"/>
                  <a:pt x="2122" y="4633"/>
                </a:cubicBezTo>
                <a:close/>
                <a:moveTo>
                  <a:pt x="9586" y="3212"/>
                </a:moveTo>
                <a:lnTo>
                  <a:pt x="9586" y="3212"/>
                </a:lnTo>
                <a:lnTo>
                  <a:pt x="6506" y="127"/>
                </a:lnTo>
                <a:cubicBezTo>
                  <a:pt x="6427" y="49"/>
                  <a:pt x="6315" y="0"/>
                  <a:pt x="6203" y="0"/>
                </a:cubicBezTo>
                <a:lnTo>
                  <a:pt x="1142" y="0"/>
                </a:lnTo>
                <a:cubicBezTo>
                  <a:pt x="833" y="0"/>
                  <a:pt x="541" y="127"/>
                  <a:pt x="336" y="338"/>
                </a:cubicBezTo>
                <a:cubicBezTo>
                  <a:pt x="126" y="544"/>
                  <a:pt x="0" y="830"/>
                  <a:pt x="0" y="1146"/>
                </a:cubicBezTo>
                <a:lnTo>
                  <a:pt x="0" y="9958"/>
                </a:lnTo>
                <a:cubicBezTo>
                  <a:pt x="0" y="10272"/>
                  <a:pt x="126" y="10557"/>
                  <a:pt x="336" y="10763"/>
                </a:cubicBezTo>
                <a:lnTo>
                  <a:pt x="336" y="10763"/>
                </a:lnTo>
                <a:lnTo>
                  <a:pt x="336" y="10763"/>
                </a:lnTo>
                <a:cubicBezTo>
                  <a:pt x="547" y="10969"/>
                  <a:pt x="833" y="11099"/>
                  <a:pt x="1142" y="11099"/>
                </a:cubicBezTo>
                <a:lnTo>
                  <a:pt x="8568" y="11099"/>
                </a:lnTo>
                <a:cubicBezTo>
                  <a:pt x="8882" y="11099"/>
                  <a:pt x="9160" y="10975"/>
                  <a:pt x="9365" y="10775"/>
                </a:cubicBezTo>
                <a:lnTo>
                  <a:pt x="9376" y="10763"/>
                </a:lnTo>
                <a:cubicBezTo>
                  <a:pt x="9584" y="10557"/>
                  <a:pt x="9715" y="10272"/>
                  <a:pt x="9715" y="9958"/>
                </a:cubicBezTo>
                <a:lnTo>
                  <a:pt x="9715" y="3515"/>
                </a:lnTo>
                <a:cubicBezTo>
                  <a:pt x="9715" y="3406"/>
                  <a:pt x="9671" y="3297"/>
                  <a:pt x="9586" y="3212"/>
                </a:cubicBezTo>
                <a:close/>
                <a:moveTo>
                  <a:pt x="6454" y="1288"/>
                </a:moveTo>
                <a:lnTo>
                  <a:pt x="6454" y="1288"/>
                </a:lnTo>
                <a:lnTo>
                  <a:pt x="8426" y="3261"/>
                </a:lnTo>
                <a:lnTo>
                  <a:pt x="6918" y="3261"/>
                </a:lnTo>
                <a:cubicBezTo>
                  <a:pt x="6790" y="3261"/>
                  <a:pt x="6672" y="3207"/>
                  <a:pt x="6588" y="3127"/>
                </a:cubicBezTo>
                <a:lnTo>
                  <a:pt x="6577" y="3110"/>
                </a:lnTo>
                <a:cubicBezTo>
                  <a:pt x="6506" y="3030"/>
                  <a:pt x="6454" y="2921"/>
                  <a:pt x="6454" y="2800"/>
                </a:cubicBezTo>
                <a:lnTo>
                  <a:pt x="6454" y="1288"/>
                </a:lnTo>
                <a:close/>
                <a:moveTo>
                  <a:pt x="8860" y="9958"/>
                </a:moveTo>
                <a:lnTo>
                  <a:pt x="8860" y="9958"/>
                </a:lnTo>
                <a:cubicBezTo>
                  <a:pt x="8860" y="10035"/>
                  <a:pt x="8833" y="10108"/>
                  <a:pt x="8775" y="10160"/>
                </a:cubicBezTo>
                <a:lnTo>
                  <a:pt x="8775" y="10162"/>
                </a:lnTo>
                <a:cubicBezTo>
                  <a:pt x="8721" y="10211"/>
                  <a:pt x="8647" y="10242"/>
                  <a:pt x="8568" y="10242"/>
                </a:cubicBezTo>
                <a:lnTo>
                  <a:pt x="1142" y="10242"/>
                </a:lnTo>
                <a:cubicBezTo>
                  <a:pt x="1066" y="10242"/>
                  <a:pt x="989" y="10211"/>
                  <a:pt x="940" y="10160"/>
                </a:cubicBezTo>
                <a:lnTo>
                  <a:pt x="940" y="10160"/>
                </a:lnTo>
                <a:cubicBezTo>
                  <a:pt x="888" y="10108"/>
                  <a:pt x="855" y="10035"/>
                  <a:pt x="855" y="9958"/>
                </a:cubicBezTo>
                <a:lnTo>
                  <a:pt x="855" y="1146"/>
                </a:lnTo>
                <a:cubicBezTo>
                  <a:pt x="855" y="1064"/>
                  <a:pt x="888" y="994"/>
                  <a:pt x="940" y="940"/>
                </a:cubicBezTo>
                <a:cubicBezTo>
                  <a:pt x="989" y="892"/>
                  <a:pt x="1066" y="855"/>
                  <a:pt x="1142" y="855"/>
                </a:cubicBezTo>
                <a:lnTo>
                  <a:pt x="5940" y="855"/>
                </a:lnTo>
                <a:lnTo>
                  <a:pt x="5940" y="2800"/>
                </a:lnTo>
                <a:cubicBezTo>
                  <a:pt x="5940" y="3060"/>
                  <a:pt x="6044" y="3297"/>
                  <a:pt x="6213" y="3470"/>
                </a:cubicBezTo>
                <a:lnTo>
                  <a:pt x="6227" y="3485"/>
                </a:lnTo>
                <a:cubicBezTo>
                  <a:pt x="6407" y="3664"/>
                  <a:pt x="6650" y="3769"/>
                  <a:pt x="6918" y="3769"/>
                </a:cubicBezTo>
                <a:lnTo>
                  <a:pt x="8860" y="3769"/>
                </a:lnTo>
                <a:lnTo>
                  <a:pt x="8860" y="9958"/>
                </a:lnTo>
                <a:close/>
                <a:moveTo>
                  <a:pt x="7339" y="6182"/>
                </a:moveTo>
                <a:lnTo>
                  <a:pt x="7339" y="6182"/>
                </a:lnTo>
                <a:lnTo>
                  <a:pt x="2374" y="6182"/>
                </a:lnTo>
                <a:cubicBezTo>
                  <a:pt x="2232" y="6182"/>
                  <a:pt x="2122" y="6294"/>
                  <a:pt x="2122" y="6436"/>
                </a:cubicBezTo>
                <a:cubicBezTo>
                  <a:pt x="2122" y="6579"/>
                  <a:pt x="2232" y="6691"/>
                  <a:pt x="2374" y="6691"/>
                </a:cubicBezTo>
                <a:lnTo>
                  <a:pt x="7339" y="6691"/>
                </a:lnTo>
                <a:cubicBezTo>
                  <a:pt x="7478" y="6691"/>
                  <a:pt x="7595" y="6579"/>
                  <a:pt x="7595" y="6436"/>
                </a:cubicBezTo>
                <a:cubicBezTo>
                  <a:pt x="7595" y="6294"/>
                  <a:pt x="7478" y="6182"/>
                  <a:pt x="7339" y="6182"/>
                </a:cubicBezTo>
                <a:close/>
              </a:path>
            </a:pathLst>
          </a:custGeom>
          <a:solidFill>
            <a:srgbClr val="FD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cs typeface="+mn-ea"/>
              <a:sym typeface="+mn-lt"/>
            </a:endParaRPr>
          </a:p>
        </p:txBody>
      </p:sp>
      <p:sp>
        <p:nvSpPr>
          <p:cNvPr id="26" name="two-books-sizes-outlined-symbol_57105"/>
          <p:cNvSpPr>
            <a:spLocks noChangeAspect="1"/>
          </p:cNvSpPr>
          <p:nvPr>
            <p:custDataLst>
              <p:tags r:id="rId15"/>
            </p:custDataLst>
          </p:nvPr>
        </p:nvSpPr>
        <p:spPr>
          <a:xfrm>
            <a:off x="6054092" y="3208013"/>
            <a:ext cx="562633" cy="542214"/>
          </a:xfrm>
          <a:custGeom>
            <a:avLst/>
            <a:gdLst>
              <a:gd name="connsiteX0" fmla="*/ 62032 w 596327"/>
              <a:gd name="connsiteY0" fmla="*/ 471572 h 574685"/>
              <a:gd name="connsiteX1" fmla="*/ 47689 w 596327"/>
              <a:gd name="connsiteY1" fmla="*/ 485893 h 574685"/>
              <a:gd name="connsiteX2" fmla="*/ 47689 w 596327"/>
              <a:gd name="connsiteY2" fmla="*/ 512746 h 574685"/>
              <a:gd name="connsiteX3" fmla="*/ 62032 w 596327"/>
              <a:gd name="connsiteY3" fmla="*/ 527067 h 574685"/>
              <a:gd name="connsiteX4" fmla="*/ 422752 w 596327"/>
              <a:gd name="connsiteY4" fmla="*/ 527067 h 574685"/>
              <a:gd name="connsiteX5" fmla="*/ 421676 w 596327"/>
              <a:gd name="connsiteY5" fmla="*/ 471572 h 574685"/>
              <a:gd name="connsiteX6" fmla="*/ 146647 w 596327"/>
              <a:gd name="connsiteY6" fmla="*/ 334057 h 574685"/>
              <a:gd name="connsiteX7" fmla="*/ 176754 w 596327"/>
              <a:gd name="connsiteY7" fmla="*/ 334057 h 574685"/>
              <a:gd name="connsiteX8" fmla="*/ 191091 w 596327"/>
              <a:gd name="connsiteY8" fmla="*/ 349090 h 574685"/>
              <a:gd name="connsiteX9" fmla="*/ 191091 w 596327"/>
              <a:gd name="connsiteY9" fmla="*/ 379156 h 574685"/>
              <a:gd name="connsiteX10" fmla="*/ 176754 w 596327"/>
              <a:gd name="connsiteY10" fmla="*/ 393473 h 574685"/>
              <a:gd name="connsiteX11" fmla="*/ 146647 w 596327"/>
              <a:gd name="connsiteY11" fmla="*/ 393473 h 574685"/>
              <a:gd name="connsiteX12" fmla="*/ 132310 w 596327"/>
              <a:gd name="connsiteY12" fmla="*/ 379156 h 574685"/>
              <a:gd name="connsiteX13" fmla="*/ 132310 w 596327"/>
              <a:gd name="connsiteY13" fmla="*/ 348374 h 574685"/>
              <a:gd name="connsiteX14" fmla="*/ 146647 w 596327"/>
              <a:gd name="connsiteY14" fmla="*/ 334057 h 574685"/>
              <a:gd name="connsiteX15" fmla="*/ 371842 w 596327"/>
              <a:gd name="connsiteY15" fmla="*/ 269241 h 574685"/>
              <a:gd name="connsiteX16" fmla="*/ 364671 w 596327"/>
              <a:gd name="connsiteY16" fmla="*/ 276401 h 574685"/>
              <a:gd name="connsiteX17" fmla="*/ 364671 w 596327"/>
              <a:gd name="connsiteY17" fmla="*/ 284994 h 574685"/>
              <a:gd name="connsiteX18" fmla="*/ 371842 w 596327"/>
              <a:gd name="connsiteY18" fmla="*/ 292155 h 574685"/>
              <a:gd name="connsiteX19" fmla="*/ 434953 w 596327"/>
              <a:gd name="connsiteY19" fmla="*/ 292155 h 574685"/>
              <a:gd name="connsiteX20" fmla="*/ 483003 w 596327"/>
              <a:gd name="connsiteY20" fmla="*/ 292155 h 574685"/>
              <a:gd name="connsiteX21" fmla="*/ 536431 w 596327"/>
              <a:gd name="connsiteY21" fmla="*/ 292155 h 574685"/>
              <a:gd name="connsiteX22" fmla="*/ 536072 w 596327"/>
              <a:gd name="connsiteY22" fmla="*/ 269241 h 574685"/>
              <a:gd name="connsiteX23" fmla="*/ 483003 w 596327"/>
              <a:gd name="connsiteY23" fmla="*/ 269241 h 574685"/>
              <a:gd name="connsiteX24" fmla="*/ 434953 w 596327"/>
              <a:gd name="connsiteY24" fmla="*/ 269241 h 574685"/>
              <a:gd name="connsiteX25" fmla="*/ 146647 w 596327"/>
              <a:gd name="connsiteY25" fmla="*/ 230961 h 574685"/>
              <a:gd name="connsiteX26" fmla="*/ 176754 w 596327"/>
              <a:gd name="connsiteY26" fmla="*/ 230961 h 574685"/>
              <a:gd name="connsiteX27" fmla="*/ 191091 w 596327"/>
              <a:gd name="connsiteY27" fmla="*/ 245281 h 574685"/>
              <a:gd name="connsiteX28" fmla="*/ 191091 w 596327"/>
              <a:gd name="connsiteY28" fmla="*/ 275352 h 574685"/>
              <a:gd name="connsiteX29" fmla="*/ 176754 w 596327"/>
              <a:gd name="connsiteY29" fmla="*/ 289671 h 574685"/>
              <a:gd name="connsiteX30" fmla="*/ 146647 w 596327"/>
              <a:gd name="connsiteY30" fmla="*/ 289671 h 574685"/>
              <a:gd name="connsiteX31" fmla="*/ 132310 w 596327"/>
              <a:gd name="connsiteY31" fmla="*/ 275352 h 574685"/>
              <a:gd name="connsiteX32" fmla="*/ 132310 w 596327"/>
              <a:gd name="connsiteY32" fmla="*/ 245281 h 574685"/>
              <a:gd name="connsiteX33" fmla="*/ 146647 w 596327"/>
              <a:gd name="connsiteY33" fmla="*/ 230961 h 574685"/>
              <a:gd name="connsiteX34" fmla="*/ 420248 w 596327"/>
              <a:gd name="connsiteY34" fmla="*/ 175073 h 574685"/>
              <a:gd name="connsiteX35" fmla="*/ 434920 w 596327"/>
              <a:gd name="connsiteY35" fmla="*/ 175073 h 574685"/>
              <a:gd name="connsiteX36" fmla="*/ 435636 w 596327"/>
              <a:gd name="connsiteY36" fmla="*/ 175073 h 574685"/>
              <a:gd name="connsiteX37" fmla="*/ 443151 w 596327"/>
              <a:gd name="connsiteY37" fmla="*/ 182232 h 574685"/>
              <a:gd name="connsiteX38" fmla="*/ 443151 w 596327"/>
              <a:gd name="connsiteY38" fmla="*/ 197623 h 574685"/>
              <a:gd name="connsiteX39" fmla="*/ 435994 w 596327"/>
              <a:gd name="connsiteY39" fmla="*/ 204781 h 574685"/>
              <a:gd name="connsiteX40" fmla="*/ 434920 w 596327"/>
              <a:gd name="connsiteY40" fmla="*/ 204781 h 574685"/>
              <a:gd name="connsiteX41" fmla="*/ 420248 w 596327"/>
              <a:gd name="connsiteY41" fmla="*/ 204781 h 574685"/>
              <a:gd name="connsiteX42" fmla="*/ 413090 w 596327"/>
              <a:gd name="connsiteY42" fmla="*/ 197623 h 574685"/>
              <a:gd name="connsiteX43" fmla="*/ 413090 w 596327"/>
              <a:gd name="connsiteY43" fmla="*/ 182232 h 574685"/>
              <a:gd name="connsiteX44" fmla="*/ 420248 w 596327"/>
              <a:gd name="connsiteY44" fmla="*/ 175073 h 574685"/>
              <a:gd name="connsiteX45" fmla="*/ 146647 w 596327"/>
              <a:gd name="connsiteY45" fmla="*/ 127441 h 574685"/>
              <a:gd name="connsiteX46" fmla="*/ 176754 w 596327"/>
              <a:gd name="connsiteY46" fmla="*/ 127441 h 574685"/>
              <a:gd name="connsiteX47" fmla="*/ 191091 w 596327"/>
              <a:gd name="connsiteY47" fmla="*/ 141778 h 574685"/>
              <a:gd name="connsiteX48" fmla="*/ 191091 w 596327"/>
              <a:gd name="connsiteY48" fmla="*/ 171885 h 574685"/>
              <a:gd name="connsiteX49" fmla="*/ 176754 w 596327"/>
              <a:gd name="connsiteY49" fmla="*/ 186222 h 574685"/>
              <a:gd name="connsiteX50" fmla="*/ 146647 w 596327"/>
              <a:gd name="connsiteY50" fmla="*/ 186222 h 574685"/>
              <a:gd name="connsiteX51" fmla="*/ 132310 w 596327"/>
              <a:gd name="connsiteY51" fmla="*/ 171885 h 574685"/>
              <a:gd name="connsiteX52" fmla="*/ 132310 w 596327"/>
              <a:gd name="connsiteY52" fmla="*/ 141778 h 574685"/>
              <a:gd name="connsiteX53" fmla="*/ 146647 w 596327"/>
              <a:gd name="connsiteY53" fmla="*/ 127441 h 574685"/>
              <a:gd name="connsiteX54" fmla="*/ 420248 w 596327"/>
              <a:gd name="connsiteY54" fmla="*/ 117421 h 574685"/>
              <a:gd name="connsiteX55" fmla="*/ 431699 w 596327"/>
              <a:gd name="connsiteY55" fmla="*/ 117421 h 574685"/>
              <a:gd name="connsiteX56" fmla="*/ 434920 w 596327"/>
              <a:gd name="connsiteY56" fmla="*/ 117421 h 574685"/>
              <a:gd name="connsiteX57" fmla="*/ 435636 w 596327"/>
              <a:gd name="connsiteY57" fmla="*/ 117421 h 574685"/>
              <a:gd name="connsiteX58" fmla="*/ 443151 w 596327"/>
              <a:gd name="connsiteY58" fmla="*/ 124954 h 574685"/>
              <a:gd name="connsiteX59" fmla="*/ 443151 w 596327"/>
              <a:gd name="connsiteY59" fmla="*/ 140378 h 574685"/>
              <a:gd name="connsiteX60" fmla="*/ 435994 w 596327"/>
              <a:gd name="connsiteY60" fmla="*/ 147552 h 574685"/>
              <a:gd name="connsiteX61" fmla="*/ 434920 w 596327"/>
              <a:gd name="connsiteY61" fmla="*/ 147552 h 574685"/>
              <a:gd name="connsiteX62" fmla="*/ 431699 w 596327"/>
              <a:gd name="connsiteY62" fmla="*/ 147552 h 574685"/>
              <a:gd name="connsiteX63" fmla="*/ 420248 w 596327"/>
              <a:gd name="connsiteY63" fmla="*/ 147552 h 574685"/>
              <a:gd name="connsiteX64" fmla="*/ 413090 w 596327"/>
              <a:gd name="connsiteY64" fmla="*/ 140378 h 574685"/>
              <a:gd name="connsiteX65" fmla="*/ 413090 w 596327"/>
              <a:gd name="connsiteY65" fmla="*/ 124595 h 574685"/>
              <a:gd name="connsiteX66" fmla="*/ 420248 w 596327"/>
              <a:gd name="connsiteY66" fmla="*/ 117421 h 574685"/>
              <a:gd name="connsiteX67" fmla="*/ 420249 w 596327"/>
              <a:gd name="connsiteY67" fmla="*/ 60192 h 574685"/>
              <a:gd name="connsiteX68" fmla="*/ 435640 w 596327"/>
              <a:gd name="connsiteY68" fmla="*/ 60192 h 574685"/>
              <a:gd name="connsiteX69" fmla="*/ 442798 w 596327"/>
              <a:gd name="connsiteY69" fmla="*/ 67349 h 574685"/>
              <a:gd name="connsiteX70" fmla="*/ 442798 w 596327"/>
              <a:gd name="connsiteY70" fmla="*/ 71644 h 574685"/>
              <a:gd name="connsiteX71" fmla="*/ 442798 w 596327"/>
              <a:gd name="connsiteY71" fmla="*/ 83096 h 574685"/>
              <a:gd name="connsiteX72" fmla="*/ 435640 w 596327"/>
              <a:gd name="connsiteY72" fmla="*/ 90253 h 574685"/>
              <a:gd name="connsiteX73" fmla="*/ 420249 w 596327"/>
              <a:gd name="connsiteY73" fmla="*/ 90253 h 574685"/>
              <a:gd name="connsiteX74" fmla="*/ 413090 w 596327"/>
              <a:gd name="connsiteY74" fmla="*/ 83096 h 574685"/>
              <a:gd name="connsiteX75" fmla="*/ 413090 w 596327"/>
              <a:gd name="connsiteY75" fmla="*/ 71644 h 574685"/>
              <a:gd name="connsiteX76" fmla="*/ 413090 w 596327"/>
              <a:gd name="connsiteY76" fmla="*/ 67349 h 574685"/>
              <a:gd name="connsiteX77" fmla="*/ 420249 w 596327"/>
              <a:gd name="connsiteY77" fmla="*/ 60192 h 574685"/>
              <a:gd name="connsiteX78" fmla="*/ 391206 w 596327"/>
              <a:gd name="connsiteY78" fmla="*/ 47618 h 574685"/>
              <a:gd name="connsiteX79" fmla="*/ 384034 w 596327"/>
              <a:gd name="connsiteY79" fmla="*/ 54779 h 574685"/>
              <a:gd name="connsiteX80" fmla="*/ 384034 w 596327"/>
              <a:gd name="connsiteY80" fmla="*/ 93088 h 574685"/>
              <a:gd name="connsiteX81" fmla="*/ 384034 w 596327"/>
              <a:gd name="connsiteY81" fmla="*/ 214462 h 574685"/>
              <a:gd name="connsiteX82" fmla="*/ 391206 w 596327"/>
              <a:gd name="connsiteY82" fmla="*/ 221622 h 574685"/>
              <a:gd name="connsiteX83" fmla="*/ 434953 w 596327"/>
              <a:gd name="connsiteY83" fmla="*/ 221622 h 574685"/>
              <a:gd name="connsiteX84" fmla="*/ 483003 w 596327"/>
              <a:gd name="connsiteY84" fmla="*/ 221622 h 574685"/>
              <a:gd name="connsiteX85" fmla="*/ 541093 w 596327"/>
              <a:gd name="connsiteY85" fmla="*/ 221622 h 574685"/>
              <a:gd name="connsiteX86" fmla="*/ 548264 w 596327"/>
              <a:gd name="connsiteY86" fmla="*/ 214462 h 574685"/>
              <a:gd name="connsiteX87" fmla="*/ 548264 w 596327"/>
              <a:gd name="connsiteY87" fmla="*/ 54779 h 574685"/>
              <a:gd name="connsiteX88" fmla="*/ 541093 w 596327"/>
              <a:gd name="connsiteY88" fmla="*/ 47618 h 574685"/>
              <a:gd name="connsiteX89" fmla="*/ 465074 w 596327"/>
              <a:gd name="connsiteY89" fmla="*/ 47618 h 574685"/>
              <a:gd name="connsiteX90" fmla="*/ 28685 w 596327"/>
              <a:gd name="connsiteY90" fmla="*/ 45515 h 574685"/>
              <a:gd name="connsiteX91" fmla="*/ 269643 w 596327"/>
              <a:gd name="connsiteY91" fmla="*/ 45515 h 574685"/>
              <a:gd name="connsiteX92" fmla="*/ 269643 w 596327"/>
              <a:gd name="connsiteY92" fmla="*/ 93133 h 574685"/>
              <a:gd name="connsiteX93" fmla="*/ 110080 w 596327"/>
              <a:gd name="connsiteY93" fmla="*/ 93133 h 574685"/>
              <a:gd name="connsiteX94" fmla="*/ 95737 w 596327"/>
              <a:gd name="connsiteY94" fmla="*/ 107454 h 574685"/>
              <a:gd name="connsiteX95" fmla="*/ 95737 w 596327"/>
              <a:gd name="connsiteY95" fmla="*/ 409991 h 574685"/>
              <a:gd name="connsiteX96" fmla="*/ 110080 w 596327"/>
              <a:gd name="connsiteY96" fmla="*/ 424312 h 574685"/>
              <a:gd name="connsiteX97" fmla="*/ 420601 w 596327"/>
              <a:gd name="connsiteY97" fmla="*/ 424312 h 574685"/>
              <a:gd name="connsiteX98" fmla="*/ 434943 w 596327"/>
              <a:gd name="connsiteY98" fmla="*/ 409991 h 574685"/>
              <a:gd name="connsiteX99" fmla="*/ 434943 w 596327"/>
              <a:gd name="connsiteY99" fmla="*/ 388151 h 574685"/>
              <a:gd name="connsiteX100" fmla="*/ 483350 w 596327"/>
              <a:gd name="connsiteY100" fmla="*/ 388151 h 574685"/>
              <a:gd name="connsiteX101" fmla="*/ 483350 w 596327"/>
              <a:gd name="connsiteY101" fmla="*/ 420016 h 574685"/>
              <a:gd name="connsiteX102" fmla="*/ 483350 w 596327"/>
              <a:gd name="connsiteY102" fmla="*/ 442930 h 574685"/>
              <a:gd name="connsiteX103" fmla="*/ 482991 w 596327"/>
              <a:gd name="connsiteY103" fmla="*/ 452596 h 574685"/>
              <a:gd name="connsiteX104" fmla="*/ 474386 w 596327"/>
              <a:gd name="connsiteY104" fmla="*/ 469424 h 574685"/>
              <a:gd name="connsiteX105" fmla="*/ 467214 w 596327"/>
              <a:gd name="connsiteY105" fmla="*/ 491622 h 574685"/>
              <a:gd name="connsiteX106" fmla="*/ 478689 w 596327"/>
              <a:gd name="connsiteY106" fmla="*/ 537092 h 574685"/>
              <a:gd name="connsiteX107" fmla="*/ 476537 w 596327"/>
              <a:gd name="connsiteY107" fmla="*/ 567166 h 574685"/>
              <a:gd name="connsiteX108" fmla="*/ 457892 w 596327"/>
              <a:gd name="connsiteY108" fmla="*/ 574685 h 574685"/>
              <a:gd name="connsiteX109" fmla="*/ 28685 w 596327"/>
              <a:gd name="connsiteY109" fmla="*/ 574685 h 574685"/>
              <a:gd name="connsiteX110" fmla="*/ 0 w 596327"/>
              <a:gd name="connsiteY110" fmla="*/ 546043 h 574685"/>
              <a:gd name="connsiteX111" fmla="*/ 0 w 596327"/>
              <a:gd name="connsiteY111" fmla="*/ 447226 h 574685"/>
              <a:gd name="connsiteX112" fmla="*/ 0 w 596327"/>
              <a:gd name="connsiteY112" fmla="*/ 74157 h 574685"/>
              <a:gd name="connsiteX113" fmla="*/ 28685 w 596327"/>
              <a:gd name="connsiteY113" fmla="*/ 45515 h 574685"/>
              <a:gd name="connsiteX114" fmla="*/ 331323 w 596327"/>
              <a:gd name="connsiteY114" fmla="*/ 0 h 574685"/>
              <a:gd name="connsiteX115" fmla="*/ 581971 w 596327"/>
              <a:gd name="connsiteY115" fmla="*/ 0 h 574685"/>
              <a:gd name="connsiteX116" fmla="*/ 596314 w 596327"/>
              <a:gd name="connsiteY116" fmla="*/ 14321 h 574685"/>
              <a:gd name="connsiteX117" fmla="*/ 596314 w 596327"/>
              <a:gd name="connsiteY117" fmla="*/ 245969 h 574685"/>
              <a:gd name="connsiteX118" fmla="*/ 591294 w 596327"/>
              <a:gd name="connsiteY118" fmla="*/ 259216 h 574685"/>
              <a:gd name="connsiteX119" fmla="*/ 588066 w 596327"/>
              <a:gd name="connsiteY119" fmla="*/ 263870 h 574685"/>
              <a:gd name="connsiteX120" fmla="*/ 582688 w 596327"/>
              <a:gd name="connsiteY120" fmla="*/ 281056 h 574685"/>
              <a:gd name="connsiteX121" fmla="*/ 590576 w 596327"/>
              <a:gd name="connsiteY121" fmla="*/ 300389 h 574685"/>
              <a:gd name="connsiteX122" fmla="*/ 591294 w 596327"/>
              <a:gd name="connsiteY122" fmla="*/ 330464 h 574685"/>
              <a:gd name="connsiteX123" fmla="*/ 571213 w 596327"/>
              <a:gd name="connsiteY123" fmla="*/ 339773 h 574685"/>
              <a:gd name="connsiteX124" fmla="*/ 483003 w 596327"/>
              <a:gd name="connsiteY124" fmla="*/ 339773 h 574685"/>
              <a:gd name="connsiteX125" fmla="*/ 434953 w 596327"/>
              <a:gd name="connsiteY125" fmla="*/ 339773 h 574685"/>
              <a:gd name="connsiteX126" fmla="*/ 331323 w 596327"/>
              <a:gd name="connsiteY126" fmla="*/ 339773 h 574685"/>
              <a:gd name="connsiteX127" fmla="*/ 316980 w 596327"/>
              <a:gd name="connsiteY127" fmla="*/ 325452 h 574685"/>
              <a:gd name="connsiteX128" fmla="*/ 316980 w 596327"/>
              <a:gd name="connsiteY128" fmla="*/ 245252 h 574685"/>
              <a:gd name="connsiteX129" fmla="*/ 316980 w 596327"/>
              <a:gd name="connsiteY129" fmla="*/ 93088 h 574685"/>
              <a:gd name="connsiteX130" fmla="*/ 316980 w 596327"/>
              <a:gd name="connsiteY130" fmla="*/ 45470 h 574685"/>
              <a:gd name="connsiteX131" fmla="*/ 316980 w 596327"/>
              <a:gd name="connsiteY131" fmla="*/ 14321 h 574685"/>
              <a:gd name="connsiteX132" fmla="*/ 331323 w 596327"/>
              <a:gd name="connsiteY132" fmla="*/ 0 h 57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596327" h="574685">
                <a:moveTo>
                  <a:pt x="62032" y="471572"/>
                </a:moveTo>
                <a:cubicBezTo>
                  <a:pt x="54144" y="471572"/>
                  <a:pt x="47689" y="478017"/>
                  <a:pt x="47689" y="485893"/>
                </a:cubicBezTo>
                <a:lnTo>
                  <a:pt x="47689" y="512746"/>
                </a:lnTo>
                <a:cubicBezTo>
                  <a:pt x="47689" y="520980"/>
                  <a:pt x="54144" y="527067"/>
                  <a:pt x="62032" y="527067"/>
                </a:cubicBezTo>
                <a:lnTo>
                  <a:pt x="422752" y="527067"/>
                </a:lnTo>
                <a:cubicBezTo>
                  <a:pt x="418449" y="511672"/>
                  <a:pt x="416298" y="492338"/>
                  <a:pt x="421676" y="471572"/>
                </a:cubicBezTo>
                <a:close/>
                <a:moveTo>
                  <a:pt x="146647" y="334057"/>
                </a:moveTo>
                <a:lnTo>
                  <a:pt x="176754" y="334057"/>
                </a:lnTo>
                <a:cubicBezTo>
                  <a:pt x="184639" y="334057"/>
                  <a:pt x="191091" y="340500"/>
                  <a:pt x="191091" y="349090"/>
                </a:cubicBezTo>
                <a:lnTo>
                  <a:pt x="191091" y="379156"/>
                </a:lnTo>
                <a:cubicBezTo>
                  <a:pt x="191091" y="387030"/>
                  <a:pt x="184998" y="393473"/>
                  <a:pt x="176754" y="393473"/>
                </a:cubicBezTo>
                <a:lnTo>
                  <a:pt x="146647" y="393473"/>
                </a:lnTo>
                <a:cubicBezTo>
                  <a:pt x="138761" y="393473"/>
                  <a:pt x="132310" y="387030"/>
                  <a:pt x="132310" y="379156"/>
                </a:cubicBezTo>
                <a:lnTo>
                  <a:pt x="132310" y="348374"/>
                </a:lnTo>
                <a:cubicBezTo>
                  <a:pt x="132310" y="340500"/>
                  <a:pt x="138761" y="334057"/>
                  <a:pt x="146647" y="334057"/>
                </a:cubicBezTo>
                <a:close/>
                <a:moveTo>
                  <a:pt x="371842" y="269241"/>
                </a:moveTo>
                <a:cubicBezTo>
                  <a:pt x="368257" y="269241"/>
                  <a:pt x="364671" y="272463"/>
                  <a:pt x="364671" y="276401"/>
                </a:cubicBezTo>
                <a:lnTo>
                  <a:pt x="364671" y="284994"/>
                </a:lnTo>
                <a:cubicBezTo>
                  <a:pt x="364671" y="288932"/>
                  <a:pt x="368257" y="292155"/>
                  <a:pt x="371842" y="292155"/>
                </a:cubicBezTo>
                <a:lnTo>
                  <a:pt x="434953" y="292155"/>
                </a:lnTo>
                <a:lnTo>
                  <a:pt x="483003" y="292155"/>
                </a:lnTo>
                <a:lnTo>
                  <a:pt x="536431" y="292155"/>
                </a:lnTo>
                <a:cubicBezTo>
                  <a:pt x="534997" y="284994"/>
                  <a:pt x="534997" y="277475"/>
                  <a:pt x="536072" y="269241"/>
                </a:cubicBezTo>
                <a:lnTo>
                  <a:pt x="483003" y="269241"/>
                </a:lnTo>
                <a:lnTo>
                  <a:pt x="434953" y="269241"/>
                </a:lnTo>
                <a:close/>
                <a:moveTo>
                  <a:pt x="146647" y="230961"/>
                </a:moveTo>
                <a:lnTo>
                  <a:pt x="176754" y="230961"/>
                </a:lnTo>
                <a:cubicBezTo>
                  <a:pt x="184998" y="230961"/>
                  <a:pt x="191091" y="237405"/>
                  <a:pt x="191091" y="245281"/>
                </a:cubicBezTo>
                <a:lnTo>
                  <a:pt x="191091" y="275352"/>
                </a:lnTo>
                <a:cubicBezTo>
                  <a:pt x="191091" y="283585"/>
                  <a:pt x="184998" y="289671"/>
                  <a:pt x="176754" y="289671"/>
                </a:cubicBezTo>
                <a:lnTo>
                  <a:pt x="146647" y="289671"/>
                </a:lnTo>
                <a:cubicBezTo>
                  <a:pt x="138761" y="289671"/>
                  <a:pt x="132310" y="283585"/>
                  <a:pt x="132310" y="275352"/>
                </a:cubicBezTo>
                <a:lnTo>
                  <a:pt x="132310" y="245281"/>
                </a:lnTo>
                <a:cubicBezTo>
                  <a:pt x="132310" y="237405"/>
                  <a:pt x="138761" y="230961"/>
                  <a:pt x="146647" y="230961"/>
                </a:cubicBezTo>
                <a:close/>
                <a:moveTo>
                  <a:pt x="420248" y="175073"/>
                </a:moveTo>
                <a:lnTo>
                  <a:pt x="434920" y="175073"/>
                </a:lnTo>
                <a:lnTo>
                  <a:pt x="435636" y="175073"/>
                </a:lnTo>
                <a:cubicBezTo>
                  <a:pt x="439930" y="175073"/>
                  <a:pt x="442793" y="177936"/>
                  <a:pt x="443151" y="182232"/>
                </a:cubicBezTo>
                <a:lnTo>
                  <a:pt x="443151" y="197623"/>
                </a:lnTo>
                <a:cubicBezTo>
                  <a:pt x="443151" y="201560"/>
                  <a:pt x="439930" y="204781"/>
                  <a:pt x="435994" y="204781"/>
                </a:cubicBezTo>
                <a:lnTo>
                  <a:pt x="434920" y="204781"/>
                </a:lnTo>
                <a:lnTo>
                  <a:pt x="420248" y="204781"/>
                </a:lnTo>
                <a:cubicBezTo>
                  <a:pt x="416311" y="204781"/>
                  <a:pt x="413090" y="201560"/>
                  <a:pt x="413090" y="197623"/>
                </a:cubicBezTo>
                <a:lnTo>
                  <a:pt x="413090" y="182232"/>
                </a:lnTo>
                <a:cubicBezTo>
                  <a:pt x="413090" y="178652"/>
                  <a:pt x="416311" y="175073"/>
                  <a:pt x="420248" y="175073"/>
                </a:cubicBezTo>
                <a:close/>
                <a:moveTo>
                  <a:pt x="146647" y="127441"/>
                </a:moveTo>
                <a:lnTo>
                  <a:pt x="176754" y="127441"/>
                </a:lnTo>
                <a:cubicBezTo>
                  <a:pt x="184998" y="127441"/>
                  <a:pt x="191091" y="133534"/>
                  <a:pt x="191091" y="141778"/>
                </a:cubicBezTo>
                <a:lnTo>
                  <a:pt x="191091" y="171885"/>
                </a:lnTo>
                <a:cubicBezTo>
                  <a:pt x="191091" y="180129"/>
                  <a:pt x="184998" y="186222"/>
                  <a:pt x="176754" y="186222"/>
                </a:cubicBezTo>
                <a:lnTo>
                  <a:pt x="146647" y="186222"/>
                </a:lnTo>
                <a:cubicBezTo>
                  <a:pt x="138761" y="186222"/>
                  <a:pt x="132310" y="180129"/>
                  <a:pt x="132310" y="171885"/>
                </a:cubicBezTo>
                <a:lnTo>
                  <a:pt x="132310" y="141778"/>
                </a:lnTo>
                <a:cubicBezTo>
                  <a:pt x="132310" y="133534"/>
                  <a:pt x="138761" y="127441"/>
                  <a:pt x="146647" y="127441"/>
                </a:cubicBezTo>
                <a:close/>
                <a:moveTo>
                  <a:pt x="420248" y="117421"/>
                </a:moveTo>
                <a:lnTo>
                  <a:pt x="431699" y="117421"/>
                </a:lnTo>
                <a:lnTo>
                  <a:pt x="434920" y="117421"/>
                </a:lnTo>
                <a:lnTo>
                  <a:pt x="435636" y="117421"/>
                </a:lnTo>
                <a:cubicBezTo>
                  <a:pt x="439930" y="117421"/>
                  <a:pt x="442793" y="120649"/>
                  <a:pt x="443151" y="124954"/>
                </a:cubicBezTo>
                <a:lnTo>
                  <a:pt x="443151" y="140378"/>
                </a:lnTo>
                <a:cubicBezTo>
                  <a:pt x="443151" y="144324"/>
                  <a:pt x="439930" y="147552"/>
                  <a:pt x="435994" y="147552"/>
                </a:cubicBezTo>
                <a:lnTo>
                  <a:pt x="434920" y="147552"/>
                </a:lnTo>
                <a:lnTo>
                  <a:pt x="431699" y="147552"/>
                </a:lnTo>
                <a:lnTo>
                  <a:pt x="420248" y="147552"/>
                </a:lnTo>
                <a:cubicBezTo>
                  <a:pt x="416311" y="147552"/>
                  <a:pt x="413090" y="144324"/>
                  <a:pt x="413090" y="140378"/>
                </a:cubicBezTo>
                <a:lnTo>
                  <a:pt x="413090" y="124595"/>
                </a:lnTo>
                <a:cubicBezTo>
                  <a:pt x="413090" y="120649"/>
                  <a:pt x="416311" y="117421"/>
                  <a:pt x="420248" y="117421"/>
                </a:cubicBezTo>
                <a:close/>
                <a:moveTo>
                  <a:pt x="420249" y="60192"/>
                </a:moveTo>
                <a:lnTo>
                  <a:pt x="435640" y="60192"/>
                </a:lnTo>
                <a:cubicBezTo>
                  <a:pt x="439935" y="60192"/>
                  <a:pt x="442798" y="63413"/>
                  <a:pt x="442798" y="67349"/>
                </a:cubicBezTo>
                <a:lnTo>
                  <a:pt x="442798" y="71644"/>
                </a:lnTo>
                <a:lnTo>
                  <a:pt x="442798" y="83096"/>
                </a:lnTo>
                <a:cubicBezTo>
                  <a:pt x="442798" y="87032"/>
                  <a:pt x="439219" y="90253"/>
                  <a:pt x="435640" y="90253"/>
                </a:cubicBezTo>
                <a:lnTo>
                  <a:pt x="420249" y="90253"/>
                </a:lnTo>
                <a:cubicBezTo>
                  <a:pt x="416312" y="90253"/>
                  <a:pt x="413090" y="87032"/>
                  <a:pt x="413090" y="83096"/>
                </a:cubicBezTo>
                <a:lnTo>
                  <a:pt x="413090" y="71644"/>
                </a:lnTo>
                <a:lnTo>
                  <a:pt x="413090" y="67349"/>
                </a:lnTo>
                <a:cubicBezTo>
                  <a:pt x="413090" y="63413"/>
                  <a:pt x="416312" y="60192"/>
                  <a:pt x="420249" y="60192"/>
                </a:cubicBezTo>
                <a:close/>
                <a:moveTo>
                  <a:pt x="391206" y="47618"/>
                </a:moveTo>
                <a:cubicBezTo>
                  <a:pt x="387261" y="47618"/>
                  <a:pt x="384034" y="51199"/>
                  <a:pt x="384034" y="54779"/>
                </a:cubicBezTo>
                <a:lnTo>
                  <a:pt x="384034" y="93088"/>
                </a:lnTo>
                <a:lnTo>
                  <a:pt x="384034" y="214462"/>
                </a:lnTo>
                <a:cubicBezTo>
                  <a:pt x="384034" y="218042"/>
                  <a:pt x="387261" y="221622"/>
                  <a:pt x="391206" y="221622"/>
                </a:cubicBezTo>
                <a:lnTo>
                  <a:pt x="434953" y="221622"/>
                </a:lnTo>
                <a:lnTo>
                  <a:pt x="483003" y="221622"/>
                </a:lnTo>
                <a:lnTo>
                  <a:pt x="541093" y="221622"/>
                </a:lnTo>
                <a:cubicBezTo>
                  <a:pt x="545037" y="221622"/>
                  <a:pt x="548264" y="218042"/>
                  <a:pt x="548264" y="214462"/>
                </a:cubicBezTo>
                <a:lnTo>
                  <a:pt x="548264" y="54779"/>
                </a:lnTo>
                <a:cubicBezTo>
                  <a:pt x="548264" y="51199"/>
                  <a:pt x="545037" y="47618"/>
                  <a:pt x="541093" y="47618"/>
                </a:cubicBezTo>
                <a:lnTo>
                  <a:pt x="465074" y="47618"/>
                </a:lnTo>
                <a:close/>
                <a:moveTo>
                  <a:pt x="28685" y="45515"/>
                </a:moveTo>
                <a:lnTo>
                  <a:pt x="269643" y="45515"/>
                </a:lnTo>
                <a:lnTo>
                  <a:pt x="269643" y="93133"/>
                </a:lnTo>
                <a:lnTo>
                  <a:pt x="110080" y="93133"/>
                </a:lnTo>
                <a:cubicBezTo>
                  <a:pt x="101833" y="93133"/>
                  <a:pt x="95737" y="99220"/>
                  <a:pt x="95737" y="107454"/>
                </a:cubicBezTo>
                <a:lnTo>
                  <a:pt x="95737" y="409991"/>
                </a:lnTo>
                <a:cubicBezTo>
                  <a:pt x="95737" y="418225"/>
                  <a:pt x="101833" y="424312"/>
                  <a:pt x="110080" y="424312"/>
                </a:cubicBezTo>
                <a:lnTo>
                  <a:pt x="420601" y="424312"/>
                </a:lnTo>
                <a:cubicBezTo>
                  <a:pt x="428848" y="424312"/>
                  <a:pt x="434943" y="418225"/>
                  <a:pt x="434943" y="409991"/>
                </a:cubicBezTo>
                <a:lnTo>
                  <a:pt x="434943" y="388151"/>
                </a:lnTo>
                <a:lnTo>
                  <a:pt x="483350" y="388151"/>
                </a:lnTo>
                <a:lnTo>
                  <a:pt x="483350" y="420016"/>
                </a:lnTo>
                <a:lnTo>
                  <a:pt x="483350" y="442930"/>
                </a:lnTo>
                <a:cubicBezTo>
                  <a:pt x="483350" y="446510"/>
                  <a:pt x="483709" y="449374"/>
                  <a:pt x="482991" y="452596"/>
                </a:cubicBezTo>
                <a:cubicBezTo>
                  <a:pt x="481557" y="458683"/>
                  <a:pt x="477254" y="463695"/>
                  <a:pt x="474386" y="469424"/>
                </a:cubicBezTo>
                <a:cubicBezTo>
                  <a:pt x="470442" y="475868"/>
                  <a:pt x="467932" y="483745"/>
                  <a:pt x="467214" y="491622"/>
                </a:cubicBezTo>
                <a:cubicBezTo>
                  <a:pt x="465063" y="507017"/>
                  <a:pt x="469366" y="524561"/>
                  <a:pt x="478689" y="537092"/>
                </a:cubicBezTo>
                <a:cubicBezTo>
                  <a:pt x="484784" y="546043"/>
                  <a:pt x="484426" y="558574"/>
                  <a:pt x="476537" y="567166"/>
                </a:cubicBezTo>
                <a:cubicBezTo>
                  <a:pt x="471876" y="572537"/>
                  <a:pt x="464704" y="574685"/>
                  <a:pt x="457892" y="574685"/>
                </a:cubicBezTo>
                <a:lnTo>
                  <a:pt x="28685" y="574685"/>
                </a:lnTo>
                <a:cubicBezTo>
                  <a:pt x="12908" y="574685"/>
                  <a:pt x="0" y="561796"/>
                  <a:pt x="0" y="546043"/>
                </a:cubicBezTo>
                <a:lnTo>
                  <a:pt x="0" y="447226"/>
                </a:lnTo>
                <a:lnTo>
                  <a:pt x="0" y="74157"/>
                </a:lnTo>
                <a:cubicBezTo>
                  <a:pt x="0" y="58404"/>
                  <a:pt x="12908" y="45515"/>
                  <a:pt x="28685" y="45515"/>
                </a:cubicBezTo>
                <a:close/>
                <a:moveTo>
                  <a:pt x="331323" y="0"/>
                </a:moveTo>
                <a:lnTo>
                  <a:pt x="581971" y="0"/>
                </a:lnTo>
                <a:cubicBezTo>
                  <a:pt x="589859" y="0"/>
                  <a:pt x="596314" y="6086"/>
                  <a:pt x="596314" y="14321"/>
                </a:cubicBezTo>
                <a:lnTo>
                  <a:pt x="596314" y="245969"/>
                </a:lnTo>
                <a:cubicBezTo>
                  <a:pt x="596314" y="250623"/>
                  <a:pt x="593804" y="254919"/>
                  <a:pt x="591294" y="259216"/>
                </a:cubicBezTo>
                <a:cubicBezTo>
                  <a:pt x="589859" y="261006"/>
                  <a:pt x="589142" y="262438"/>
                  <a:pt x="588066" y="263870"/>
                </a:cubicBezTo>
                <a:cubicBezTo>
                  <a:pt x="584122" y="269241"/>
                  <a:pt x="582688" y="275327"/>
                  <a:pt x="582688" y="281056"/>
                </a:cubicBezTo>
                <a:cubicBezTo>
                  <a:pt x="583405" y="287858"/>
                  <a:pt x="586274" y="295019"/>
                  <a:pt x="590576" y="300389"/>
                </a:cubicBezTo>
                <a:cubicBezTo>
                  <a:pt x="597748" y="308982"/>
                  <a:pt x="598465" y="321155"/>
                  <a:pt x="591294" y="330464"/>
                </a:cubicBezTo>
                <a:cubicBezTo>
                  <a:pt x="586632" y="336551"/>
                  <a:pt x="579102" y="339773"/>
                  <a:pt x="571213" y="339773"/>
                </a:cubicBezTo>
                <a:lnTo>
                  <a:pt x="483003" y="339773"/>
                </a:lnTo>
                <a:lnTo>
                  <a:pt x="434953" y="339773"/>
                </a:lnTo>
                <a:lnTo>
                  <a:pt x="331323" y="339773"/>
                </a:lnTo>
                <a:cubicBezTo>
                  <a:pt x="323076" y="339773"/>
                  <a:pt x="316980" y="333687"/>
                  <a:pt x="316980" y="325452"/>
                </a:cubicBezTo>
                <a:lnTo>
                  <a:pt x="316980" y="245252"/>
                </a:lnTo>
                <a:lnTo>
                  <a:pt x="316980" y="93088"/>
                </a:lnTo>
                <a:lnTo>
                  <a:pt x="316980" y="45470"/>
                </a:lnTo>
                <a:lnTo>
                  <a:pt x="316980" y="14321"/>
                </a:lnTo>
                <a:cubicBezTo>
                  <a:pt x="316980" y="6086"/>
                  <a:pt x="323076" y="0"/>
                  <a:pt x="331323" y="0"/>
                </a:cubicBezTo>
                <a:close/>
              </a:path>
            </a:pathLst>
          </a:custGeom>
          <a:solidFill>
            <a:srgbClr val="FD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cs typeface="+mn-ea"/>
              <a:sym typeface="+mn-lt"/>
            </a:endParaRPr>
          </a:p>
        </p:txBody>
      </p:sp>
      <p:sp>
        <p:nvSpPr>
          <p:cNvPr id="27" name="ïṩḻiḑè"/>
          <p:cNvSpPr/>
          <p:nvPr/>
        </p:nvSpPr>
        <p:spPr bwMode="auto">
          <a:xfrm>
            <a:off x="962503" y="1671107"/>
            <a:ext cx="2586664" cy="665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r>
              <a:rPr lang="zh-CN" altLang="en-US" sz="2400" b="1" dirty="0">
                <a:solidFill>
                  <a:srgbClr val="404040"/>
                </a:solidFill>
                <a:cs typeface="+mn-ea"/>
                <a:sym typeface="+mn-lt"/>
              </a:rPr>
              <a:t>市场定位</a:t>
            </a:r>
            <a:endParaRPr lang="zh-CN" altLang="en-US" sz="2400" b="1" dirty="0">
              <a:solidFill>
                <a:srgbClr val="404040"/>
              </a:solidFill>
              <a:cs typeface="+mn-ea"/>
              <a:sym typeface="+mn-lt"/>
            </a:endParaRPr>
          </a:p>
        </p:txBody>
      </p:sp>
      <p:sp>
        <p:nvSpPr>
          <p:cNvPr id="28" name="矩形 27"/>
          <p:cNvSpPr/>
          <p:nvPr/>
        </p:nvSpPr>
        <p:spPr>
          <a:xfrm>
            <a:off x="533400" y="22225"/>
            <a:ext cx="1691005" cy="58547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anim calcmode="lin" valueType="num">
                                      <p:cBhvr>
                                        <p:cTn id="13" dur="500" fill="hold"/>
                                        <p:tgtEl>
                                          <p:spTgt spid="27"/>
                                        </p:tgtEl>
                                        <p:attrNameLst>
                                          <p:attrName>ppt_x</p:attrName>
                                        </p:attrNameLst>
                                      </p:cBhvr>
                                      <p:tavLst>
                                        <p:tav tm="0">
                                          <p:val>
                                            <p:strVal val="#ppt_x"/>
                                          </p:val>
                                        </p:tav>
                                        <p:tav tm="100000">
                                          <p:val>
                                            <p:strVal val="#ppt_x"/>
                                          </p:val>
                                        </p:tav>
                                      </p:tavLst>
                                    </p:anim>
                                    <p:anim calcmode="lin" valueType="num">
                                      <p:cBhvr>
                                        <p:cTn id="14" dur="500" fill="hold"/>
                                        <p:tgtEl>
                                          <p:spTgt spid="27"/>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left)">
                                      <p:cBhvr>
                                        <p:cTn id="18" dur="500"/>
                                        <p:tgtEl>
                                          <p:spTgt spid="24"/>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wipe(left)">
                                      <p:cBhvr>
                                        <p:cTn id="21" dur="500"/>
                                        <p:tgtEl>
                                          <p:spTgt spid="25"/>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left)">
                                      <p:cBhvr>
                                        <p:cTn id="24" dur="500"/>
                                        <p:tgtEl>
                                          <p:spTgt spid="26"/>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500"/>
                                        <p:tgtEl>
                                          <p:spTgt spid="12"/>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left)">
                                      <p:cBhvr>
                                        <p:cTn id="33" dur="500"/>
                                        <p:tgtEl>
                                          <p:spTgt spid="13"/>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500"/>
                                        <p:tgtEl>
                                          <p:spTgt spid="14"/>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left)">
                                      <p:cBhvr>
                                        <p:cTn id="39" dur="500"/>
                                        <p:tgtEl>
                                          <p:spTgt spid="15"/>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500"/>
                                        <p:tgtEl>
                                          <p:spTgt spid="16"/>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left)">
                                      <p:cBhvr>
                                        <p:cTn id="45" dur="500"/>
                                        <p:tgtEl>
                                          <p:spTgt spid="17"/>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wipe(left)">
                                      <p:cBhvr>
                                        <p:cTn id="48" dur="500"/>
                                        <p:tgtEl>
                                          <p:spTgt spid="18"/>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left)">
                                      <p:cBhvr>
                                        <p:cTn id="51" dur="500"/>
                                        <p:tgtEl>
                                          <p:spTgt spid="19"/>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wipe(left)">
                                      <p:cBhvr>
                                        <p:cTn id="54" dur="500"/>
                                        <p:tgtEl>
                                          <p:spTgt spid="20"/>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wipe(left)">
                                      <p:cBhvr>
                                        <p:cTn id="57" dur="500"/>
                                        <p:tgtEl>
                                          <p:spTgt spid="22"/>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ipe(left)">
                                      <p:cBhvr>
                                        <p:cTn id="6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3" grpId="0" bldLvl="0" animBg="1"/>
      <p:bldP spid="14" grpId="0" bldLvl="0" animBg="1"/>
      <p:bldP spid="15" grpId="0" bldLvl="0" animBg="1"/>
      <p:bldP spid="16" grpId="0" bldLvl="0" animBg="1"/>
      <p:bldP spid="17" grpId="0" bldLvl="0" animBg="1"/>
      <p:bldP spid="18" grpId="0" bldLvl="0" animBg="1"/>
      <p:bldP spid="19" grpId="0" bldLvl="0" animBg="1"/>
      <p:bldP spid="20" grpId="0"/>
      <p:bldP spid="22" grpId="0"/>
      <p:bldP spid="23" grpId="0"/>
      <p:bldP spid="24" grpId="0" bldLvl="0" animBg="1"/>
      <p:bldP spid="25" grpId="0" bldLvl="0" animBg="1"/>
      <p:bldP spid="26" grpId="0" bldLvl="0" animBg="1"/>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形 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 y="1300162"/>
            <a:ext cx="5803760" cy="5557838"/>
          </a:xfrm>
          <a:prstGeom prst="rect">
            <a:avLst/>
          </a:prstGeom>
        </p:spPr>
      </p:pic>
      <p:sp>
        <p:nvSpPr>
          <p:cNvPr id="15" name="椭圆 14"/>
          <p:cNvSpPr/>
          <p:nvPr/>
        </p:nvSpPr>
        <p:spPr>
          <a:xfrm rot="16200000">
            <a:off x="688631" y="3692580"/>
            <a:ext cx="891810" cy="878759"/>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5581650" y="2861"/>
            <a:ext cx="6610350" cy="1245166"/>
          </a:xfrm>
          <a:prstGeom prst="rect">
            <a:avLst/>
          </a:prstGeom>
        </p:spPr>
      </p:pic>
      <p:sp>
        <p:nvSpPr>
          <p:cNvPr id="13" name="椭圆 12"/>
          <p:cNvSpPr/>
          <p:nvPr/>
        </p:nvSpPr>
        <p:spPr>
          <a:xfrm rot="16200000">
            <a:off x="10060458" y="5228742"/>
            <a:ext cx="1245166" cy="1272552"/>
          </a:xfrm>
          <a:prstGeom prst="ellipse">
            <a:avLst/>
          </a:prstGeom>
          <a:gradFill>
            <a:gsLst>
              <a:gs pos="0">
                <a:srgbClr val="FF3736"/>
              </a:gs>
              <a:gs pos="90000">
                <a:srgbClr val="ED0000"/>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1745366" y="992982"/>
            <a:ext cx="8701268" cy="4872037"/>
          </a:xfrm>
          <a:prstGeom prst="rect">
            <a:avLst/>
          </a:prstGeom>
          <a:solidFill>
            <a:srgbClr val="EBEBEB">
              <a:alpha val="44000"/>
            </a:srgbClr>
          </a:solidFill>
          <a:ln>
            <a:noFill/>
          </a:ln>
          <a:effectLst>
            <a:outerShdw blurRad="88900" dist="381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7" name="图形 6"/>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3008772"/>
            <a:ext cx="4019550" cy="3849229"/>
          </a:xfrm>
          <a:prstGeom prst="rect">
            <a:avLst/>
          </a:prstGeom>
        </p:spPr>
      </p:pic>
      <p:sp>
        <p:nvSpPr>
          <p:cNvPr id="12" name="Synergistically utilize technically sound portals with frictionless chains. Dramatically customize…"/>
          <p:cNvSpPr txBox="1"/>
          <p:nvPr/>
        </p:nvSpPr>
        <p:spPr>
          <a:xfrm flipH="1" flipV="1">
            <a:off x="241782" y="6146957"/>
            <a:ext cx="1750239" cy="391004"/>
          </a:xfrm>
          <a:prstGeom prst="rect">
            <a:avLst/>
          </a:prstGeom>
          <a:ln w="12700">
            <a:miter lim="400000"/>
          </a:ln>
        </p:spPr>
        <p:txBody>
          <a:bodyPr vert="horz" wrap="square" lIns="0" tIns="0" rIns="0" bIns="0">
            <a:spAutoFit/>
          </a:bodyPr>
          <a:lstStyle/>
          <a:p>
            <a:pPr algn="r" defTabSz="412750" hangingPunct="0">
              <a:lnSpc>
                <a:spcPct val="150000"/>
              </a:lnSpc>
              <a:defRPr sz="2000" b="0">
                <a:solidFill>
                  <a:srgbClr val="1C1F25"/>
                </a:solidFill>
                <a:latin typeface="Roboto Bold"/>
                <a:ea typeface="Roboto Bold"/>
                <a:cs typeface="Roboto Bold"/>
                <a:sym typeface="Roboto Bold"/>
              </a:defRPr>
            </a:pPr>
            <a:r>
              <a:rPr sz="900" kern="0" dirty="0">
                <a:solidFill>
                  <a:schemeClr val="bg1"/>
                </a:solidFill>
                <a:cs typeface="+mn-ea"/>
                <a:sym typeface="+mn-lt"/>
              </a:rPr>
              <a:t>Synergistically utilize technically sound portals with</a:t>
            </a:r>
            <a:r>
              <a:rPr lang="en-US" sz="900" kern="0" dirty="0">
                <a:solidFill>
                  <a:schemeClr val="bg1"/>
                </a:solidFill>
                <a:cs typeface="+mn-ea"/>
                <a:sym typeface="+mn-lt"/>
              </a:rPr>
              <a:t>,</a:t>
            </a:r>
            <a:r>
              <a:rPr lang="en-US" altLang="zh-CN" sz="900" kern="0" dirty="0">
                <a:solidFill>
                  <a:schemeClr val="bg1"/>
                </a:solidFill>
                <a:cs typeface="+mn-ea"/>
                <a:sym typeface="+mn-lt"/>
              </a:rPr>
              <a:t> </a:t>
            </a:r>
            <a:endParaRPr lang="en-US" altLang="zh-CN" sz="900" kern="0" dirty="0">
              <a:solidFill>
                <a:schemeClr val="bg1"/>
              </a:solidFill>
              <a:cs typeface="+mn-ea"/>
              <a:sym typeface="+mn-lt"/>
            </a:endParaRPr>
          </a:p>
        </p:txBody>
      </p:sp>
      <p:sp>
        <p:nvSpPr>
          <p:cNvPr id="16" name="圆: 空心 15"/>
          <p:cNvSpPr/>
          <p:nvPr/>
        </p:nvSpPr>
        <p:spPr>
          <a:xfrm>
            <a:off x="2339905" y="570933"/>
            <a:ext cx="933450" cy="933450"/>
          </a:xfrm>
          <a:prstGeom prst="donut">
            <a:avLst>
              <a:gd name="adj" fmla="val 19794"/>
            </a:avLst>
          </a:prstGeom>
          <a:gradFill>
            <a:gsLst>
              <a:gs pos="0">
                <a:srgbClr val="5FDDE4"/>
              </a:gs>
              <a:gs pos="67000">
                <a:srgbClr val="24CAD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17" name="椭圆 16"/>
          <p:cNvSpPr/>
          <p:nvPr/>
        </p:nvSpPr>
        <p:spPr>
          <a:xfrm rot="16200000">
            <a:off x="11027314" y="2508570"/>
            <a:ext cx="1984186" cy="2059693"/>
          </a:xfrm>
          <a:prstGeom prst="ellipse">
            <a:avLst/>
          </a:prstGeom>
          <a:solidFill>
            <a:srgbClr val="12CF99"/>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9" name="Synergistically utilize technically sound portals with frictionless chains. Dramatically customize…"/>
          <p:cNvSpPr txBox="1"/>
          <p:nvPr/>
        </p:nvSpPr>
        <p:spPr>
          <a:xfrm>
            <a:off x="271537" y="82209"/>
            <a:ext cx="1016814" cy="488724"/>
          </a:xfrm>
          <a:prstGeom prst="rect">
            <a:avLst/>
          </a:prstGeom>
          <a:ln w="12700">
            <a:miter lim="400000"/>
          </a:ln>
        </p:spPr>
        <p:txBody>
          <a:bodyPr vert="horz" wrap="square" lIns="0" tIns="0" rIns="0" bIns="0">
            <a:spAutoFit/>
          </a:bodyPr>
          <a:lstStyle/>
          <a:p>
            <a:pPr algn="dist" defTabSz="412750" hangingPunct="0">
              <a:lnSpc>
                <a:spcPct val="150000"/>
              </a:lnSpc>
              <a:defRPr sz="2000" b="0">
                <a:solidFill>
                  <a:srgbClr val="1C1F25"/>
                </a:solidFill>
                <a:latin typeface="Roboto Bold"/>
                <a:ea typeface="Roboto Bold"/>
                <a:cs typeface="Roboto Bold"/>
                <a:sym typeface="Roboto Bold"/>
              </a:defRPr>
            </a:pPr>
            <a:r>
              <a:rPr lang="en-US" altLang="zh-CN" sz="2400" kern="0" dirty="0">
                <a:solidFill>
                  <a:schemeClr val="tx1">
                    <a:lumMod val="75000"/>
                    <a:lumOff val="25000"/>
                  </a:schemeClr>
                </a:solidFill>
                <a:cs typeface="+mn-ea"/>
                <a:sym typeface="+mn-lt"/>
              </a:rPr>
              <a:t>LOGO</a:t>
            </a:r>
            <a:endParaRPr lang="en-US" altLang="zh-CN" sz="2400" kern="0" dirty="0">
              <a:solidFill>
                <a:schemeClr val="tx1">
                  <a:lumMod val="75000"/>
                  <a:lumOff val="25000"/>
                </a:schemeClr>
              </a:solidFill>
              <a:cs typeface="+mn-ea"/>
              <a:sym typeface="+mn-lt"/>
            </a:endParaRPr>
          </a:p>
        </p:txBody>
      </p:sp>
      <p:sp>
        <p:nvSpPr>
          <p:cNvPr id="21" name="PA-文本框 24"/>
          <p:cNvSpPr txBox="1"/>
          <p:nvPr>
            <p:custDataLst>
              <p:tags r:id="rId7"/>
            </p:custDataLst>
          </p:nvPr>
        </p:nvSpPr>
        <p:spPr>
          <a:xfrm>
            <a:off x="3060770" y="2803301"/>
            <a:ext cx="6235630" cy="1568450"/>
          </a:xfrm>
          <a:prstGeom prst="rect">
            <a:avLst/>
          </a:prstGeom>
          <a:noFill/>
        </p:spPr>
        <p:txBody>
          <a:bodyPr wrap="square" rtlCol="0">
            <a:spAutoFit/>
          </a:bodyPr>
          <a:lstStyle>
            <a:defPPr>
              <a:defRPr lang="zh-CN"/>
            </a:defPPr>
            <a:lvl1pPr algn="dist">
              <a:defRPr sz="9600">
                <a:solidFill>
                  <a:schemeClr val="tx1">
                    <a:lumMod val="75000"/>
                    <a:lumOff val="25000"/>
                  </a:schemeClr>
                </a:solidFill>
                <a:latin typeface="汉真广标" pitchFamily="49" charset="-122"/>
                <a:ea typeface="汉真广标" pitchFamily="49" charset="-122"/>
              </a:defRPr>
            </a:lvl1pPr>
          </a:lstStyle>
          <a:p>
            <a:pPr algn="dist"/>
            <a:r>
              <a:rPr lang="zh-CN" altLang="en-US" dirty="0">
                <a:latin typeface="+mn-lt"/>
                <a:ea typeface="+mn-ea"/>
                <a:cs typeface="+mn-ea"/>
                <a:sym typeface="+mn-lt"/>
              </a:rPr>
              <a:t>系统设计</a:t>
            </a:r>
            <a:endParaRPr lang="zh-CN" altLang="en-US" dirty="0">
              <a:latin typeface="+mn-lt"/>
              <a:ea typeface="+mn-ea"/>
              <a:cs typeface="+mn-ea"/>
              <a:sym typeface="+mn-lt"/>
            </a:endParaRPr>
          </a:p>
        </p:txBody>
      </p:sp>
      <p:sp>
        <p:nvSpPr>
          <p:cNvPr id="22" name="PA-文本框 24"/>
          <p:cNvSpPr txBox="1"/>
          <p:nvPr>
            <p:custDataLst>
              <p:tags r:id="rId8"/>
            </p:custDataLst>
          </p:nvPr>
        </p:nvSpPr>
        <p:spPr>
          <a:xfrm>
            <a:off x="4838830" y="1561785"/>
            <a:ext cx="2679510" cy="2646878"/>
          </a:xfrm>
          <a:prstGeom prst="rect">
            <a:avLst/>
          </a:prstGeom>
          <a:noFill/>
        </p:spPr>
        <p:txBody>
          <a:bodyPr wrap="square" rtlCol="0">
            <a:spAutoFit/>
          </a:bodyPr>
          <a:lstStyle>
            <a:defPPr>
              <a:defRPr lang="zh-CN"/>
            </a:defPPr>
            <a:lvl1pPr>
              <a:defRPr sz="16600" b="1">
                <a:ln w="25400">
                  <a:gradFill>
                    <a:gsLst>
                      <a:gs pos="0">
                        <a:schemeClr val="tx1">
                          <a:lumMod val="75000"/>
                          <a:lumOff val="25000"/>
                          <a:alpha val="64000"/>
                        </a:schemeClr>
                      </a:gs>
                      <a:gs pos="71000">
                        <a:schemeClr val="tx1">
                          <a:lumMod val="75000"/>
                          <a:lumOff val="25000"/>
                          <a:alpha val="0"/>
                        </a:schemeClr>
                      </a:gs>
                    </a:gsLst>
                    <a:lin ang="5400000" scaled="1"/>
                  </a:gradFill>
                </a:ln>
                <a:noFill/>
                <a:latin typeface="Arial" panose="020B0604020202020204"/>
                <a:ea typeface="微软雅黑" panose="020B0503020204020204" pitchFamily="34" charset="-122"/>
              </a:defRPr>
            </a:lvl1pPr>
          </a:lstStyle>
          <a:p>
            <a:r>
              <a:rPr lang="en-US" altLang="zh-CN" dirty="0">
                <a:latin typeface="+mn-lt"/>
                <a:ea typeface="+mn-ea"/>
                <a:cs typeface="+mn-ea"/>
                <a:sym typeface="+mn-lt"/>
              </a:rPr>
              <a:t>02</a:t>
            </a:r>
            <a:endParaRPr lang="zh-CN" altLang="en-US" dirty="0">
              <a:latin typeface="+mn-lt"/>
              <a:ea typeface="+mn-ea"/>
              <a:cs typeface="+mn-ea"/>
              <a:sym typeface="+mn-lt"/>
            </a:endParaRPr>
          </a:p>
        </p:txBody>
      </p:sp>
      <p:sp>
        <p:nvSpPr>
          <p:cNvPr id="18" name="文本框 17"/>
          <p:cNvSpPr txBox="1"/>
          <p:nvPr/>
        </p:nvSpPr>
        <p:spPr>
          <a:xfrm>
            <a:off x="2770751" y="4189946"/>
            <a:ext cx="6786301" cy="460375"/>
          </a:xfrm>
          <a:prstGeom prst="rect">
            <a:avLst/>
          </a:prstGeom>
          <a:noFill/>
        </p:spPr>
        <p:txBody>
          <a:bodyPr wrap="square" rtlCol="0">
            <a:spAutoFit/>
          </a:bodyPr>
          <a:lstStyle/>
          <a:p>
            <a:pPr algn="ctr">
              <a:lnSpc>
                <a:spcPct val="200000"/>
              </a:lnSpc>
            </a:pPr>
            <a:endParaRPr lang="zh-CN" altLang="en-US" sz="1200" dirty="0">
              <a:solidFill>
                <a:schemeClr val="tx1">
                  <a:lumMod val="65000"/>
                  <a:lumOff val="35000"/>
                </a:schemeClr>
              </a:solidFill>
              <a:cs typeface="+mn-ea"/>
              <a:sym typeface="+mn-lt"/>
            </a:endParaRPr>
          </a:p>
        </p:txBody>
      </p:sp>
      <p:grpSp>
        <p:nvGrpSpPr>
          <p:cNvPr id="20" name="组合 19"/>
          <p:cNvGrpSpPr/>
          <p:nvPr/>
        </p:nvGrpSpPr>
        <p:grpSpPr>
          <a:xfrm flipH="1">
            <a:off x="9323292" y="1207056"/>
            <a:ext cx="942570" cy="297327"/>
            <a:chOff x="1967374" y="5441671"/>
            <a:chExt cx="942570" cy="297327"/>
          </a:xfrm>
        </p:grpSpPr>
        <p:cxnSp>
          <p:nvCxnSpPr>
            <p:cNvPr id="23" name="直接连接符 22"/>
            <p:cNvCxnSpPr/>
            <p:nvPr/>
          </p:nvCxnSpPr>
          <p:spPr>
            <a:xfrm>
              <a:off x="2061700" y="5738998"/>
              <a:ext cx="274951"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1967374" y="5441671"/>
              <a:ext cx="942570" cy="261610"/>
            </a:xfrm>
            <a:prstGeom prst="rect">
              <a:avLst/>
            </a:prstGeom>
            <a:noFill/>
          </p:spPr>
          <p:txBody>
            <a:bodyPr wrap="square" rtlCol="0">
              <a:spAutoFit/>
            </a:bodyPr>
            <a:lstStyle/>
            <a:p>
              <a:pPr algn="dist"/>
              <a:r>
                <a:rPr lang="en-US" altLang="zh-CN" sz="1100" dirty="0">
                  <a:cs typeface="+mn-ea"/>
                  <a:sym typeface="+mn-lt"/>
                </a:rPr>
                <a:t>CREATIVE</a:t>
              </a:r>
              <a:endParaRPr lang="zh-CN" altLang="en-US" sz="1100" dirty="0">
                <a:cs typeface="+mn-ea"/>
                <a:sym typeface="+mn-lt"/>
              </a:endParaRPr>
            </a:p>
          </p:txBody>
        </p:sp>
      </p:grpSp>
      <p:grpSp>
        <p:nvGrpSpPr>
          <p:cNvPr id="28" name="组合 27"/>
          <p:cNvGrpSpPr/>
          <p:nvPr/>
        </p:nvGrpSpPr>
        <p:grpSpPr>
          <a:xfrm flipH="1">
            <a:off x="9335771" y="5261529"/>
            <a:ext cx="942570" cy="307183"/>
            <a:chOff x="1967374" y="5396098"/>
            <a:chExt cx="942570" cy="307183"/>
          </a:xfrm>
        </p:grpSpPr>
        <p:cxnSp>
          <p:nvCxnSpPr>
            <p:cNvPr id="29" name="直接连接符 28"/>
            <p:cNvCxnSpPr/>
            <p:nvPr/>
          </p:nvCxnSpPr>
          <p:spPr>
            <a:xfrm>
              <a:off x="2061700" y="5396098"/>
              <a:ext cx="274951"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1967374" y="5441671"/>
              <a:ext cx="942570" cy="261610"/>
            </a:xfrm>
            <a:prstGeom prst="rect">
              <a:avLst/>
            </a:prstGeom>
            <a:noFill/>
          </p:spPr>
          <p:txBody>
            <a:bodyPr wrap="square" rtlCol="0">
              <a:spAutoFit/>
            </a:bodyPr>
            <a:lstStyle/>
            <a:p>
              <a:pPr algn="dist"/>
              <a:r>
                <a:rPr lang="en-US" altLang="zh-CN" sz="1100" dirty="0">
                  <a:cs typeface="+mn-ea"/>
                  <a:sym typeface="+mn-lt"/>
                </a:rPr>
                <a:t>SCHEME</a:t>
              </a:r>
              <a:endParaRPr lang="zh-CN" altLang="en-US" sz="1100" dirty="0">
                <a:cs typeface="+mn-ea"/>
                <a:sym typeface="+mn-lt"/>
              </a:endParaRPr>
            </a:p>
          </p:txBody>
        </p:sp>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50"/>
                                        <p:tgtEl>
                                          <p:spTgt spid="8"/>
                                        </p:tgtEl>
                                      </p:cBhvr>
                                    </p:animEffect>
                                    <p:anim calcmode="lin" valueType="num">
                                      <p:cBhvr>
                                        <p:cTn id="8" dur="750" fill="hold"/>
                                        <p:tgtEl>
                                          <p:spTgt spid="8"/>
                                        </p:tgtEl>
                                        <p:attrNameLst>
                                          <p:attrName>ppt_x</p:attrName>
                                        </p:attrNameLst>
                                      </p:cBhvr>
                                      <p:tavLst>
                                        <p:tav tm="0">
                                          <p:val>
                                            <p:strVal val="#ppt_x"/>
                                          </p:val>
                                        </p:tav>
                                        <p:tav tm="100000">
                                          <p:val>
                                            <p:strVal val="#ppt_x"/>
                                          </p:val>
                                        </p:tav>
                                      </p:tavLst>
                                    </p:anim>
                                    <p:anim calcmode="lin" valueType="num">
                                      <p:cBhvr>
                                        <p:cTn id="9" dur="7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50"/>
                                        <p:tgtEl>
                                          <p:spTgt spid="7"/>
                                        </p:tgtEl>
                                      </p:cBhvr>
                                    </p:animEffect>
                                    <p:anim calcmode="lin" valueType="num">
                                      <p:cBhvr>
                                        <p:cTn id="15" dur="750" fill="hold"/>
                                        <p:tgtEl>
                                          <p:spTgt spid="7"/>
                                        </p:tgtEl>
                                        <p:attrNameLst>
                                          <p:attrName>ppt_x</p:attrName>
                                        </p:attrNameLst>
                                      </p:cBhvr>
                                      <p:tavLst>
                                        <p:tav tm="0">
                                          <p:val>
                                            <p:strVal val="#ppt_x"/>
                                          </p:val>
                                        </p:tav>
                                        <p:tav tm="100000">
                                          <p:val>
                                            <p:strVal val="#ppt_x"/>
                                          </p:val>
                                        </p:tav>
                                      </p:tavLst>
                                    </p:anim>
                                    <p:anim calcmode="lin" valueType="num">
                                      <p:cBhvr>
                                        <p:cTn id="16" dur="750" fill="hold"/>
                                        <p:tgtEl>
                                          <p:spTgt spid="7"/>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25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750"/>
                                        <p:tgtEl>
                                          <p:spTgt spid="3"/>
                                        </p:tgtEl>
                                      </p:cBhvr>
                                    </p:animEffect>
                                    <p:anim calcmode="lin" valueType="num">
                                      <p:cBhvr>
                                        <p:cTn id="20" dur="750" fill="hold"/>
                                        <p:tgtEl>
                                          <p:spTgt spid="3"/>
                                        </p:tgtEl>
                                        <p:attrNameLst>
                                          <p:attrName>ppt_x</p:attrName>
                                        </p:attrNameLst>
                                      </p:cBhvr>
                                      <p:tavLst>
                                        <p:tav tm="0">
                                          <p:val>
                                            <p:strVal val="#ppt_x"/>
                                          </p:val>
                                        </p:tav>
                                        <p:tav tm="100000">
                                          <p:val>
                                            <p:strVal val="#ppt_x"/>
                                          </p:val>
                                        </p:tav>
                                      </p:tavLst>
                                    </p:anim>
                                    <p:anim calcmode="lin" valueType="num">
                                      <p:cBhvr>
                                        <p:cTn id="21" dur="750" fill="hold"/>
                                        <p:tgtEl>
                                          <p:spTgt spid="3"/>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16" presetClass="entr" presetSubtype="21"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arn(inVertical)">
                                      <p:cBhvr>
                                        <p:cTn id="25" dur="750"/>
                                        <p:tgtEl>
                                          <p:spTgt spid="11"/>
                                        </p:tgtEl>
                                      </p:cBhvr>
                                    </p:animEffect>
                                  </p:childTnLst>
                                </p:cTn>
                              </p:par>
                            </p:childTnLst>
                          </p:cTn>
                        </p:par>
                        <p:par>
                          <p:cTn id="26" fill="hold">
                            <p:stCondLst>
                              <p:cond delay="2000"/>
                            </p:stCondLst>
                            <p:childTnLst>
                              <p:par>
                                <p:cTn id="27" presetID="2" presetClass="entr" presetSubtype="8" fill="hold" grpId="0" nodeType="after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750" fill="hold"/>
                                        <p:tgtEl>
                                          <p:spTgt spid="19"/>
                                        </p:tgtEl>
                                        <p:attrNameLst>
                                          <p:attrName>ppt_x</p:attrName>
                                        </p:attrNameLst>
                                      </p:cBhvr>
                                      <p:tavLst>
                                        <p:tav tm="0">
                                          <p:val>
                                            <p:strVal val="0-#ppt_w/2"/>
                                          </p:val>
                                        </p:tav>
                                        <p:tav tm="100000">
                                          <p:val>
                                            <p:strVal val="#ppt_x"/>
                                          </p:val>
                                        </p:tav>
                                      </p:tavLst>
                                    </p:anim>
                                    <p:anim calcmode="lin" valueType="num">
                                      <p:cBhvr additive="base">
                                        <p:cTn id="30" dur="750" fill="hold"/>
                                        <p:tgtEl>
                                          <p:spTgt spid="19"/>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750" fill="hold"/>
                                        <p:tgtEl>
                                          <p:spTgt spid="12"/>
                                        </p:tgtEl>
                                        <p:attrNameLst>
                                          <p:attrName>ppt_x</p:attrName>
                                        </p:attrNameLst>
                                      </p:cBhvr>
                                      <p:tavLst>
                                        <p:tav tm="0">
                                          <p:val>
                                            <p:strVal val="0-#ppt_w/2"/>
                                          </p:val>
                                        </p:tav>
                                        <p:tav tm="100000">
                                          <p:val>
                                            <p:strVal val="#ppt_x"/>
                                          </p:val>
                                        </p:tav>
                                      </p:tavLst>
                                    </p:anim>
                                    <p:anim calcmode="lin" valueType="num">
                                      <p:cBhvr additive="base">
                                        <p:cTn id="34" dur="750" fill="hold"/>
                                        <p:tgtEl>
                                          <p:spTgt spid="12"/>
                                        </p:tgtEl>
                                        <p:attrNameLst>
                                          <p:attrName>ppt_y</p:attrName>
                                        </p:attrNameLst>
                                      </p:cBhvr>
                                      <p:tavLst>
                                        <p:tav tm="0">
                                          <p:val>
                                            <p:strVal val="#ppt_y"/>
                                          </p:val>
                                        </p:tav>
                                        <p:tav tm="100000">
                                          <p:val>
                                            <p:strVal val="#ppt_y"/>
                                          </p:val>
                                        </p:tav>
                                      </p:tavLst>
                                    </p:anim>
                                  </p:childTnLst>
                                </p:cTn>
                              </p:par>
                            </p:childTnLst>
                          </p:cTn>
                        </p:par>
                        <p:par>
                          <p:cTn id="35" fill="hold">
                            <p:stCondLst>
                              <p:cond delay="3000"/>
                            </p:stCondLst>
                            <p:childTnLst>
                              <p:par>
                                <p:cTn id="36" presetID="2" presetClass="entr" presetSubtype="12"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 calcmode="lin" valueType="num">
                                      <p:cBhvr additive="base">
                                        <p:cTn id="38" dur="750" fill="hold"/>
                                        <p:tgtEl>
                                          <p:spTgt spid="15"/>
                                        </p:tgtEl>
                                        <p:attrNameLst>
                                          <p:attrName>ppt_x</p:attrName>
                                        </p:attrNameLst>
                                      </p:cBhvr>
                                      <p:tavLst>
                                        <p:tav tm="0">
                                          <p:val>
                                            <p:strVal val="0-#ppt_w/2"/>
                                          </p:val>
                                        </p:tav>
                                        <p:tav tm="100000">
                                          <p:val>
                                            <p:strVal val="#ppt_x"/>
                                          </p:val>
                                        </p:tav>
                                      </p:tavLst>
                                    </p:anim>
                                    <p:anim calcmode="lin" valueType="num">
                                      <p:cBhvr additive="base">
                                        <p:cTn id="39" dur="750" fill="hold"/>
                                        <p:tgtEl>
                                          <p:spTgt spid="15"/>
                                        </p:tgtEl>
                                        <p:attrNameLst>
                                          <p:attrName>ppt_y</p:attrName>
                                        </p:attrNameLst>
                                      </p:cBhvr>
                                      <p:tavLst>
                                        <p:tav tm="0">
                                          <p:val>
                                            <p:strVal val="1+#ppt_h/2"/>
                                          </p:val>
                                        </p:tav>
                                        <p:tav tm="100000">
                                          <p:val>
                                            <p:strVal val="#ppt_y"/>
                                          </p:val>
                                        </p:tav>
                                      </p:tavLst>
                                    </p:anim>
                                  </p:childTnLst>
                                </p:cTn>
                              </p:par>
                              <p:par>
                                <p:cTn id="40" presetID="2" presetClass="entr" presetSubtype="6" fill="hold" grpId="0" nodeType="withEffect">
                                  <p:stCondLst>
                                    <p:cond delay="25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750" fill="hold"/>
                                        <p:tgtEl>
                                          <p:spTgt spid="13"/>
                                        </p:tgtEl>
                                        <p:attrNameLst>
                                          <p:attrName>ppt_x</p:attrName>
                                        </p:attrNameLst>
                                      </p:cBhvr>
                                      <p:tavLst>
                                        <p:tav tm="0">
                                          <p:val>
                                            <p:strVal val="1+#ppt_w/2"/>
                                          </p:val>
                                        </p:tav>
                                        <p:tav tm="100000">
                                          <p:val>
                                            <p:strVal val="#ppt_x"/>
                                          </p:val>
                                        </p:tav>
                                      </p:tavLst>
                                    </p:anim>
                                    <p:anim calcmode="lin" valueType="num">
                                      <p:cBhvr additive="base">
                                        <p:cTn id="43" dur="750" fill="hold"/>
                                        <p:tgtEl>
                                          <p:spTgt spid="13"/>
                                        </p:tgtEl>
                                        <p:attrNameLst>
                                          <p:attrName>ppt_y</p:attrName>
                                        </p:attrNameLst>
                                      </p:cBhvr>
                                      <p:tavLst>
                                        <p:tav tm="0">
                                          <p:val>
                                            <p:strVal val="1+#ppt_h/2"/>
                                          </p:val>
                                        </p:tav>
                                        <p:tav tm="100000">
                                          <p:val>
                                            <p:strVal val="#ppt_y"/>
                                          </p:val>
                                        </p:tav>
                                      </p:tavLst>
                                    </p:anim>
                                  </p:childTnLst>
                                </p:cTn>
                              </p:par>
                              <p:par>
                                <p:cTn id="44" presetID="2" presetClass="entr" presetSubtype="9" fill="hold" grpId="0" nodeType="withEffect">
                                  <p:stCondLst>
                                    <p:cond delay="50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750" fill="hold"/>
                                        <p:tgtEl>
                                          <p:spTgt spid="16"/>
                                        </p:tgtEl>
                                        <p:attrNameLst>
                                          <p:attrName>ppt_x</p:attrName>
                                        </p:attrNameLst>
                                      </p:cBhvr>
                                      <p:tavLst>
                                        <p:tav tm="0">
                                          <p:val>
                                            <p:strVal val="0-#ppt_w/2"/>
                                          </p:val>
                                        </p:tav>
                                        <p:tav tm="100000">
                                          <p:val>
                                            <p:strVal val="#ppt_x"/>
                                          </p:val>
                                        </p:tav>
                                      </p:tavLst>
                                    </p:anim>
                                    <p:anim calcmode="lin" valueType="num">
                                      <p:cBhvr additive="base">
                                        <p:cTn id="47" dur="750" fill="hold"/>
                                        <p:tgtEl>
                                          <p:spTgt spid="16"/>
                                        </p:tgtEl>
                                        <p:attrNameLst>
                                          <p:attrName>ppt_y</p:attrName>
                                        </p:attrNameLst>
                                      </p:cBhvr>
                                      <p:tavLst>
                                        <p:tav tm="0">
                                          <p:val>
                                            <p:strVal val="0-#ppt_h/2"/>
                                          </p:val>
                                        </p:tav>
                                        <p:tav tm="100000">
                                          <p:val>
                                            <p:strVal val="#ppt_y"/>
                                          </p:val>
                                        </p:tav>
                                      </p:tavLst>
                                    </p:anim>
                                  </p:childTnLst>
                                </p:cTn>
                              </p:par>
                              <p:par>
                                <p:cTn id="48" presetID="2" presetClass="entr" presetSubtype="2" fill="hold" grpId="0" nodeType="withEffect">
                                  <p:stCondLst>
                                    <p:cond delay="750"/>
                                  </p:stCondLst>
                                  <p:childTnLst>
                                    <p:set>
                                      <p:cBhvr>
                                        <p:cTn id="49" dur="1" fill="hold">
                                          <p:stCondLst>
                                            <p:cond delay="0"/>
                                          </p:stCondLst>
                                        </p:cTn>
                                        <p:tgtEl>
                                          <p:spTgt spid="17"/>
                                        </p:tgtEl>
                                        <p:attrNameLst>
                                          <p:attrName>style.visibility</p:attrName>
                                        </p:attrNameLst>
                                      </p:cBhvr>
                                      <p:to>
                                        <p:strVal val="visible"/>
                                      </p:to>
                                    </p:set>
                                    <p:anim calcmode="lin" valueType="num">
                                      <p:cBhvr additive="base">
                                        <p:cTn id="50" dur="750" fill="hold"/>
                                        <p:tgtEl>
                                          <p:spTgt spid="17"/>
                                        </p:tgtEl>
                                        <p:attrNameLst>
                                          <p:attrName>ppt_x</p:attrName>
                                        </p:attrNameLst>
                                      </p:cBhvr>
                                      <p:tavLst>
                                        <p:tav tm="0">
                                          <p:val>
                                            <p:strVal val="1+#ppt_w/2"/>
                                          </p:val>
                                        </p:tav>
                                        <p:tav tm="100000">
                                          <p:val>
                                            <p:strVal val="#ppt_x"/>
                                          </p:val>
                                        </p:tav>
                                      </p:tavLst>
                                    </p:anim>
                                    <p:anim calcmode="lin" valueType="num">
                                      <p:cBhvr additive="base">
                                        <p:cTn id="51" dur="750" fill="hold"/>
                                        <p:tgtEl>
                                          <p:spTgt spid="17"/>
                                        </p:tgtEl>
                                        <p:attrNameLst>
                                          <p:attrName>ppt_y</p:attrName>
                                        </p:attrNameLst>
                                      </p:cBhvr>
                                      <p:tavLst>
                                        <p:tav tm="0">
                                          <p:val>
                                            <p:strVal val="#ppt_y"/>
                                          </p:val>
                                        </p:tav>
                                        <p:tav tm="100000">
                                          <p:val>
                                            <p:strVal val="#ppt_y"/>
                                          </p:val>
                                        </p:tav>
                                      </p:tavLst>
                                    </p:anim>
                                  </p:childTnLst>
                                </p:cTn>
                              </p:par>
                            </p:childTnLst>
                          </p:cTn>
                        </p:par>
                        <p:par>
                          <p:cTn id="52" fill="hold">
                            <p:stCondLst>
                              <p:cond delay="4000"/>
                            </p:stCondLst>
                            <p:childTnLst>
                              <p:par>
                                <p:cTn id="53" presetID="22" presetClass="entr" presetSubtype="2"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wipe(right)">
                                      <p:cBhvr>
                                        <p:cTn id="55" dur="750"/>
                                        <p:tgtEl>
                                          <p:spTgt spid="20"/>
                                        </p:tgtEl>
                                      </p:cBhvr>
                                    </p:animEffect>
                                  </p:childTnLst>
                                </p:cTn>
                              </p:par>
                              <p:par>
                                <p:cTn id="56" presetID="22" presetClass="entr" presetSubtype="2" fill="hold"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wipe(right)">
                                      <p:cBhvr>
                                        <p:cTn id="58" dur="750"/>
                                        <p:tgtEl>
                                          <p:spTgt spid="28"/>
                                        </p:tgtEl>
                                      </p:cBhvr>
                                    </p:animEffect>
                                  </p:childTnLst>
                                </p:cTn>
                              </p:par>
                            </p:childTnLst>
                          </p:cTn>
                        </p:par>
                        <p:par>
                          <p:cTn id="59" fill="hold">
                            <p:stCondLst>
                              <p:cond delay="5000"/>
                            </p:stCondLst>
                            <p:childTnLst>
                              <p:par>
                                <p:cTn id="60" presetID="0" presetClass="entr" presetSubtype="0" fill="hold" grpId="0" nodeType="afterEffect">
                                  <p:stCondLst>
                                    <p:cond delay="0"/>
                                  </p:stCondLst>
                                  <p:iterate type="lt">
                                    <p:tmPct val="10000"/>
                                  </p:iterate>
                                  <p:childTnLst>
                                    <p:set>
                                      <p:cBhvr>
                                        <p:cTn id="61" dur="1" fill="hold">
                                          <p:stCondLst>
                                            <p:cond delay="0"/>
                                          </p:stCondLst>
                                        </p:cTn>
                                        <p:tgtEl>
                                          <p:spTgt spid="21"/>
                                        </p:tgtEl>
                                        <p:attrNameLst>
                                          <p:attrName>style.visibility</p:attrName>
                                        </p:attrNameLst>
                                      </p:cBhvr>
                                      <p:to>
                                        <p:strVal val="visible"/>
                                      </p:to>
                                    </p:set>
                                    <p:anim to="" calcmode="lin" valueType="num">
                                      <p:cBhvr>
                                        <p:cTn id="62" dur="750" fill="hold">
                                          <p:stCondLst>
                                            <p:cond delay="0"/>
                                          </p:stCondLst>
                                        </p:cTn>
                                        <p:tgtEl>
                                          <p:spTgt spid="21"/>
                                        </p:tgtEl>
                                        <p:attrNameLst>
                                          <p:attrName>ppt_x</p:attrName>
                                        </p:attrNameLst>
                                      </p:cBhvr>
                                      <p:tavLst>
                                        <p:tav tm="0" fmla="#ppt_x-(-#ppt_w/2*cos(ppt_r/180*pi))*((1.5-1.5*$)^2-(1.5-1.5*$)^3)">
                                          <p:val>
                                            <p:fltVal val="0"/>
                                          </p:val>
                                        </p:tav>
                                        <p:tav tm="100000">
                                          <p:val>
                                            <p:fltVal val="1"/>
                                          </p:val>
                                        </p:tav>
                                      </p:tavLst>
                                    </p:anim>
                                    <p:anim to="" calcmode="lin" valueType="num">
                                      <p:cBhvr>
                                        <p:cTn id="63" dur="750" fill="hold">
                                          <p:stCondLst>
                                            <p:cond delay="0"/>
                                          </p:stCondLst>
                                        </p:cTn>
                                        <p:tgtEl>
                                          <p:spTgt spid="21"/>
                                        </p:tgtEl>
                                        <p:attrNameLst>
                                          <p:attrName>ppt_y</p:attrName>
                                        </p:attrNameLst>
                                      </p:cBhvr>
                                      <p:tavLst>
                                        <p:tav tm="0" fmla="#ppt_y+(-#ppt_h/2*cos(ppt_r/180*pi))*((1.5-1.5*$)^2-(1.5-1.5*$)^3)">
                                          <p:val>
                                            <p:fltVal val="0"/>
                                          </p:val>
                                        </p:tav>
                                        <p:tav tm="100000">
                                          <p:val>
                                            <p:fltVal val="1"/>
                                          </p:val>
                                        </p:tav>
                                      </p:tavLst>
                                    </p:anim>
                                    <p:anim to="" calcmode="lin" valueType="num">
                                      <p:cBhvr>
                                        <p:cTn id="64" dur="750" fill="hold">
                                          <p:stCondLst>
                                            <p:cond delay="0"/>
                                          </p:stCondLst>
                                        </p:cTn>
                                        <p:tgtEl>
                                          <p:spTgt spid="21"/>
                                        </p:tgtEl>
                                        <p:attrNameLst>
                                          <p:attrName>ppt_h</p:attrName>
                                        </p:attrNameLst>
                                      </p:cBhvr>
                                      <p:tavLst>
                                        <p:tav tm="0" fmla="#ppt_h-(-#ppt_h)*((1.5-1.5*$)^2-(1.5-1.5*$)^3)">
                                          <p:val>
                                            <p:fltVal val="0"/>
                                          </p:val>
                                        </p:tav>
                                        <p:tav tm="100000">
                                          <p:val>
                                            <p:fltVal val="1"/>
                                          </p:val>
                                        </p:tav>
                                      </p:tavLst>
                                    </p:anim>
                                    <p:anim to="" calcmode="lin" valueType="num">
                                      <p:cBhvr>
                                        <p:cTn id="65" dur="750" fill="hold">
                                          <p:stCondLst>
                                            <p:cond delay="0"/>
                                          </p:stCondLst>
                                        </p:cTn>
                                        <p:tgtEl>
                                          <p:spTgt spid="21"/>
                                        </p:tgtEl>
                                        <p:attrNameLst>
                                          <p:attrName>ppt_w</p:attrName>
                                        </p:attrNameLst>
                                      </p:cBhvr>
                                      <p:tavLst>
                                        <p:tav tm="0" fmla="#ppt_w-(-#ppt_w)*((1.5-1.5*$)^2-(1.5-1.5*$)^3)">
                                          <p:val>
                                            <p:fltVal val="0"/>
                                          </p:val>
                                        </p:tav>
                                        <p:tav tm="100000">
                                          <p:val>
                                            <p:fltVal val="1"/>
                                          </p:val>
                                        </p:tav>
                                      </p:tavLst>
                                    </p:anim>
                                  </p:childTnLst>
                                </p:cTn>
                              </p:par>
                            </p:childTnLst>
                          </p:cTn>
                        </p:par>
                        <p:par>
                          <p:cTn id="66" fill="hold">
                            <p:stCondLst>
                              <p:cond delay="5724"/>
                            </p:stCondLst>
                            <p:childTnLst>
                              <p:par>
                                <p:cTn id="67" presetID="42" presetClass="entr" presetSubtype="0" fill="hold" grpId="0" nodeType="after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750"/>
                                        <p:tgtEl>
                                          <p:spTgt spid="22"/>
                                        </p:tgtEl>
                                      </p:cBhvr>
                                    </p:animEffect>
                                    <p:anim calcmode="lin" valueType="num">
                                      <p:cBhvr>
                                        <p:cTn id="70" dur="750" fill="hold"/>
                                        <p:tgtEl>
                                          <p:spTgt spid="22"/>
                                        </p:tgtEl>
                                        <p:attrNameLst>
                                          <p:attrName>ppt_x</p:attrName>
                                        </p:attrNameLst>
                                      </p:cBhvr>
                                      <p:tavLst>
                                        <p:tav tm="0">
                                          <p:val>
                                            <p:strVal val="#ppt_x"/>
                                          </p:val>
                                        </p:tav>
                                        <p:tav tm="100000">
                                          <p:val>
                                            <p:strVal val="#ppt_x"/>
                                          </p:val>
                                        </p:tav>
                                      </p:tavLst>
                                    </p:anim>
                                    <p:anim calcmode="lin" valueType="num">
                                      <p:cBhvr>
                                        <p:cTn id="71" dur="750" fill="hold"/>
                                        <p:tgtEl>
                                          <p:spTgt spid="22"/>
                                        </p:tgtEl>
                                        <p:attrNameLst>
                                          <p:attrName>ppt_y</p:attrName>
                                        </p:attrNameLst>
                                      </p:cBhvr>
                                      <p:tavLst>
                                        <p:tav tm="0">
                                          <p:val>
                                            <p:strVal val="#ppt_y+.1"/>
                                          </p:val>
                                        </p:tav>
                                        <p:tav tm="100000">
                                          <p:val>
                                            <p:strVal val="#ppt_y"/>
                                          </p:val>
                                        </p:tav>
                                      </p:tavLst>
                                    </p:anim>
                                  </p:childTnLst>
                                </p:cTn>
                              </p:par>
                            </p:childTnLst>
                          </p:cTn>
                        </p:par>
                        <p:par>
                          <p:cTn id="72" fill="hold">
                            <p:stCondLst>
                              <p:cond delay="6724"/>
                            </p:stCondLst>
                            <p:childTnLst>
                              <p:par>
                                <p:cTn id="73" presetID="42" presetClass="entr" presetSubtype="0" fill="hold" grpId="0" nodeType="after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750"/>
                                        <p:tgtEl>
                                          <p:spTgt spid="18"/>
                                        </p:tgtEl>
                                      </p:cBhvr>
                                    </p:animEffect>
                                    <p:anim calcmode="lin" valueType="num">
                                      <p:cBhvr>
                                        <p:cTn id="76" dur="750" fill="hold"/>
                                        <p:tgtEl>
                                          <p:spTgt spid="18"/>
                                        </p:tgtEl>
                                        <p:attrNameLst>
                                          <p:attrName>ppt_x</p:attrName>
                                        </p:attrNameLst>
                                      </p:cBhvr>
                                      <p:tavLst>
                                        <p:tav tm="0">
                                          <p:val>
                                            <p:strVal val="#ppt_x"/>
                                          </p:val>
                                        </p:tav>
                                        <p:tav tm="100000">
                                          <p:val>
                                            <p:strVal val="#ppt_x"/>
                                          </p:val>
                                        </p:tav>
                                      </p:tavLst>
                                    </p:anim>
                                    <p:anim calcmode="lin" valueType="num">
                                      <p:cBhvr>
                                        <p:cTn id="77" dur="75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3" grpId="0" animBg="1"/>
      <p:bldP spid="11" grpId="0" animBg="1"/>
      <p:bldP spid="12" grpId="0" animBg="1"/>
      <p:bldP spid="16" grpId="0" animBg="1"/>
      <p:bldP spid="17" grpId="0" animBg="1"/>
      <p:bldP spid="19" grpId="0" animBg="1"/>
      <p:bldP spid="21" grpId="0"/>
      <p:bldP spid="22" grpId="0"/>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f1a8fc98065504fb8e016ec28e07ab7c"/>
          <p:cNvPicPr>
            <a:picLocks noChangeAspect="1"/>
          </p:cNvPicPr>
          <p:nvPr/>
        </p:nvPicPr>
        <p:blipFill>
          <a:blip r:embed="rId1"/>
          <a:srcRect t="16298"/>
          <a:stretch>
            <a:fillRect/>
          </a:stretch>
        </p:blipFill>
        <p:spPr>
          <a:xfrm>
            <a:off x="582930" y="4577715"/>
            <a:ext cx="11026140" cy="2033905"/>
          </a:xfrm>
          <a:prstGeom prst="rect">
            <a:avLst/>
          </a:prstGeom>
        </p:spPr>
      </p:pic>
      <p:pic>
        <p:nvPicPr>
          <p:cNvPr id="7" name="图片 6" descr="d71dddfff36967ebdc4f5bd70e6408c9"/>
          <p:cNvPicPr>
            <a:picLocks noChangeAspect="1"/>
          </p:cNvPicPr>
          <p:nvPr/>
        </p:nvPicPr>
        <p:blipFill>
          <a:blip r:embed="rId2"/>
          <a:stretch>
            <a:fillRect/>
          </a:stretch>
        </p:blipFill>
        <p:spPr>
          <a:xfrm>
            <a:off x="6504305" y="-58420"/>
            <a:ext cx="2606040" cy="4636135"/>
          </a:xfrm>
          <a:prstGeom prst="rect">
            <a:avLst/>
          </a:prstGeom>
        </p:spPr>
      </p:pic>
      <p:pic>
        <p:nvPicPr>
          <p:cNvPr id="8" name="图片 7" descr="d9dfffaba6dc8c2c19f790b7dc6e1a96"/>
          <p:cNvPicPr>
            <a:picLocks noChangeAspect="1"/>
          </p:cNvPicPr>
          <p:nvPr/>
        </p:nvPicPr>
        <p:blipFill>
          <a:blip r:embed="rId3"/>
          <a:stretch>
            <a:fillRect/>
          </a:stretch>
        </p:blipFill>
        <p:spPr>
          <a:xfrm>
            <a:off x="2864485" y="0"/>
            <a:ext cx="2551430" cy="4539615"/>
          </a:xfrm>
          <a:prstGeom prst="rect">
            <a:avLst/>
          </a:prstGeom>
        </p:spPr>
      </p:pic>
    </p:spTree>
  </p:cSld>
  <p:clrMapOvr>
    <a:masterClrMapping/>
  </p:clrMapOvr>
  <p:transition spd="slow">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形 2"/>
          <p:cNvPicPr>
            <a:picLocks noChangeAspect="1"/>
          </p:cNvPicPr>
          <p:nvPr/>
        </p:nvPicPr>
        <p:blipFill>
          <a:blip r:embed="rId1"/>
          <a:stretch>
            <a:fillRect/>
          </a:stretch>
        </p:blipFill>
        <p:spPr>
          <a:xfrm>
            <a:off x="-95250" y="1300162"/>
            <a:ext cx="5803760" cy="5557838"/>
          </a:xfrm>
          <a:prstGeom prst="rect">
            <a:avLst/>
          </a:prstGeom>
        </p:spPr>
      </p:pic>
      <p:sp>
        <p:nvSpPr>
          <p:cNvPr id="15" name="椭圆 14"/>
          <p:cNvSpPr/>
          <p:nvPr/>
        </p:nvSpPr>
        <p:spPr>
          <a:xfrm rot="16200000">
            <a:off x="688631" y="3692580"/>
            <a:ext cx="891810" cy="878759"/>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8" name="图形 7"/>
          <p:cNvPicPr>
            <a:picLocks noChangeAspect="1"/>
          </p:cNvPicPr>
          <p:nvPr/>
        </p:nvPicPr>
        <p:blipFill>
          <a:blip r:embed="rId2"/>
          <a:stretch>
            <a:fillRect/>
          </a:stretch>
        </p:blipFill>
        <p:spPr>
          <a:xfrm flipH="1">
            <a:off x="5581650" y="2861"/>
            <a:ext cx="6610350" cy="1245166"/>
          </a:xfrm>
          <a:prstGeom prst="rect">
            <a:avLst/>
          </a:prstGeom>
        </p:spPr>
      </p:pic>
      <p:sp>
        <p:nvSpPr>
          <p:cNvPr id="13" name="椭圆 12"/>
          <p:cNvSpPr/>
          <p:nvPr/>
        </p:nvSpPr>
        <p:spPr>
          <a:xfrm rot="16200000">
            <a:off x="10060458" y="5228742"/>
            <a:ext cx="1245166" cy="1272552"/>
          </a:xfrm>
          <a:prstGeom prst="ellipse">
            <a:avLst/>
          </a:prstGeom>
          <a:gradFill>
            <a:gsLst>
              <a:gs pos="0">
                <a:srgbClr val="FF3736"/>
              </a:gs>
              <a:gs pos="90000">
                <a:srgbClr val="ED0000"/>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1745366" y="992982"/>
            <a:ext cx="8701268" cy="4872037"/>
          </a:xfrm>
          <a:prstGeom prst="rect">
            <a:avLst/>
          </a:prstGeom>
          <a:solidFill>
            <a:srgbClr val="EBEBEB">
              <a:alpha val="44000"/>
            </a:srgbClr>
          </a:solidFill>
          <a:ln>
            <a:noFill/>
          </a:ln>
          <a:effectLst>
            <a:outerShdw blurRad="88900" dist="381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7" name="图形 6"/>
          <p:cNvPicPr>
            <a:picLocks noChangeAspect="1"/>
          </p:cNvPicPr>
          <p:nvPr/>
        </p:nvPicPr>
        <p:blipFill>
          <a:blip r:embed="rId3"/>
          <a:stretch>
            <a:fillRect/>
          </a:stretch>
        </p:blipFill>
        <p:spPr>
          <a:xfrm>
            <a:off x="0" y="3008772"/>
            <a:ext cx="4019550" cy="3849229"/>
          </a:xfrm>
          <a:prstGeom prst="rect">
            <a:avLst/>
          </a:prstGeom>
        </p:spPr>
      </p:pic>
      <p:sp>
        <p:nvSpPr>
          <p:cNvPr id="12" name="Synergistically utilize technically sound portals with frictionless chains. Dramatically customize…"/>
          <p:cNvSpPr txBox="1"/>
          <p:nvPr/>
        </p:nvSpPr>
        <p:spPr>
          <a:xfrm flipH="1" flipV="1">
            <a:off x="241782" y="6146957"/>
            <a:ext cx="1750239" cy="391004"/>
          </a:xfrm>
          <a:prstGeom prst="rect">
            <a:avLst/>
          </a:prstGeom>
          <a:ln w="12700">
            <a:miter lim="400000"/>
          </a:ln>
        </p:spPr>
        <p:txBody>
          <a:bodyPr vert="horz" wrap="square" lIns="0" tIns="0" rIns="0" bIns="0">
            <a:spAutoFit/>
          </a:bodyPr>
          <a:lstStyle/>
          <a:p>
            <a:pPr algn="r" defTabSz="412750" hangingPunct="0">
              <a:lnSpc>
                <a:spcPct val="150000"/>
              </a:lnSpc>
              <a:defRPr sz="2000" b="0">
                <a:solidFill>
                  <a:srgbClr val="1C1F25"/>
                </a:solidFill>
                <a:latin typeface="Roboto Bold"/>
                <a:ea typeface="Roboto Bold"/>
                <a:cs typeface="Roboto Bold"/>
                <a:sym typeface="Roboto Bold"/>
              </a:defRPr>
            </a:pPr>
            <a:r>
              <a:rPr sz="900" kern="0" dirty="0">
                <a:solidFill>
                  <a:schemeClr val="bg1"/>
                </a:solidFill>
                <a:cs typeface="+mn-ea"/>
                <a:sym typeface="+mn-lt"/>
              </a:rPr>
              <a:t>Synergistically utilize technically sound portals with</a:t>
            </a:r>
            <a:r>
              <a:rPr lang="en-US" sz="900" kern="0" dirty="0">
                <a:solidFill>
                  <a:schemeClr val="bg1"/>
                </a:solidFill>
                <a:cs typeface="+mn-ea"/>
                <a:sym typeface="+mn-lt"/>
              </a:rPr>
              <a:t>,</a:t>
            </a:r>
            <a:r>
              <a:rPr lang="en-US" altLang="zh-CN" sz="900" kern="0" dirty="0">
                <a:solidFill>
                  <a:schemeClr val="bg1"/>
                </a:solidFill>
                <a:cs typeface="+mn-ea"/>
                <a:sym typeface="+mn-lt"/>
              </a:rPr>
              <a:t> </a:t>
            </a:r>
            <a:endParaRPr lang="en-US" altLang="zh-CN" sz="900" kern="0" dirty="0">
              <a:solidFill>
                <a:schemeClr val="bg1"/>
              </a:solidFill>
              <a:cs typeface="+mn-ea"/>
              <a:sym typeface="+mn-lt"/>
            </a:endParaRPr>
          </a:p>
        </p:txBody>
      </p:sp>
      <p:sp>
        <p:nvSpPr>
          <p:cNvPr id="16" name="圆: 空心 15"/>
          <p:cNvSpPr/>
          <p:nvPr/>
        </p:nvSpPr>
        <p:spPr>
          <a:xfrm>
            <a:off x="2339905" y="570933"/>
            <a:ext cx="933450" cy="933450"/>
          </a:xfrm>
          <a:prstGeom prst="donut">
            <a:avLst>
              <a:gd name="adj" fmla="val 19794"/>
            </a:avLst>
          </a:prstGeom>
          <a:gradFill>
            <a:gsLst>
              <a:gs pos="0">
                <a:srgbClr val="5FDDE4"/>
              </a:gs>
              <a:gs pos="67000">
                <a:srgbClr val="24CAD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17" name="椭圆 16"/>
          <p:cNvSpPr/>
          <p:nvPr/>
        </p:nvSpPr>
        <p:spPr>
          <a:xfrm rot="16200000">
            <a:off x="11027314" y="2508570"/>
            <a:ext cx="1984186" cy="2059693"/>
          </a:xfrm>
          <a:prstGeom prst="ellipse">
            <a:avLst/>
          </a:prstGeom>
          <a:solidFill>
            <a:srgbClr val="12CF99"/>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9" name="Synergistically utilize technically sound portals with frictionless chains. Dramatically customize…"/>
          <p:cNvSpPr txBox="1"/>
          <p:nvPr/>
        </p:nvSpPr>
        <p:spPr>
          <a:xfrm>
            <a:off x="271537" y="82209"/>
            <a:ext cx="1016814" cy="488724"/>
          </a:xfrm>
          <a:prstGeom prst="rect">
            <a:avLst/>
          </a:prstGeom>
          <a:ln w="12700">
            <a:miter lim="400000"/>
          </a:ln>
        </p:spPr>
        <p:txBody>
          <a:bodyPr vert="horz" wrap="square" lIns="0" tIns="0" rIns="0" bIns="0">
            <a:spAutoFit/>
          </a:bodyPr>
          <a:lstStyle/>
          <a:p>
            <a:pPr algn="dist" defTabSz="412750" hangingPunct="0">
              <a:lnSpc>
                <a:spcPct val="150000"/>
              </a:lnSpc>
              <a:defRPr sz="2000" b="0">
                <a:solidFill>
                  <a:srgbClr val="1C1F25"/>
                </a:solidFill>
                <a:latin typeface="Roboto Bold"/>
                <a:ea typeface="Roboto Bold"/>
                <a:cs typeface="Roboto Bold"/>
                <a:sym typeface="Roboto Bold"/>
              </a:defRPr>
            </a:pPr>
            <a:r>
              <a:rPr lang="en-US" altLang="zh-CN" sz="2400" kern="0" dirty="0">
                <a:solidFill>
                  <a:schemeClr val="tx1">
                    <a:lumMod val="75000"/>
                    <a:lumOff val="25000"/>
                  </a:schemeClr>
                </a:solidFill>
                <a:cs typeface="+mn-ea"/>
                <a:sym typeface="+mn-lt"/>
              </a:rPr>
              <a:t>LOGO</a:t>
            </a:r>
            <a:endParaRPr lang="en-US" altLang="zh-CN" sz="2400" kern="0" dirty="0">
              <a:solidFill>
                <a:schemeClr val="tx1">
                  <a:lumMod val="75000"/>
                  <a:lumOff val="25000"/>
                </a:schemeClr>
              </a:solidFill>
              <a:cs typeface="+mn-ea"/>
              <a:sym typeface="+mn-lt"/>
            </a:endParaRPr>
          </a:p>
        </p:txBody>
      </p:sp>
      <p:sp>
        <p:nvSpPr>
          <p:cNvPr id="21" name="PA-文本框 24"/>
          <p:cNvSpPr txBox="1"/>
          <p:nvPr>
            <p:custDataLst>
              <p:tags r:id="rId4"/>
            </p:custDataLst>
          </p:nvPr>
        </p:nvSpPr>
        <p:spPr>
          <a:xfrm>
            <a:off x="3060770" y="2803301"/>
            <a:ext cx="6235630" cy="3046095"/>
          </a:xfrm>
          <a:prstGeom prst="rect">
            <a:avLst/>
          </a:prstGeom>
          <a:noFill/>
        </p:spPr>
        <p:txBody>
          <a:bodyPr wrap="square" rtlCol="0">
            <a:spAutoFit/>
          </a:bodyPr>
          <a:lstStyle>
            <a:defPPr>
              <a:defRPr lang="zh-CN"/>
            </a:defPPr>
            <a:lvl1pPr algn="dist">
              <a:defRPr sz="9600">
                <a:solidFill>
                  <a:schemeClr val="tx1">
                    <a:lumMod val="75000"/>
                    <a:lumOff val="25000"/>
                  </a:schemeClr>
                </a:solidFill>
                <a:latin typeface="汉真广标" pitchFamily="49" charset="-122"/>
                <a:ea typeface="汉真广标" pitchFamily="49" charset="-122"/>
              </a:defRPr>
            </a:lvl1pPr>
          </a:lstStyle>
          <a:p>
            <a:r>
              <a:rPr lang="en-US" altLang="zh-CN" dirty="0">
                <a:cs typeface="+mn-ea"/>
                <a:sym typeface="+mn-lt"/>
              </a:rPr>
              <a:t>pest</a:t>
            </a:r>
            <a:r>
              <a:rPr lang="zh-CN" altLang="en-US" dirty="0">
                <a:cs typeface="+mn-ea"/>
                <a:sym typeface="+mn-lt"/>
              </a:rPr>
              <a:t>分析</a:t>
            </a:r>
            <a:endParaRPr lang="zh-CN" altLang="en-US" b="1" dirty="0">
              <a:solidFill>
                <a:schemeClr val="tx1">
                  <a:lumMod val="75000"/>
                  <a:lumOff val="25000"/>
                </a:schemeClr>
              </a:solidFill>
              <a:cs typeface="+mn-ea"/>
              <a:sym typeface="+mn-lt"/>
            </a:endParaRPr>
          </a:p>
          <a:p>
            <a:endParaRPr lang="zh-CN" altLang="en-US" dirty="0">
              <a:latin typeface="+mn-lt"/>
              <a:ea typeface="+mn-ea"/>
              <a:cs typeface="+mn-ea"/>
              <a:sym typeface="+mn-lt"/>
            </a:endParaRPr>
          </a:p>
        </p:txBody>
      </p:sp>
      <p:sp>
        <p:nvSpPr>
          <p:cNvPr id="22" name="PA-文本框 24"/>
          <p:cNvSpPr txBox="1"/>
          <p:nvPr>
            <p:custDataLst>
              <p:tags r:id="rId5"/>
            </p:custDataLst>
          </p:nvPr>
        </p:nvSpPr>
        <p:spPr>
          <a:xfrm>
            <a:off x="4838830" y="1561785"/>
            <a:ext cx="2679510" cy="2646878"/>
          </a:xfrm>
          <a:prstGeom prst="rect">
            <a:avLst/>
          </a:prstGeom>
          <a:noFill/>
        </p:spPr>
        <p:txBody>
          <a:bodyPr wrap="square" rtlCol="0">
            <a:spAutoFit/>
          </a:bodyPr>
          <a:lstStyle>
            <a:defPPr>
              <a:defRPr lang="zh-CN"/>
            </a:defPPr>
            <a:lvl1pPr>
              <a:defRPr sz="16600" b="1">
                <a:ln w="25400">
                  <a:gradFill>
                    <a:gsLst>
                      <a:gs pos="0">
                        <a:schemeClr val="tx1">
                          <a:lumMod val="75000"/>
                          <a:lumOff val="25000"/>
                          <a:alpha val="64000"/>
                        </a:schemeClr>
                      </a:gs>
                      <a:gs pos="71000">
                        <a:schemeClr val="tx1">
                          <a:lumMod val="75000"/>
                          <a:lumOff val="25000"/>
                          <a:alpha val="0"/>
                        </a:schemeClr>
                      </a:gs>
                    </a:gsLst>
                    <a:lin ang="5400000" scaled="1"/>
                  </a:gradFill>
                </a:ln>
                <a:noFill/>
                <a:latin typeface="Arial" panose="020B0604020202020204"/>
                <a:ea typeface="微软雅黑" panose="020B0503020204020204" pitchFamily="34" charset="-122"/>
              </a:defRPr>
            </a:lvl1pPr>
          </a:lstStyle>
          <a:p>
            <a:r>
              <a:rPr lang="en-US" altLang="zh-CN" dirty="0">
                <a:latin typeface="+mn-lt"/>
                <a:ea typeface="+mn-ea"/>
                <a:cs typeface="+mn-ea"/>
                <a:sym typeface="+mn-lt"/>
              </a:rPr>
              <a:t>03</a:t>
            </a:r>
            <a:endParaRPr lang="zh-CN" altLang="en-US" dirty="0">
              <a:latin typeface="+mn-lt"/>
              <a:ea typeface="+mn-ea"/>
              <a:cs typeface="+mn-ea"/>
              <a:sym typeface="+mn-lt"/>
            </a:endParaRPr>
          </a:p>
        </p:txBody>
      </p:sp>
      <p:sp>
        <p:nvSpPr>
          <p:cNvPr id="18" name="文本框 17"/>
          <p:cNvSpPr txBox="1"/>
          <p:nvPr/>
        </p:nvSpPr>
        <p:spPr>
          <a:xfrm>
            <a:off x="2770751" y="4189946"/>
            <a:ext cx="6786301" cy="460375"/>
          </a:xfrm>
          <a:prstGeom prst="rect">
            <a:avLst/>
          </a:prstGeom>
          <a:noFill/>
        </p:spPr>
        <p:txBody>
          <a:bodyPr wrap="square" rtlCol="0">
            <a:spAutoFit/>
          </a:bodyPr>
          <a:lstStyle/>
          <a:p>
            <a:pPr algn="ctr">
              <a:lnSpc>
                <a:spcPct val="200000"/>
              </a:lnSpc>
            </a:pPr>
            <a:endParaRPr lang="zh-CN" altLang="en-US" sz="1200" dirty="0">
              <a:solidFill>
                <a:schemeClr val="tx1">
                  <a:lumMod val="65000"/>
                  <a:lumOff val="35000"/>
                </a:schemeClr>
              </a:solidFill>
              <a:cs typeface="+mn-ea"/>
              <a:sym typeface="+mn-lt"/>
            </a:endParaRPr>
          </a:p>
        </p:txBody>
      </p:sp>
      <p:grpSp>
        <p:nvGrpSpPr>
          <p:cNvPr id="20" name="组合 19"/>
          <p:cNvGrpSpPr/>
          <p:nvPr/>
        </p:nvGrpSpPr>
        <p:grpSpPr>
          <a:xfrm flipH="1">
            <a:off x="9323292" y="1207056"/>
            <a:ext cx="942570" cy="297327"/>
            <a:chOff x="1967374" y="5441671"/>
            <a:chExt cx="942570" cy="297327"/>
          </a:xfrm>
        </p:grpSpPr>
        <p:cxnSp>
          <p:nvCxnSpPr>
            <p:cNvPr id="23" name="直接连接符 22"/>
            <p:cNvCxnSpPr/>
            <p:nvPr/>
          </p:nvCxnSpPr>
          <p:spPr>
            <a:xfrm>
              <a:off x="2061700" y="5738998"/>
              <a:ext cx="274951"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1967374" y="5441671"/>
              <a:ext cx="942570" cy="261610"/>
            </a:xfrm>
            <a:prstGeom prst="rect">
              <a:avLst/>
            </a:prstGeom>
            <a:noFill/>
          </p:spPr>
          <p:txBody>
            <a:bodyPr wrap="square" rtlCol="0">
              <a:spAutoFit/>
            </a:bodyPr>
            <a:lstStyle/>
            <a:p>
              <a:pPr algn="dist"/>
              <a:r>
                <a:rPr lang="en-US" altLang="zh-CN" sz="1100" dirty="0">
                  <a:cs typeface="+mn-ea"/>
                  <a:sym typeface="+mn-lt"/>
                </a:rPr>
                <a:t>CREATIVE</a:t>
              </a:r>
              <a:endParaRPr lang="zh-CN" altLang="en-US" sz="1100" dirty="0">
                <a:cs typeface="+mn-ea"/>
                <a:sym typeface="+mn-lt"/>
              </a:endParaRPr>
            </a:p>
          </p:txBody>
        </p:sp>
      </p:grpSp>
      <p:grpSp>
        <p:nvGrpSpPr>
          <p:cNvPr id="28" name="组合 27"/>
          <p:cNvGrpSpPr/>
          <p:nvPr/>
        </p:nvGrpSpPr>
        <p:grpSpPr>
          <a:xfrm flipH="1">
            <a:off x="9335771" y="5261529"/>
            <a:ext cx="942570" cy="307183"/>
            <a:chOff x="1967374" y="5396098"/>
            <a:chExt cx="942570" cy="307183"/>
          </a:xfrm>
        </p:grpSpPr>
        <p:cxnSp>
          <p:nvCxnSpPr>
            <p:cNvPr id="29" name="直接连接符 28"/>
            <p:cNvCxnSpPr/>
            <p:nvPr/>
          </p:nvCxnSpPr>
          <p:spPr>
            <a:xfrm>
              <a:off x="2061700" y="5396098"/>
              <a:ext cx="274951"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1967374" y="5441671"/>
              <a:ext cx="942570" cy="261610"/>
            </a:xfrm>
            <a:prstGeom prst="rect">
              <a:avLst/>
            </a:prstGeom>
            <a:noFill/>
          </p:spPr>
          <p:txBody>
            <a:bodyPr wrap="square" rtlCol="0">
              <a:spAutoFit/>
            </a:bodyPr>
            <a:lstStyle/>
            <a:p>
              <a:pPr algn="dist"/>
              <a:r>
                <a:rPr lang="en-US" altLang="zh-CN" sz="1100" dirty="0">
                  <a:cs typeface="+mn-ea"/>
                  <a:sym typeface="+mn-lt"/>
                </a:rPr>
                <a:t>SCHEME</a:t>
              </a:r>
              <a:endParaRPr lang="zh-CN" altLang="en-US" sz="1100" dirty="0">
                <a:cs typeface="+mn-ea"/>
                <a:sym typeface="+mn-lt"/>
              </a:endParaRPr>
            </a:p>
          </p:txBody>
        </p:sp>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50"/>
                                        <p:tgtEl>
                                          <p:spTgt spid="8"/>
                                        </p:tgtEl>
                                      </p:cBhvr>
                                    </p:animEffect>
                                    <p:anim calcmode="lin" valueType="num">
                                      <p:cBhvr>
                                        <p:cTn id="8" dur="750" fill="hold"/>
                                        <p:tgtEl>
                                          <p:spTgt spid="8"/>
                                        </p:tgtEl>
                                        <p:attrNameLst>
                                          <p:attrName>ppt_x</p:attrName>
                                        </p:attrNameLst>
                                      </p:cBhvr>
                                      <p:tavLst>
                                        <p:tav tm="0">
                                          <p:val>
                                            <p:strVal val="#ppt_x"/>
                                          </p:val>
                                        </p:tav>
                                        <p:tav tm="100000">
                                          <p:val>
                                            <p:strVal val="#ppt_x"/>
                                          </p:val>
                                        </p:tav>
                                      </p:tavLst>
                                    </p:anim>
                                    <p:anim calcmode="lin" valueType="num">
                                      <p:cBhvr>
                                        <p:cTn id="9" dur="7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50"/>
                                        <p:tgtEl>
                                          <p:spTgt spid="7"/>
                                        </p:tgtEl>
                                      </p:cBhvr>
                                    </p:animEffect>
                                    <p:anim calcmode="lin" valueType="num">
                                      <p:cBhvr>
                                        <p:cTn id="15" dur="750" fill="hold"/>
                                        <p:tgtEl>
                                          <p:spTgt spid="7"/>
                                        </p:tgtEl>
                                        <p:attrNameLst>
                                          <p:attrName>ppt_x</p:attrName>
                                        </p:attrNameLst>
                                      </p:cBhvr>
                                      <p:tavLst>
                                        <p:tav tm="0">
                                          <p:val>
                                            <p:strVal val="#ppt_x"/>
                                          </p:val>
                                        </p:tav>
                                        <p:tav tm="100000">
                                          <p:val>
                                            <p:strVal val="#ppt_x"/>
                                          </p:val>
                                        </p:tav>
                                      </p:tavLst>
                                    </p:anim>
                                    <p:anim calcmode="lin" valueType="num">
                                      <p:cBhvr>
                                        <p:cTn id="16" dur="750" fill="hold"/>
                                        <p:tgtEl>
                                          <p:spTgt spid="7"/>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25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750"/>
                                        <p:tgtEl>
                                          <p:spTgt spid="3"/>
                                        </p:tgtEl>
                                      </p:cBhvr>
                                    </p:animEffect>
                                    <p:anim calcmode="lin" valueType="num">
                                      <p:cBhvr>
                                        <p:cTn id="20" dur="750" fill="hold"/>
                                        <p:tgtEl>
                                          <p:spTgt spid="3"/>
                                        </p:tgtEl>
                                        <p:attrNameLst>
                                          <p:attrName>ppt_x</p:attrName>
                                        </p:attrNameLst>
                                      </p:cBhvr>
                                      <p:tavLst>
                                        <p:tav tm="0">
                                          <p:val>
                                            <p:strVal val="#ppt_x"/>
                                          </p:val>
                                        </p:tav>
                                        <p:tav tm="100000">
                                          <p:val>
                                            <p:strVal val="#ppt_x"/>
                                          </p:val>
                                        </p:tav>
                                      </p:tavLst>
                                    </p:anim>
                                    <p:anim calcmode="lin" valueType="num">
                                      <p:cBhvr>
                                        <p:cTn id="21" dur="750" fill="hold"/>
                                        <p:tgtEl>
                                          <p:spTgt spid="3"/>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16" presetClass="entr" presetSubtype="21"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arn(inVertical)">
                                      <p:cBhvr>
                                        <p:cTn id="25" dur="750"/>
                                        <p:tgtEl>
                                          <p:spTgt spid="11"/>
                                        </p:tgtEl>
                                      </p:cBhvr>
                                    </p:animEffect>
                                  </p:childTnLst>
                                </p:cTn>
                              </p:par>
                            </p:childTnLst>
                          </p:cTn>
                        </p:par>
                        <p:par>
                          <p:cTn id="26" fill="hold">
                            <p:stCondLst>
                              <p:cond delay="2000"/>
                            </p:stCondLst>
                            <p:childTnLst>
                              <p:par>
                                <p:cTn id="27" presetID="2" presetClass="entr" presetSubtype="8" fill="hold" grpId="0" nodeType="after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750" fill="hold"/>
                                        <p:tgtEl>
                                          <p:spTgt spid="19"/>
                                        </p:tgtEl>
                                        <p:attrNameLst>
                                          <p:attrName>ppt_x</p:attrName>
                                        </p:attrNameLst>
                                      </p:cBhvr>
                                      <p:tavLst>
                                        <p:tav tm="0">
                                          <p:val>
                                            <p:strVal val="0-#ppt_w/2"/>
                                          </p:val>
                                        </p:tav>
                                        <p:tav tm="100000">
                                          <p:val>
                                            <p:strVal val="#ppt_x"/>
                                          </p:val>
                                        </p:tav>
                                      </p:tavLst>
                                    </p:anim>
                                    <p:anim calcmode="lin" valueType="num">
                                      <p:cBhvr additive="base">
                                        <p:cTn id="30" dur="750" fill="hold"/>
                                        <p:tgtEl>
                                          <p:spTgt spid="19"/>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750" fill="hold"/>
                                        <p:tgtEl>
                                          <p:spTgt spid="12"/>
                                        </p:tgtEl>
                                        <p:attrNameLst>
                                          <p:attrName>ppt_x</p:attrName>
                                        </p:attrNameLst>
                                      </p:cBhvr>
                                      <p:tavLst>
                                        <p:tav tm="0">
                                          <p:val>
                                            <p:strVal val="0-#ppt_w/2"/>
                                          </p:val>
                                        </p:tav>
                                        <p:tav tm="100000">
                                          <p:val>
                                            <p:strVal val="#ppt_x"/>
                                          </p:val>
                                        </p:tav>
                                      </p:tavLst>
                                    </p:anim>
                                    <p:anim calcmode="lin" valueType="num">
                                      <p:cBhvr additive="base">
                                        <p:cTn id="34" dur="750" fill="hold"/>
                                        <p:tgtEl>
                                          <p:spTgt spid="12"/>
                                        </p:tgtEl>
                                        <p:attrNameLst>
                                          <p:attrName>ppt_y</p:attrName>
                                        </p:attrNameLst>
                                      </p:cBhvr>
                                      <p:tavLst>
                                        <p:tav tm="0">
                                          <p:val>
                                            <p:strVal val="#ppt_y"/>
                                          </p:val>
                                        </p:tav>
                                        <p:tav tm="100000">
                                          <p:val>
                                            <p:strVal val="#ppt_y"/>
                                          </p:val>
                                        </p:tav>
                                      </p:tavLst>
                                    </p:anim>
                                  </p:childTnLst>
                                </p:cTn>
                              </p:par>
                            </p:childTnLst>
                          </p:cTn>
                        </p:par>
                        <p:par>
                          <p:cTn id="35" fill="hold">
                            <p:stCondLst>
                              <p:cond delay="3000"/>
                            </p:stCondLst>
                            <p:childTnLst>
                              <p:par>
                                <p:cTn id="36" presetID="2" presetClass="entr" presetSubtype="12"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 calcmode="lin" valueType="num">
                                      <p:cBhvr additive="base">
                                        <p:cTn id="38" dur="750" fill="hold"/>
                                        <p:tgtEl>
                                          <p:spTgt spid="15"/>
                                        </p:tgtEl>
                                        <p:attrNameLst>
                                          <p:attrName>ppt_x</p:attrName>
                                        </p:attrNameLst>
                                      </p:cBhvr>
                                      <p:tavLst>
                                        <p:tav tm="0">
                                          <p:val>
                                            <p:strVal val="0-#ppt_w/2"/>
                                          </p:val>
                                        </p:tav>
                                        <p:tav tm="100000">
                                          <p:val>
                                            <p:strVal val="#ppt_x"/>
                                          </p:val>
                                        </p:tav>
                                      </p:tavLst>
                                    </p:anim>
                                    <p:anim calcmode="lin" valueType="num">
                                      <p:cBhvr additive="base">
                                        <p:cTn id="39" dur="750" fill="hold"/>
                                        <p:tgtEl>
                                          <p:spTgt spid="15"/>
                                        </p:tgtEl>
                                        <p:attrNameLst>
                                          <p:attrName>ppt_y</p:attrName>
                                        </p:attrNameLst>
                                      </p:cBhvr>
                                      <p:tavLst>
                                        <p:tav tm="0">
                                          <p:val>
                                            <p:strVal val="1+#ppt_h/2"/>
                                          </p:val>
                                        </p:tav>
                                        <p:tav tm="100000">
                                          <p:val>
                                            <p:strVal val="#ppt_y"/>
                                          </p:val>
                                        </p:tav>
                                      </p:tavLst>
                                    </p:anim>
                                  </p:childTnLst>
                                </p:cTn>
                              </p:par>
                              <p:par>
                                <p:cTn id="40" presetID="2" presetClass="entr" presetSubtype="6" fill="hold" grpId="0" nodeType="withEffect">
                                  <p:stCondLst>
                                    <p:cond delay="25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750" fill="hold"/>
                                        <p:tgtEl>
                                          <p:spTgt spid="13"/>
                                        </p:tgtEl>
                                        <p:attrNameLst>
                                          <p:attrName>ppt_x</p:attrName>
                                        </p:attrNameLst>
                                      </p:cBhvr>
                                      <p:tavLst>
                                        <p:tav tm="0">
                                          <p:val>
                                            <p:strVal val="1+#ppt_w/2"/>
                                          </p:val>
                                        </p:tav>
                                        <p:tav tm="100000">
                                          <p:val>
                                            <p:strVal val="#ppt_x"/>
                                          </p:val>
                                        </p:tav>
                                      </p:tavLst>
                                    </p:anim>
                                    <p:anim calcmode="lin" valueType="num">
                                      <p:cBhvr additive="base">
                                        <p:cTn id="43" dur="750" fill="hold"/>
                                        <p:tgtEl>
                                          <p:spTgt spid="13"/>
                                        </p:tgtEl>
                                        <p:attrNameLst>
                                          <p:attrName>ppt_y</p:attrName>
                                        </p:attrNameLst>
                                      </p:cBhvr>
                                      <p:tavLst>
                                        <p:tav tm="0">
                                          <p:val>
                                            <p:strVal val="1+#ppt_h/2"/>
                                          </p:val>
                                        </p:tav>
                                        <p:tav tm="100000">
                                          <p:val>
                                            <p:strVal val="#ppt_y"/>
                                          </p:val>
                                        </p:tav>
                                      </p:tavLst>
                                    </p:anim>
                                  </p:childTnLst>
                                </p:cTn>
                              </p:par>
                              <p:par>
                                <p:cTn id="44" presetID="2" presetClass="entr" presetSubtype="9" fill="hold" grpId="0" nodeType="withEffect">
                                  <p:stCondLst>
                                    <p:cond delay="50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750" fill="hold"/>
                                        <p:tgtEl>
                                          <p:spTgt spid="16"/>
                                        </p:tgtEl>
                                        <p:attrNameLst>
                                          <p:attrName>ppt_x</p:attrName>
                                        </p:attrNameLst>
                                      </p:cBhvr>
                                      <p:tavLst>
                                        <p:tav tm="0">
                                          <p:val>
                                            <p:strVal val="0-#ppt_w/2"/>
                                          </p:val>
                                        </p:tav>
                                        <p:tav tm="100000">
                                          <p:val>
                                            <p:strVal val="#ppt_x"/>
                                          </p:val>
                                        </p:tav>
                                      </p:tavLst>
                                    </p:anim>
                                    <p:anim calcmode="lin" valueType="num">
                                      <p:cBhvr additive="base">
                                        <p:cTn id="47" dur="750" fill="hold"/>
                                        <p:tgtEl>
                                          <p:spTgt spid="16"/>
                                        </p:tgtEl>
                                        <p:attrNameLst>
                                          <p:attrName>ppt_y</p:attrName>
                                        </p:attrNameLst>
                                      </p:cBhvr>
                                      <p:tavLst>
                                        <p:tav tm="0">
                                          <p:val>
                                            <p:strVal val="0-#ppt_h/2"/>
                                          </p:val>
                                        </p:tav>
                                        <p:tav tm="100000">
                                          <p:val>
                                            <p:strVal val="#ppt_y"/>
                                          </p:val>
                                        </p:tav>
                                      </p:tavLst>
                                    </p:anim>
                                  </p:childTnLst>
                                </p:cTn>
                              </p:par>
                              <p:par>
                                <p:cTn id="48" presetID="2" presetClass="entr" presetSubtype="2" fill="hold" grpId="0" nodeType="withEffect">
                                  <p:stCondLst>
                                    <p:cond delay="750"/>
                                  </p:stCondLst>
                                  <p:childTnLst>
                                    <p:set>
                                      <p:cBhvr>
                                        <p:cTn id="49" dur="1" fill="hold">
                                          <p:stCondLst>
                                            <p:cond delay="0"/>
                                          </p:stCondLst>
                                        </p:cTn>
                                        <p:tgtEl>
                                          <p:spTgt spid="17"/>
                                        </p:tgtEl>
                                        <p:attrNameLst>
                                          <p:attrName>style.visibility</p:attrName>
                                        </p:attrNameLst>
                                      </p:cBhvr>
                                      <p:to>
                                        <p:strVal val="visible"/>
                                      </p:to>
                                    </p:set>
                                    <p:anim calcmode="lin" valueType="num">
                                      <p:cBhvr additive="base">
                                        <p:cTn id="50" dur="750" fill="hold"/>
                                        <p:tgtEl>
                                          <p:spTgt spid="17"/>
                                        </p:tgtEl>
                                        <p:attrNameLst>
                                          <p:attrName>ppt_x</p:attrName>
                                        </p:attrNameLst>
                                      </p:cBhvr>
                                      <p:tavLst>
                                        <p:tav tm="0">
                                          <p:val>
                                            <p:strVal val="1+#ppt_w/2"/>
                                          </p:val>
                                        </p:tav>
                                        <p:tav tm="100000">
                                          <p:val>
                                            <p:strVal val="#ppt_x"/>
                                          </p:val>
                                        </p:tav>
                                      </p:tavLst>
                                    </p:anim>
                                    <p:anim calcmode="lin" valueType="num">
                                      <p:cBhvr additive="base">
                                        <p:cTn id="51" dur="750" fill="hold"/>
                                        <p:tgtEl>
                                          <p:spTgt spid="17"/>
                                        </p:tgtEl>
                                        <p:attrNameLst>
                                          <p:attrName>ppt_y</p:attrName>
                                        </p:attrNameLst>
                                      </p:cBhvr>
                                      <p:tavLst>
                                        <p:tav tm="0">
                                          <p:val>
                                            <p:strVal val="#ppt_y"/>
                                          </p:val>
                                        </p:tav>
                                        <p:tav tm="100000">
                                          <p:val>
                                            <p:strVal val="#ppt_y"/>
                                          </p:val>
                                        </p:tav>
                                      </p:tavLst>
                                    </p:anim>
                                  </p:childTnLst>
                                </p:cTn>
                              </p:par>
                            </p:childTnLst>
                          </p:cTn>
                        </p:par>
                        <p:par>
                          <p:cTn id="52" fill="hold">
                            <p:stCondLst>
                              <p:cond delay="4000"/>
                            </p:stCondLst>
                            <p:childTnLst>
                              <p:par>
                                <p:cTn id="53" presetID="22" presetClass="entr" presetSubtype="2"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wipe(right)">
                                      <p:cBhvr>
                                        <p:cTn id="55" dur="750"/>
                                        <p:tgtEl>
                                          <p:spTgt spid="20"/>
                                        </p:tgtEl>
                                      </p:cBhvr>
                                    </p:animEffect>
                                  </p:childTnLst>
                                </p:cTn>
                              </p:par>
                              <p:par>
                                <p:cTn id="56" presetID="22" presetClass="entr" presetSubtype="2" fill="hold"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wipe(right)">
                                      <p:cBhvr>
                                        <p:cTn id="58" dur="750"/>
                                        <p:tgtEl>
                                          <p:spTgt spid="28"/>
                                        </p:tgtEl>
                                      </p:cBhvr>
                                    </p:animEffect>
                                  </p:childTnLst>
                                </p:cTn>
                              </p:par>
                            </p:childTnLst>
                          </p:cTn>
                        </p:par>
                        <p:par>
                          <p:cTn id="59" fill="hold">
                            <p:stCondLst>
                              <p:cond delay="5000"/>
                            </p:stCondLst>
                            <p:childTnLst>
                              <p:par>
                                <p:cTn id="60" presetID="0" presetClass="entr" presetSubtype="0" fill="hold" grpId="0" nodeType="afterEffect">
                                  <p:stCondLst>
                                    <p:cond delay="0"/>
                                  </p:stCondLst>
                                  <p:iterate type="lt">
                                    <p:tmPct val="10000"/>
                                  </p:iterate>
                                  <p:childTnLst>
                                    <p:set>
                                      <p:cBhvr>
                                        <p:cTn id="61" dur="1" fill="hold">
                                          <p:stCondLst>
                                            <p:cond delay="0"/>
                                          </p:stCondLst>
                                        </p:cTn>
                                        <p:tgtEl>
                                          <p:spTgt spid="21"/>
                                        </p:tgtEl>
                                        <p:attrNameLst>
                                          <p:attrName>style.visibility</p:attrName>
                                        </p:attrNameLst>
                                      </p:cBhvr>
                                      <p:to>
                                        <p:strVal val="visible"/>
                                      </p:to>
                                    </p:set>
                                    <p:anim to="" calcmode="lin" valueType="num">
                                      <p:cBhvr>
                                        <p:cTn id="62" dur="750" fill="hold">
                                          <p:stCondLst>
                                            <p:cond delay="0"/>
                                          </p:stCondLst>
                                        </p:cTn>
                                        <p:tgtEl>
                                          <p:spTgt spid="21"/>
                                        </p:tgtEl>
                                        <p:attrNameLst>
                                          <p:attrName>ppt_x</p:attrName>
                                        </p:attrNameLst>
                                      </p:cBhvr>
                                      <p:tavLst>
                                        <p:tav tm="0" fmla="#ppt_x-(-#ppt_w/2*cos(ppt_r/180*pi))*((1.5-1.5*$)^2-(1.5-1.5*$)^3)">
                                          <p:val>
                                            <p:fltVal val="0"/>
                                          </p:val>
                                        </p:tav>
                                        <p:tav tm="100000">
                                          <p:val>
                                            <p:fltVal val="1"/>
                                          </p:val>
                                        </p:tav>
                                      </p:tavLst>
                                    </p:anim>
                                    <p:anim to="" calcmode="lin" valueType="num">
                                      <p:cBhvr>
                                        <p:cTn id="63" dur="750" fill="hold">
                                          <p:stCondLst>
                                            <p:cond delay="0"/>
                                          </p:stCondLst>
                                        </p:cTn>
                                        <p:tgtEl>
                                          <p:spTgt spid="21"/>
                                        </p:tgtEl>
                                        <p:attrNameLst>
                                          <p:attrName>ppt_y</p:attrName>
                                        </p:attrNameLst>
                                      </p:cBhvr>
                                      <p:tavLst>
                                        <p:tav tm="0" fmla="#ppt_y+(-#ppt_h/2*cos(ppt_r/180*pi))*((1.5-1.5*$)^2-(1.5-1.5*$)^3)">
                                          <p:val>
                                            <p:fltVal val="0"/>
                                          </p:val>
                                        </p:tav>
                                        <p:tav tm="100000">
                                          <p:val>
                                            <p:fltVal val="1"/>
                                          </p:val>
                                        </p:tav>
                                      </p:tavLst>
                                    </p:anim>
                                    <p:anim to="" calcmode="lin" valueType="num">
                                      <p:cBhvr>
                                        <p:cTn id="64" dur="750" fill="hold">
                                          <p:stCondLst>
                                            <p:cond delay="0"/>
                                          </p:stCondLst>
                                        </p:cTn>
                                        <p:tgtEl>
                                          <p:spTgt spid="21"/>
                                        </p:tgtEl>
                                        <p:attrNameLst>
                                          <p:attrName>ppt_h</p:attrName>
                                        </p:attrNameLst>
                                      </p:cBhvr>
                                      <p:tavLst>
                                        <p:tav tm="0" fmla="#ppt_h-(-#ppt_h)*((1.5-1.5*$)^2-(1.5-1.5*$)^3)">
                                          <p:val>
                                            <p:fltVal val="0"/>
                                          </p:val>
                                        </p:tav>
                                        <p:tav tm="100000">
                                          <p:val>
                                            <p:fltVal val="1"/>
                                          </p:val>
                                        </p:tav>
                                      </p:tavLst>
                                    </p:anim>
                                    <p:anim to="" calcmode="lin" valueType="num">
                                      <p:cBhvr>
                                        <p:cTn id="65" dur="750" fill="hold">
                                          <p:stCondLst>
                                            <p:cond delay="0"/>
                                          </p:stCondLst>
                                        </p:cTn>
                                        <p:tgtEl>
                                          <p:spTgt spid="21"/>
                                        </p:tgtEl>
                                        <p:attrNameLst>
                                          <p:attrName>ppt_w</p:attrName>
                                        </p:attrNameLst>
                                      </p:cBhvr>
                                      <p:tavLst>
                                        <p:tav tm="0" fmla="#ppt_w-(-#ppt_w)*((1.5-1.5*$)^2-(1.5-1.5*$)^3)">
                                          <p:val>
                                            <p:fltVal val="0"/>
                                          </p:val>
                                        </p:tav>
                                        <p:tav tm="100000">
                                          <p:val>
                                            <p:fltVal val="1"/>
                                          </p:val>
                                        </p:tav>
                                      </p:tavLst>
                                    </p:anim>
                                  </p:childTnLst>
                                </p:cTn>
                              </p:par>
                            </p:childTnLst>
                          </p:cTn>
                        </p:par>
                        <p:par>
                          <p:cTn id="66" fill="hold">
                            <p:stCondLst>
                              <p:cond delay="5875"/>
                            </p:stCondLst>
                            <p:childTnLst>
                              <p:par>
                                <p:cTn id="67" presetID="42" presetClass="entr" presetSubtype="0" fill="hold" grpId="0" nodeType="after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750"/>
                                        <p:tgtEl>
                                          <p:spTgt spid="22"/>
                                        </p:tgtEl>
                                      </p:cBhvr>
                                    </p:animEffect>
                                    <p:anim calcmode="lin" valueType="num">
                                      <p:cBhvr>
                                        <p:cTn id="70" dur="750" fill="hold"/>
                                        <p:tgtEl>
                                          <p:spTgt spid="22"/>
                                        </p:tgtEl>
                                        <p:attrNameLst>
                                          <p:attrName>ppt_x</p:attrName>
                                        </p:attrNameLst>
                                      </p:cBhvr>
                                      <p:tavLst>
                                        <p:tav tm="0">
                                          <p:val>
                                            <p:strVal val="#ppt_x"/>
                                          </p:val>
                                        </p:tav>
                                        <p:tav tm="100000">
                                          <p:val>
                                            <p:strVal val="#ppt_x"/>
                                          </p:val>
                                        </p:tav>
                                      </p:tavLst>
                                    </p:anim>
                                    <p:anim calcmode="lin" valueType="num">
                                      <p:cBhvr>
                                        <p:cTn id="71" dur="750" fill="hold"/>
                                        <p:tgtEl>
                                          <p:spTgt spid="22"/>
                                        </p:tgtEl>
                                        <p:attrNameLst>
                                          <p:attrName>ppt_y</p:attrName>
                                        </p:attrNameLst>
                                      </p:cBhvr>
                                      <p:tavLst>
                                        <p:tav tm="0">
                                          <p:val>
                                            <p:strVal val="#ppt_y+.1"/>
                                          </p:val>
                                        </p:tav>
                                        <p:tav tm="100000">
                                          <p:val>
                                            <p:strVal val="#ppt_y"/>
                                          </p:val>
                                        </p:tav>
                                      </p:tavLst>
                                    </p:anim>
                                  </p:childTnLst>
                                </p:cTn>
                              </p:par>
                            </p:childTnLst>
                          </p:cTn>
                        </p:par>
                        <p:par>
                          <p:cTn id="72" fill="hold">
                            <p:stCondLst>
                              <p:cond delay="6875"/>
                            </p:stCondLst>
                            <p:childTnLst>
                              <p:par>
                                <p:cTn id="73" presetID="42" presetClass="entr" presetSubtype="0" fill="hold" grpId="0" nodeType="after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750"/>
                                        <p:tgtEl>
                                          <p:spTgt spid="18"/>
                                        </p:tgtEl>
                                      </p:cBhvr>
                                    </p:animEffect>
                                    <p:anim calcmode="lin" valueType="num">
                                      <p:cBhvr>
                                        <p:cTn id="76" dur="750" fill="hold"/>
                                        <p:tgtEl>
                                          <p:spTgt spid="18"/>
                                        </p:tgtEl>
                                        <p:attrNameLst>
                                          <p:attrName>ppt_x</p:attrName>
                                        </p:attrNameLst>
                                      </p:cBhvr>
                                      <p:tavLst>
                                        <p:tav tm="0">
                                          <p:val>
                                            <p:strVal val="#ppt_x"/>
                                          </p:val>
                                        </p:tav>
                                        <p:tav tm="100000">
                                          <p:val>
                                            <p:strVal val="#ppt_x"/>
                                          </p:val>
                                        </p:tav>
                                      </p:tavLst>
                                    </p:anim>
                                    <p:anim calcmode="lin" valueType="num">
                                      <p:cBhvr>
                                        <p:cTn id="77" dur="75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3" grpId="0" animBg="1"/>
      <p:bldP spid="11" grpId="0" animBg="1"/>
      <p:bldP spid="12" grpId="0" animBg="1"/>
      <p:bldP spid="16" grpId="0" animBg="1"/>
      <p:bldP spid="17" grpId="0" animBg="1"/>
      <p:bldP spid="19" grpId="0" animBg="1"/>
      <p:bldP spid="21" grpId="0"/>
      <p:bldP spid="22"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ïṧļïďê"/>
          <p:cNvSpPr txBox="1"/>
          <p:nvPr>
            <p:custDataLst>
              <p:tags r:id="rId1"/>
            </p:custDataLst>
          </p:nvPr>
        </p:nvSpPr>
        <p:spPr>
          <a:xfrm>
            <a:off x="2066290" y="1506855"/>
            <a:ext cx="2795905" cy="460375"/>
          </a:xfrm>
          <a:prstGeom prst="rect">
            <a:avLst/>
          </a:prstGeom>
          <a:noFill/>
        </p:spPr>
        <p:txBody>
          <a:bodyPr wrap="square" rtlCol="0">
            <a:spAutoFit/>
          </a:bodyPr>
          <a:lstStyle/>
          <a:p>
            <a:pPr>
              <a:spcBef>
                <a:spcPct val="0"/>
              </a:spcBef>
              <a:buSzPct val="25000"/>
              <a:defRPr/>
            </a:pPr>
            <a:r>
              <a:rPr lang="zh-CN" altLang="en-US" sz="2400" b="1" cap="all" dirty="0">
                <a:solidFill>
                  <a:srgbClr val="404040"/>
                </a:solidFill>
                <a:cs typeface="+mn-ea"/>
                <a:sym typeface="+mn-lt"/>
              </a:rPr>
              <a:t>政策支持（</a:t>
            </a:r>
            <a:r>
              <a:rPr lang="en-US" altLang="zh-CN" sz="2400" b="1" cap="all" dirty="0">
                <a:solidFill>
                  <a:srgbClr val="404040"/>
                </a:solidFill>
                <a:cs typeface="+mn-ea"/>
                <a:sym typeface="+mn-lt"/>
              </a:rPr>
              <a:t>P</a:t>
            </a:r>
            <a:r>
              <a:rPr lang="zh-CN" altLang="en-US" sz="2400" b="1" cap="all" dirty="0">
                <a:solidFill>
                  <a:srgbClr val="404040"/>
                </a:solidFill>
                <a:cs typeface="+mn-ea"/>
                <a:sym typeface="+mn-lt"/>
              </a:rPr>
              <a:t>）</a:t>
            </a:r>
            <a:endParaRPr lang="zh-CN" altLang="en-US" sz="2400" b="1" cap="all" dirty="0">
              <a:solidFill>
                <a:srgbClr val="404040"/>
              </a:solidFill>
              <a:cs typeface="+mn-ea"/>
              <a:sym typeface="+mn-lt"/>
            </a:endParaRPr>
          </a:p>
        </p:txBody>
      </p:sp>
      <p:sp>
        <p:nvSpPr>
          <p:cNvPr id="3" name="ï$ḻíḓé"/>
          <p:cNvSpPr/>
          <p:nvPr>
            <p:custDataLst>
              <p:tags r:id="rId2"/>
            </p:custDataLst>
          </p:nvPr>
        </p:nvSpPr>
        <p:spPr>
          <a:xfrm>
            <a:off x="2066290" y="1852295"/>
            <a:ext cx="3503295" cy="41783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numCol="1" spcCol="0" rtlCol="0" fromWordArt="0" anchor="t" anchorCtr="0" forceAA="0" compatLnSpc="1">
            <a:noAutofit/>
          </a:bodyPr>
          <a:lstStyle/>
          <a:p>
            <a:pPr lvl="0">
              <a:lnSpc>
                <a:spcPct val="150000"/>
              </a:lnSpc>
            </a:pPr>
            <a:r>
              <a:rPr lang="zh-CN" altLang="en-US" sz="1600" dirty="0">
                <a:solidFill>
                  <a:srgbClr val="404040"/>
                </a:solidFill>
                <a:cs typeface="+mn-ea"/>
                <a:sym typeface="+mn-lt"/>
              </a:rPr>
              <a:t>教育部等部门于</a:t>
            </a:r>
            <a:r>
              <a:rPr lang="en-US" altLang="zh-CN" sz="1600" dirty="0">
                <a:solidFill>
                  <a:srgbClr val="404040"/>
                </a:solidFill>
                <a:cs typeface="+mn-ea"/>
                <a:sym typeface="+mn-lt"/>
              </a:rPr>
              <a:t>2025</a:t>
            </a:r>
            <a:r>
              <a:rPr lang="zh-CN" altLang="en-US" sz="1600" dirty="0">
                <a:solidFill>
                  <a:srgbClr val="404040"/>
                </a:solidFill>
                <a:cs typeface="+mn-ea"/>
                <a:sym typeface="+mn-lt"/>
              </a:rPr>
              <a:t>年</a:t>
            </a:r>
            <a:r>
              <a:rPr lang="en-US" altLang="zh-CN" sz="1600" dirty="0">
                <a:solidFill>
                  <a:srgbClr val="404040"/>
                </a:solidFill>
                <a:cs typeface="+mn-ea"/>
                <a:sym typeface="+mn-lt"/>
              </a:rPr>
              <a:t>4</a:t>
            </a:r>
            <a:r>
              <a:rPr lang="zh-CN" altLang="en-US" sz="1600" dirty="0">
                <a:solidFill>
                  <a:srgbClr val="404040"/>
                </a:solidFill>
                <a:cs typeface="+mn-ea"/>
                <a:sym typeface="+mn-lt"/>
              </a:rPr>
              <a:t>月发布了</a:t>
            </a:r>
            <a:r>
              <a:rPr lang="zh-CN" altLang="en-US" sz="1600" dirty="0">
                <a:solidFill>
                  <a:srgbClr val="404040"/>
                </a:solidFill>
                <a:cs typeface="+mn-ea"/>
                <a:sym typeface="+mn-lt"/>
              </a:rPr>
              <a:t>《关于加快推进教育数字化意见》，文件中明确提出推动课程、教材、教学数字化变革，鼓励开发精品数字资源。</a:t>
            </a:r>
            <a:endParaRPr lang="en-US" altLang="zh-CN" sz="1600" dirty="0">
              <a:solidFill>
                <a:srgbClr val="404040"/>
              </a:solidFill>
              <a:cs typeface="+mn-ea"/>
              <a:sym typeface="+mn-lt"/>
            </a:endParaRPr>
          </a:p>
        </p:txBody>
      </p:sp>
      <p:sp>
        <p:nvSpPr>
          <p:cNvPr id="4" name="ïšľíďè"/>
          <p:cNvSpPr/>
          <p:nvPr>
            <p:custDataLst>
              <p:tags r:id="rId3"/>
            </p:custDataLst>
          </p:nvPr>
        </p:nvSpPr>
        <p:spPr>
          <a:xfrm>
            <a:off x="858910" y="3601705"/>
            <a:ext cx="4119450" cy="173359"/>
          </a:xfrm>
          <a:prstGeom prst="roundRect">
            <a:avLst>
              <a:gd name="adj" fmla="val 50000"/>
            </a:avLst>
          </a:prstGeom>
          <a:solidFill>
            <a:srgbClr val="0050F9">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4040"/>
              </a:solidFill>
              <a:cs typeface="+mn-ea"/>
              <a:sym typeface="+mn-lt"/>
            </a:endParaRPr>
          </a:p>
        </p:txBody>
      </p:sp>
      <p:sp>
        <p:nvSpPr>
          <p:cNvPr id="5" name="îṧľïďê"/>
          <p:cNvSpPr txBox="1"/>
          <p:nvPr>
            <p:custDataLst>
              <p:tags r:id="rId4"/>
            </p:custDataLst>
          </p:nvPr>
        </p:nvSpPr>
        <p:spPr>
          <a:xfrm>
            <a:off x="2336800" y="3937000"/>
            <a:ext cx="2911475" cy="460375"/>
          </a:xfrm>
          <a:prstGeom prst="rect">
            <a:avLst/>
          </a:prstGeom>
          <a:noFill/>
        </p:spPr>
        <p:txBody>
          <a:bodyPr wrap="square" rtlCol="0">
            <a:spAutoFit/>
          </a:bodyPr>
          <a:lstStyle/>
          <a:p>
            <a:pPr lvl="0">
              <a:spcBef>
                <a:spcPct val="0"/>
              </a:spcBef>
              <a:buSzPct val="25000"/>
              <a:defRPr/>
            </a:pPr>
            <a:r>
              <a:rPr lang="zh-CN" altLang="en-US" sz="2400" b="1" cap="all" dirty="0">
                <a:solidFill>
                  <a:srgbClr val="404040"/>
                </a:solidFill>
                <a:cs typeface="+mn-ea"/>
                <a:sym typeface="+mn-lt"/>
              </a:rPr>
              <a:t>社会（</a:t>
            </a:r>
            <a:r>
              <a:rPr lang="en-US" altLang="zh-CN" sz="2400" b="1" cap="all" dirty="0">
                <a:solidFill>
                  <a:srgbClr val="404040"/>
                </a:solidFill>
                <a:cs typeface="+mn-ea"/>
                <a:sym typeface="+mn-lt"/>
              </a:rPr>
              <a:t>S</a:t>
            </a:r>
            <a:r>
              <a:rPr lang="zh-CN" altLang="en-US" sz="2400" b="1" cap="all" dirty="0">
                <a:solidFill>
                  <a:srgbClr val="404040"/>
                </a:solidFill>
                <a:cs typeface="+mn-ea"/>
                <a:sym typeface="+mn-lt"/>
              </a:rPr>
              <a:t>）</a:t>
            </a:r>
            <a:endParaRPr lang="zh-CN" altLang="en-US" sz="2400" b="1" cap="all" dirty="0">
              <a:solidFill>
                <a:srgbClr val="404040"/>
              </a:solidFill>
              <a:cs typeface="+mn-ea"/>
              <a:sym typeface="+mn-lt"/>
            </a:endParaRPr>
          </a:p>
        </p:txBody>
      </p:sp>
      <p:sp>
        <p:nvSpPr>
          <p:cNvPr id="6" name="ï$ľïďè"/>
          <p:cNvSpPr/>
          <p:nvPr>
            <p:custDataLst>
              <p:tags r:id="rId5"/>
            </p:custDataLst>
          </p:nvPr>
        </p:nvSpPr>
        <p:spPr>
          <a:xfrm>
            <a:off x="2117725" y="4283075"/>
            <a:ext cx="4125595" cy="41783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numCol="1" spcCol="0" rtlCol="0" fromWordArt="0" anchor="t" anchorCtr="0" forceAA="0" compatLnSpc="1">
            <a:noAutofit/>
          </a:bodyPr>
          <a:lstStyle/>
          <a:p>
            <a:pPr>
              <a:lnSpc>
                <a:spcPct val="150000"/>
              </a:lnSpc>
            </a:pPr>
            <a:r>
              <a:rPr lang="zh-CN" altLang="en-US" sz="1600" dirty="0">
                <a:solidFill>
                  <a:srgbClr val="404040"/>
                </a:solidFill>
                <a:cs typeface="+mn-ea"/>
                <a:sym typeface="+mn-lt"/>
              </a:rPr>
              <a:t>高校学生有</a:t>
            </a:r>
            <a:r>
              <a:rPr lang="en-US" altLang="zh-CN" sz="1600" dirty="0">
                <a:solidFill>
                  <a:srgbClr val="404040"/>
                </a:solidFill>
                <a:cs typeface="+mn-ea"/>
                <a:sym typeface="+mn-lt"/>
              </a:rPr>
              <a:t>“</a:t>
            </a:r>
            <a:r>
              <a:rPr lang="zh-CN" altLang="en-US" sz="1600" dirty="0">
                <a:solidFill>
                  <a:srgbClr val="404040"/>
                </a:solidFill>
                <a:cs typeface="+mn-ea"/>
                <a:sym typeface="+mn-lt"/>
              </a:rPr>
              <a:t>传帮带</a:t>
            </a:r>
            <a:r>
              <a:rPr lang="en-US" altLang="zh-CN" sz="1600" dirty="0">
                <a:solidFill>
                  <a:srgbClr val="404040"/>
                </a:solidFill>
                <a:cs typeface="+mn-ea"/>
                <a:sym typeface="+mn-lt"/>
              </a:rPr>
              <a:t>”</a:t>
            </a:r>
            <a:r>
              <a:rPr lang="zh-CN" altLang="en-US" sz="1600" dirty="0">
                <a:solidFill>
                  <a:srgbClr val="404040"/>
                </a:solidFill>
                <a:cs typeface="+mn-ea"/>
                <a:sym typeface="+mn-lt"/>
              </a:rPr>
              <a:t>的社交需求，新生对学长学姐经验的信任度高，同时高年级学生有分享和建立个人影响力的意愿，用户基础的需求匹配度很好。且当前学生更依赖线上获取学习资源，对垂直、精准的学习社区需求在提升。。</a:t>
            </a:r>
            <a:endParaRPr lang="en-US" altLang="zh-CN" sz="1600" dirty="0">
              <a:solidFill>
                <a:srgbClr val="404040"/>
              </a:solidFill>
              <a:cs typeface="+mn-ea"/>
              <a:sym typeface="+mn-lt"/>
            </a:endParaRPr>
          </a:p>
        </p:txBody>
      </p:sp>
      <p:sp>
        <p:nvSpPr>
          <p:cNvPr id="7" name="íṥľîdè"/>
          <p:cNvSpPr/>
          <p:nvPr>
            <p:custDataLst>
              <p:tags r:id="rId6"/>
            </p:custDataLst>
          </p:nvPr>
        </p:nvSpPr>
        <p:spPr>
          <a:xfrm>
            <a:off x="924602" y="6121245"/>
            <a:ext cx="4119450" cy="173359"/>
          </a:xfrm>
          <a:prstGeom prst="roundRect">
            <a:avLst>
              <a:gd name="adj" fmla="val 50000"/>
            </a:avLst>
          </a:prstGeom>
          <a:solidFill>
            <a:srgbClr val="02CB94">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4040"/>
              </a:solidFill>
              <a:cs typeface="+mn-ea"/>
              <a:sym typeface="+mn-lt"/>
            </a:endParaRPr>
          </a:p>
        </p:txBody>
      </p:sp>
      <p:sp>
        <p:nvSpPr>
          <p:cNvPr id="8" name="ïśliḓè"/>
          <p:cNvSpPr txBox="1"/>
          <p:nvPr>
            <p:custDataLst>
              <p:tags r:id="rId7"/>
            </p:custDataLst>
          </p:nvPr>
        </p:nvSpPr>
        <p:spPr>
          <a:xfrm>
            <a:off x="7531100" y="1506855"/>
            <a:ext cx="2686685" cy="460375"/>
          </a:xfrm>
          <a:prstGeom prst="rect">
            <a:avLst/>
          </a:prstGeom>
          <a:noFill/>
        </p:spPr>
        <p:txBody>
          <a:bodyPr wrap="square" rtlCol="0">
            <a:spAutoFit/>
          </a:bodyPr>
          <a:lstStyle/>
          <a:p>
            <a:pPr>
              <a:spcBef>
                <a:spcPct val="0"/>
              </a:spcBef>
              <a:buSzPct val="25000"/>
              <a:defRPr/>
            </a:pPr>
            <a:r>
              <a:rPr lang="zh-CN" altLang="en-US" sz="2400" b="1" cap="all" dirty="0">
                <a:solidFill>
                  <a:srgbClr val="404040"/>
                </a:solidFill>
                <a:cs typeface="+mn-ea"/>
                <a:sym typeface="+mn-lt"/>
              </a:rPr>
              <a:t>市场背景（</a:t>
            </a:r>
            <a:r>
              <a:rPr lang="en-US" altLang="zh-CN" sz="2400" b="1" cap="all" dirty="0">
                <a:solidFill>
                  <a:srgbClr val="404040"/>
                </a:solidFill>
                <a:cs typeface="+mn-ea"/>
                <a:sym typeface="+mn-lt"/>
              </a:rPr>
              <a:t>E</a:t>
            </a:r>
            <a:r>
              <a:rPr lang="zh-CN" altLang="en-US" sz="2400" b="1" cap="all" dirty="0">
                <a:solidFill>
                  <a:srgbClr val="404040"/>
                </a:solidFill>
                <a:cs typeface="+mn-ea"/>
                <a:sym typeface="+mn-lt"/>
              </a:rPr>
              <a:t>）</a:t>
            </a:r>
            <a:endParaRPr lang="zh-CN" altLang="en-US" sz="2400" b="1" cap="all" dirty="0">
              <a:solidFill>
                <a:srgbClr val="404040"/>
              </a:solidFill>
              <a:cs typeface="+mn-ea"/>
              <a:sym typeface="+mn-lt"/>
            </a:endParaRPr>
          </a:p>
        </p:txBody>
      </p:sp>
      <p:sp>
        <p:nvSpPr>
          <p:cNvPr id="9" name="iṡḻidê"/>
          <p:cNvSpPr/>
          <p:nvPr>
            <p:custDataLst>
              <p:tags r:id="rId8"/>
            </p:custDataLst>
          </p:nvPr>
        </p:nvSpPr>
        <p:spPr>
          <a:xfrm>
            <a:off x="7531100" y="1852295"/>
            <a:ext cx="3773170" cy="41783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numCol="1" spcCol="0" rtlCol="0" fromWordArt="0" anchor="t" anchorCtr="0" forceAA="0" compatLnSpc="1">
            <a:noAutofit/>
          </a:bodyPr>
          <a:lstStyle/>
          <a:p>
            <a:pPr lvl="0">
              <a:lnSpc>
                <a:spcPct val="150000"/>
              </a:lnSpc>
            </a:pPr>
            <a:r>
              <a:rPr lang="zh-CN" altLang="en-US" sz="1600" dirty="0">
                <a:solidFill>
                  <a:srgbClr val="404040"/>
                </a:solidFill>
                <a:cs typeface="+mn-ea"/>
                <a:sym typeface="+mn-lt"/>
              </a:rPr>
              <a:t>相关报告指出，预计到</a:t>
            </a:r>
            <a:r>
              <a:rPr lang="en-US" altLang="zh-CN" sz="1600" dirty="0">
                <a:solidFill>
                  <a:srgbClr val="404040"/>
                </a:solidFill>
                <a:cs typeface="+mn-ea"/>
                <a:sym typeface="+mn-lt"/>
              </a:rPr>
              <a:t>2025</a:t>
            </a:r>
            <a:r>
              <a:rPr lang="zh-CN" altLang="en-US" sz="1600" dirty="0">
                <a:solidFill>
                  <a:srgbClr val="404040"/>
                </a:solidFill>
                <a:cs typeface="+mn-ea"/>
                <a:sym typeface="+mn-lt"/>
              </a:rPr>
              <a:t>年，中国教育资源共享平台用户总数将达到</a:t>
            </a:r>
            <a:r>
              <a:rPr lang="en-US" altLang="zh-CN" sz="1600" dirty="0">
                <a:solidFill>
                  <a:srgbClr val="404040"/>
                </a:solidFill>
                <a:cs typeface="+mn-ea"/>
                <a:sym typeface="+mn-lt"/>
              </a:rPr>
              <a:t>3.5</a:t>
            </a:r>
            <a:r>
              <a:rPr lang="zh-CN" altLang="en-US" sz="1600" dirty="0">
                <a:solidFill>
                  <a:srgbClr val="404040"/>
                </a:solidFill>
                <a:cs typeface="+mn-ea"/>
                <a:sym typeface="+mn-lt"/>
              </a:rPr>
              <a:t>亿人。中国的在线教育市场保持着快速增长。</a:t>
            </a:r>
            <a:endParaRPr lang="zh-CN" altLang="en-US" sz="1600" dirty="0">
              <a:solidFill>
                <a:srgbClr val="404040"/>
              </a:solidFill>
              <a:cs typeface="+mn-ea"/>
              <a:sym typeface="+mn-lt"/>
            </a:endParaRPr>
          </a:p>
        </p:txBody>
      </p:sp>
      <p:sp>
        <p:nvSpPr>
          <p:cNvPr id="10" name="îṡḻiḋê"/>
          <p:cNvSpPr/>
          <p:nvPr>
            <p:custDataLst>
              <p:tags r:id="rId9"/>
            </p:custDataLst>
          </p:nvPr>
        </p:nvSpPr>
        <p:spPr>
          <a:xfrm>
            <a:off x="6243221" y="3484230"/>
            <a:ext cx="4119450" cy="173359"/>
          </a:xfrm>
          <a:prstGeom prst="roundRect">
            <a:avLst>
              <a:gd name="adj" fmla="val 50000"/>
            </a:avLst>
          </a:prstGeom>
          <a:solidFill>
            <a:srgbClr val="02CB94">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4040"/>
              </a:solidFill>
              <a:cs typeface="+mn-ea"/>
              <a:sym typeface="+mn-lt"/>
            </a:endParaRPr>
          </a:p>
        </p:txBody>
      </p:sp>
      <p:sp>
        <p:nvSpPr>
          <p:cNvPr id="11" name="íślïde"/>
          <p:cNvSpPr txBox="1"/>
          <p:nvPr>
            <p:custDataLst>
              <p:tags r:id="rId10"/>
            </p:custDataLst>
          </p:nvPr>
        </p:nvSpPr>
        <p:spPr>
          <a:xfrm>
            <a:off x="7801506" y="3937281"/>
            <a:ext cx="1889084" cy="460375"/>
          </a:xfrm>
          <a:prstGeom prst="rect">
            <a:avLst/>
          </a:prstGeom>
          <a:noFill/>
        </p:spPr>
        <p:txBody>
          <a:bodyPr wrap="square" rtlCol="0">
            <a:spAutoFit/>
          </a:bodyPr>
          <a:lstStyle/>
          <a:p>
            <a:pPr>
              <a:spcBef>
                <a:spcPct val="0"/>
              </a:spcBef>
              <a:buSzPct val="25000"/>
              <a:defRPr/>
            </a:pPr>
            <a:r>
              <a:rPr lang="zh-CN" altLang="en-US" sz="2400" b="1" cap="all" dirty="0">
                <a:solidFill>
                  <a:srgbClr val="404040"/>
                </a:solidFill>
                <a:cs typeface="+mn-ea"/>
                <a:sym typeface="+mn-lt"/>
              </a:rPr>
              <a:t>输入小标题</a:t>
            </a:r>
            <a:endParaRPr lang="zh-CN" altLang="en-US" sz="2400" b="1" cap="all" dirty="0">
              <a:solidFill>
                <a:srgbClr val="404040"/>
              </a:solidFill>
              <a:cs typeface="+mn-ea"/>
              <a:sym typeface="+mn-lt"/>
            </a:endParaRPr>
          </a:p>
        </p:txBody>
      </p:sp>
      <p:sp>
        <p:nvSpPr>
          <p:cNvPr id="12" name="îslîḍé"/>
          <p:cNvSpPr/>
          <p:nvPr>
            <p:custDataLst>
              <p:tags r:id="rId11"/>
            </p:custDataLst>
          </p:nvPr>
        </p:nvSpPr>
        <p:spPr>
          <a:xfrm>
            <a:off x="7801610" y="4283075"/>
            <a:ext cx="3978275" cy="41783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numCol="1" spcCol="0" rtlCol="0" fromWordArt="0" anchor="t" anchorCtr="0" forceAA="0" compatLnSpc="1">
            <a:noAutofit/>
          </a:bodyPr>
          <a:lstStyle/>
          <a:p>
            <a:pPr>
              <a:lnSpc>
                <a:spcPct val="150000"/>
              </a:lnSpc>
            </a:pPr>
            <a:r>
              <a:rPr lang="zh-CN" altLang="en-US" sz="1600" dirty="0">
                <a:solidFill>
                  <a:srgbClr val="404040"/>
                </a:solidFill>
                <a:cs typeface="+mn-ea"/>
                <a:sym typeface="+mn-lt"/>
              </a:rPr>
              <a:t>移动互联网、云存储技术成熟，能支持资料上传、分类检索的基础功能；同时内容审核、用户身份验证（比如校园认证）的技术门槛不高，容易落地。后续可以通过</a:t>
            </a:r>
            <a:r>
              <a:rPr lang="en-US" altLang="zh-CN" sz="1600" dirty="0">
                <a:solidFill>
                  <a:srgbClr val="404040"/>
                </a:solidFill>
                <a:cs typeface="+mn-ea"/>
                <a:sym typeface="+mn-lt"/>
              </a:rPr>
              <a:t>AI</a:t>
            </a:r>
            <a:r>
              <a:rPr lang="zh-CN" altLang="en-US" sz="1600" dirty="0">
                <a:solidFill>
                  <a:srgbClr val="404040"/>
                </a:solidFill>
                <a:cs typeface="+mn-ea"/>
                <a:sym typeface="+mn-lt"/>
              </a:rPr>
              <a:t>做资料标签、推荐，或者经验内容的结构化整理，提升用户体验的技术空间大。</a:t>
            </a:r>
            <a:endParaRPr lang="zh-CN" altLang="en-US" sz="1600" dirty="0">
              <a:solidFill>
                <a:srgbClr val="404040"/>
              </a:solidFill>
              <a:cs typeface="+mn-ea"/>
              <a:sym typeface="+mn-lt"/>
            </a:endParaRPr>
          </a:p>
        </p:txBody>
      </p:sp>
      <p:sp>
        <p:nvSpPr>
          <p:cNvPr id="13" name="iSliḑè"/>
          <p:cNvSpPr/>
          <p:nvPr>
            <p:custDataLst>
              <p:tags r:id="rId12"/>
            </p:custDataLst>
          </p:nvPr>
        </p:nvSpPr>
        <p:spPr>
          <a:xfrm>
            <a:off x="6921688" y="6238720"/>
            <a:ext cx="4119450" cy="173359"/>
          </a:xfrm>
          <a:prstGeom prst="roundRect">
            <a:avLst>
              <a:gd name="adj" fmla="val 50000"/>
            </a:avLst>
          </a:prstGeom>
          <a:solidFill>
            <a:srgbClr val="0050F9">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04040"/>
              </a:solidFill>
              <a:cs typeface="+mn-ea"/>
              <a:sym typeface="+mn-lt"/>
            </a:endParaRPr>
          </a:p>
        </p:txBody>
      </p:sp>
      <p:sp>
        <p:nvSpPr>
          <p:cNvPr id="16" name="矩形: 圆角 15"/>
          <p:cNvSpPr/>
          <p:nvPr>
            <p:custDataLst>
              <p:tags r:id="rId13"/>
            </p:custDataLst>
          </p:nvPr>
        </p:nvSpPr>
        <p:spPr>
          <a:xfrm>
            <a:off x="858910" y="1626102"/>
            <a:ext cx="1053083" cy="701922"/>
          </a:xfrm>
          <a:prstGeom prst="roundRect">
            <a:avLst/>
          </a:prstGeom>
          <a:solidFill>
            <a:srgbClr val="0050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04040"/>
              </a:solidFill>
              <a:cs typeface="+mn-ea"/>
              <a:sym typeface="+mn-lt"/>
            </a:endParaRPr>
          </a:p>
        </p:txBody>
      </p:sp>
      <p:sp>
        <p:nvSpPr>
          <p:cNvPr id="17" name="矩形: 圆角 16"/>
          <p:cNvSpPr/>
          <p:nvPr>
            <p:custDataLst>
              <p:tags r:id="rId14"/>
            </p:custDataLst>
          </p:nvPr>
        </p:nvSpPr>
        <p:spPr>
          <a:xfrm>
            <a:off x="6323866" y="1612137"/>
            <a:ext cx="1053083" cy="701922"/>
          </a:xfrm>
          <a:prstGeom prst="roundRect">
            <a:avLst/>
          </a:prstGeom>
          <a:solidFill>
            <a:srgbClr val="02CB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04040"/>
              </a:solidFill>
              <a:cs typeface="+mn-ea"/>
              <a:sym typeface="+mn-lt"/>
            </a:endParaRPr>
          </a:p>
        </p:txBody>
      </p:sp>
      <p:sp>
        <p:nvSpPr>
          <p:cNvPr id="18" name="矩形: 圆角 17"/>
          <p:cNvSpPr/>
          <p:nvPr>
            <p:custDataLst>
              <p:tags r:id="rId15"/>
            </p:custDataLst>
          </p:nvPr>
        </p:nvSpPr>
        <p:spPr>
          <a:xfrm>
            <a:off x="1129072" y="4056742"/>
            <a:ext cx="1053083" cy="701922"/>
          </a:xfrm>
          <a:prstGeom prst="roundRect">
            <a:avLst/>
          </a:prstGeom>
          <a:solidFill>
            <a:srgbClr val="02CB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04040"/>
              </a:solidFill>
              <a:cs typeface="+mn-ea"/>
              <a:sym typeface="+mn-lt"/>
            </a:endParaRPr>
          </a:p>
        </p:txBody>
      </p:sp>
      <p:sp>
        <p:nvSpPr>
          <p:cNvPr id="19" name="矩形: 圆角 18"/>
          <p:cNvSpPr/>
          <p:nvPr>
            <p:custDataLst>
              <p:tags r:id="rId16"/>
            </p:custDataLst>
          </p:nvPr>
        </p:nvSpPr>
        <p:spPr>
          <a:xfrm>
            <a:off x="6594028" y="4054881"/>
            <a:ext cx="1053083" cy="701922"/>
          </a:xfrm>
          <a:prstGeom prst="roundRect">
            <a:avLst/>
          </a:prstGeom>
          <a:solidFill>
            <a:srgbClr val="0050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04040"/>
              </a:solidFill>
              <a:cs typeface="+mn-ea"/>
              <a:sym typeface="+mn-lt"/>
            </a:endParaRPr>
          </a:p>
        </p:txBody>
      </p:sp>
      <p:sp>
        <p:nvSpPr>
          <p:cNvPr id="20" name="iconfont-1124-841231"/>
          <p:cNvSpPr>
            <a:spLocks noChangeAspect="1"/>
          </p:cNvSpPr>
          <p:nvPr>
            <p:custDataLst>
              <p:tags r:id="rId17"/>
            </p:custDataLst>
          </p:nvPr>
        </p:nvSpPr>
        <p:spPr>
          <a:xfrm>
            <a:off x="6674088" y="1815178"/>
            <a:ext cx="352639" cy="296972"/>
          </a:xfrm>
          <a:custGeom>
            <a:avLst/>
            <a:gdLst>
              <a:gd name="T0" fmla="*/ 0 w 10133"/>
              <a:gd name="T1" fmla="*/ 6934 h 8534"/>
              <a:gd name="T2" fmla="*/ 1066 w 10133"/>
              <a:gd name="T3" fmla="*/ 6934 h 8534"/>
              <a:gd name="T4" fmla="*/ 1066 w 10133"/>
              <a:gd name="T5" fmla="*/ 7200 h 8534"/>
              <a:gd name="T6" fmla="*/ 533 w 10133"/>
              <a:gd name="T7" fmla="*/ 7200 h 8534"/>
              <a:gd name="T8" fmla="*/ 533 w 10133"/>
              <a:gd name="T9" fmla="*/ 7734 h 8534"/>
              <a:gd name="T10" fmla="*/ 1066 w 10133"/>
              <a:gd name="T11" fmla="*/ 7734 h 8534"/>
              <a:gd name="T12" fmla="*/ 1066 w 10133"/>
              <a:gd name="T13" fmla="*/ 8000 h 8534"/>
              <a:gd name="T14" fmla="*/ 0 w 10133"/>
              <a:gd name="T15" fmla="*/ 8000 h 8534"/>
              <a:gd name="T16" fmla="*/ 0 w 10133"/>
              <a:gd name="T17" fmla="*/ 8534 h 8534"/>
              <a:gd name="T18" fmla="*/ 1600 w 10133"/>
              <a:gd name="T19" fmla="*/ 8534 h 8534"/>
              <a:gd name="T20" fmla="*/ 1600 w 10133"/>
              <a:gd name="T21" fmla="*/ 6400 h 8534"/>
              <a:gd name="T22" fmla="*/ 0 w 10133"/>
              <a:gd name="T23" fmla="*/ 6400 h 8534"/>
              <a:gd name="T24" fmla="*/ 0 w 10133"/>
              <a:gd name="T25" fmla="*/ 6934 h 8534"/>
              <a:gd name="T26" fmla="*/ 533 w 10133"/>
              <a:gd name="T27" fmla="*/ 2134 h 8534"/>
              <a:gd name="T28" fmla="*/ 1066 w 10133"/>
              <a:gd name="T29" fmla="*/ 2134 h 8534"/>
              <a:gd name="T30" fmla="*/ 1066 w 10133"/>
              <a:gd name="T31" fmla="*/ 0 h 8534"/>
              <a:gd name="T32" fmla="*/ 0 w 10133"/>
              <a:gd name="T33" fmla="*/ 0 h 8534"/>
              <a:gd name="T34" fmla="*/ 0 w 10133"/>
              <a:gd name="T35" fmla="*/ 534 h 8534"/>
              <a:gd name="T36" fmla="*/ 533 w 10133"/>
              <a:gd name="T37" fmla="*/ 534 h 8534"/>
              <a:gd name="T38" fmla="*/ 533 w 10133"/>
              <a:gd name="T39" fmla="*/ 2134 h 8534"/>
              <a:gd name="T40" fmla="*/ 0 w 10133"/>
              <a:gd name="T41" fmla="*/ 3734 h 8534"/>
              <a:gd name="T42" fmla="*/ 960 w 10133"/>
              <a:gd name="T43" fmla="*/ 3734 h 8534"/>
              <a:gd name="T44" fmla="*/ 0 w 10133"/>
              <a:gd name="T45" fmla="*/ 4854 h 8534"/>
              <a:gd name="T46" fmla="*/ 0 w 10133"/>
              <a:gd name="T47" fmla="*/ 5334 h 8534"/>
              <a:gd name="T48" fmla="*/ 1600 w 10133"/>
              <a:gd name="T49" fmla="*/ 5334 h 8534"/>
              <a:gd name="T50" fmla="*/ 1600 w 10133"/>
              <a:gd name="T51" fmla="*/ 4800 h 8534"/>
              <a:gd name="T52" fmla="*/ 640 w 10133"/>
              <a:gd name="T53" fmla="*/ 4800 h 8534"/>
              <a:gd name="T54" fmla="*/ 1600 w 10133"/>
              <a:gd name="T55" fmla="*/ 3680 h 8534"/>
              <a:gd name="T56" fmla="*/ 1600 w 10133"/>
              <a:gd name="T57" fmla="*/ 3200 h 8534"/>
              <a:gd name="T58" fmla="*/ 0 w 10133"/>
              <a:gd name="T59" fmla="*/ 3200 h 8534"/>
              <a:gd name="T60" fmla="*/ 0 w 10133"/>
              <a:gd name="T61" fmla="*/ 3734 h 8534"/>
              <a:gd name="T62" fmla="*/ 2666 w 10133"/>
              <a:gd name="T63" fmla="*/ 534 h 8534"/>
              <a:gd name="T64" fmla="*/ 2666 w 10133"/>
              <a:gd name="T65" fmla="*/ 1600 h 8534"/>
              <a:gd name="T66" fmla="*/ 10133 w 10133"/>
              <a:gd name="T67" fmla="*/ 1600 h 8534"/>
              <a:gd name="T68" fmla="*/ 10133 w 10133"/>
              <a:gd name="T69" fmla="*/ 534 h 8534"/>
              <a:gd name="T70" fmla="*/ 2666 w 10133"/>
              <a:gd name="T71" fmla="*/ 534 h 8534"/>
              <a:gd name="T72" fmla="*/ 2666 w 10133"/>
              <a:gd name="T73" fmla="*/ 8000 h 8534"/>
              <a:gd name="T74" fmla="*/ 10133 w 10133"/>
              <a:gd name="T75" fmla="*/ 8000 h 8534"/>
              <a:gd name="T76" fmla="*/ 10133 w 10133"/>
              <a:gd name="T77" fmla="*/ 6934 h 8534"/>
              <a:gd name="T78" fmla="*/ 2666 w 10133"/>
              <a:gd name="T79" fmla="*/ 6934 h 8534"/>
              <a:gd name="T80" fmla="*/ 2666 w 10133"/>
              <a:gd name="T81" fmla="*/ 8000 h 8534"/>
              <a:gd name="T82" fmla="*/ 2666 w 10133"/>
              <a:gd name="T83" fmla="*/ 4800 h 8534"/>
              <a:gd name="T84" fmla="*/ 10133 w 10133"/>
              <a:gd name="T85" fmla="*/ 4800 h 8534"/>
              <a:gd name="T86" fmla="*/ 10133 w 10133"/>
              <a:gd name="T87" fmla="*/ 3734 h 8534"/>
              <a:gd name="T88" fmla="*/ 2666 w 10133"/>
              <a:gd name="T89" fmla="*/ 3734 h 8534"/>
              <a:gd name="T90" fmla="*/ 2666 w 10133"/>
              <a:gd name="T91" fmla="*/ 4800 h 8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133" h="8534">
                <a:moveTo>
                  <a:pt x="0" y="6934"/>
                </a:moveTo>
                <a:lnTo>
                  <a:pt x="1066" y="6934"/>
                </a:lnTo>
                <a:lnTo>
                  <a:pt x="1066" y="7200"/>
                </a:lnTo>
                <a:lnTo>
                  <a:pt x="533" y="7200"/>
                </a:lnTo>
                <a:lnTo>
                  <a:pt x="533" y="7734"/>
                </a:lnTo>
                <a:lnTo>
                  <a:pt x="1066" y="7734"/>
                </a:lnTo>
                <a:lnTo>
                  <a:pt x="1066" y="8000"/>
                </a:lnTo>
                <a:lnTo>
                  <a:pt x="0" y="8000"/>
                </a:lnTo>
                <a:lnTo>
                  <a:pt x="0" y="8534"/>
                </a:lnTo>
                <a:lnTo>
                  <a:pt x="1600" y="8534"/>
                </a:lnTo>
                <a:lnTo>
                  <a:pt x="1600" y="6400"/>
                </a:lnTo>
                <a:lnTo>
                  <a:pt x="0" y="6400"/>
                </a:lnTo>
                <a:lnTo>
                  <a:pt x="0" y="6934"/>
                </a:lnTo>
                <a:close/>
                <a:moveTo>
                  <a:pt x="533" y="2134"/>
                </a:moveTo>
                <a:lnTo>
                  <a:pt x="1066" y="2134"/>
                </a:lnTo>
                <a:lnTo>
                  <a:pt x="1066" y="0"/>
                </a:lnTo>
                <a:lnTo>
                  <a:pt x="0" y="0"/>
                </a:lnTo>
                <a:lnTo>
                  <a:pt x="0" y="534"/>
                </a:lnTo>
                <a:lnTo>
                  <a:pt x="533" y="534"/>
                </a:lnTo>
                <a:lnTo>
                  <a:pt x="533" y="2134"/>
                </a:lnTo>
                <a:close/>
                <a:moveTo>
                  <a:pt x="0" y="3734"/>
                </a:moveTo>
                <a:lnTo>
                  <a:pt x="960" y="3734"/>
                </a:lnTo>
                <a:lnTo>
                  <a:pt x="0" y="4854"/>
                </a:lnTo>
                <a:lnTo>
                  <a:pt x="0" y="5334"/>
                </a:lnTo>
                <a:lnTo>
                  <a:pt x="1600" y="5334"/>
                </a:lnTo>
                <a:lnTo>
                  <a:pt x="1600" y="4800"/>
                </a:lnTo>
                <a:lnTo>
                  <a:pt x="640" y="4800"/>
                </a:lnTo>
                <a:lnTo>
                  <a:pt x="1600" y="3680"/>
                </a:lnTo>
                <a:lnTo>
                  <a:pt x="1600" y="3200"/>
                </a:lnTo>
                <a:lnTo>
                  <a:pt x="0" y="3200"/>
                </a:lnTo>
                <a:lnTo>
                  <a:pt x="0" y="3734"/>
                </a:lnTo>
                <a:close/>
                <a:moveTo>
                  <a:pt x="2666" y="534"/>
                </a:moveTo>
                <a:lnTo>
                  <a:pt x="2666" y="1600"/>
                </a:lnTo>
                <a:lnTo>
                  <a:pt x="10133" y="1600"/>
                </a:lnTo>
                <a:lnTo>
                  <a:pt x="10133" y="534"/>
                </a:lnTo>
                <a:lnTo>
                  <a:pt x="2666" y="534"/>
                </a:lnTo>
                <a:close/>
                <a:moveTo>
                  <a:pt x="2666" y="8000"/>
                </a:moveTo>
                <a:lnTo>
                  <a:pt x="10133" y="8000"/>
                </a:lnTo>
                <a:lnTo>
                  <a:pt x="10133" y="6934"/>
                </a:lnTo>
                <a:lnTo>
                  <a:pt x="2666" y="6934"/>
                </a:lnTo>
                <a:lnTo>
                  <a:pt x="2666" y="8000"/>
                </a:lnTo>
                <a:close/>
                <a:moveTo>
                  <a:pt x="2666" y="4800"/>
                </a:moveTo>
                <a:lnTo>
                  <a:pt x="10133" y="4800"/>
                </a:lnTo>
                <a:lnTo>
                  <a:pt x="10133" y="3734"/>
                </a:lnTo>
                <a:lnTo>
                  <a:pt x="2666" y="3734"/>
                </a:lnTo>
                <a:lnTo>
                  <a:pt x="2666" y="48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04040"/>
              </a:solidFill>
              <a:cs typeface="+mn-ea"/>
              <a:sym typeface="+mn-lt"/>
            </a:endParaRPr>
          </a:p>
        </p:txBody>
      </p:sp>
      <p:sp>
        <p:nvSpPr>
          <p:cNvPr id="21" name="iconfont-10499-5121525"/>
          <p:cNvSpPr>
            <a:spLocks noChangeAspect="1"/>
          </p:cNvSpPr>
          <p:nvPr>
            <p:custDataLst>
              <p:tags r:id="rId18"/>
            </p:custDataLst>
          </p:nvPr>
        </p:nvSpPr>
        <p:spPr>
          <a:xfrm>
            <a:off x="1474471" y="4258427"/>
            <a:ext cx="363342" cy="319654"/>
          </a:xfrm>
          <a:custGeom>
            <a:avLst/>
            <a:gdLst>
              <a:gd name="T0" fmla="*/ 9125 w 11208"/>
              <a:gd name="T1" fmla="*/ 4533 h 9861"/>
              <a:gd name="T2" fmla="*/ 4287 w 11208"/>
              <a:gd name="T3" fmla="*/ 4533 h 9861"/>
              <a:gd name="T4" fmla="*/ 4022 w 11208"/>
              <a:gd name="T5" fmla="*/ 4798 h 9861"/>
              <a:gd name="T6" fmla="*/ 4287 w 11208"/>
              <a:gd name="T7" fmla="*/ 5063 h 9861"/>
              <a:gd name="T8" fmla="*/ 9125 w 11208"/>
              <a:gd name="T9" fmla="*/ 5063 h 9861"/>
              <a:gd name="T10" fmla="*/ 9390 w 11208"/>
              <a:gd name="T11" fmla="*/ 4798 h 9861"/>
              <a:gd name="T12" fmla="*/ 9125 w 11208"/>
              <a:gd name="T13" fmla="*/ 4533 h 9861"/>
              <a:gd name="T14" fmla="*/ 9125 w 11208"/>
              <a:gd name="T15" fmla="*/ 6759 h 9861"/>
              <a:gd name="T16" fmla="*/ 4287 w 11208"/>
              <a:gd name="T17" fmla="*/ 6759 h 9861"/>
              <a:gd name="T18" fmla="*/ 4022 w 11208"/>
              <a:gd name="T19" fmla="*/ 7024 h 9861"/>
              <a:gd name="T20" fmla="*/ 4287 w 11208"/>
              <a:gd name="T21" fmla="*/ 7289 h 9861"/>
              <a:gd name="T22" fmla="*/ 9125 w 11208"/>
              <a:gd name="T23" fmla="*/ 7289 h 9861"/>
              <a:gd name="T24" fmla="*/ 9390 w 11208"/>
              <a:gd name="T25" fmla="*/ 7024 h 9861"/>
              <a:gd name="T26" fmla="*/ 9125 w 11208"/>
              <a:gd name="T27" fmla="*/ 6759 h 9861"/>
              <a:gd name="T28" fmla="*/ 10514 w 11208"/>
              <a:gd name="T29" fmla="*/ 1614 h 9861"/>
              <a:gd name="T30" fmla="*/ 7043 w 11208"/>
              <a:gd name="T31" fmla="*/ 1614 h 9861"/>
              <a:gd name="T32" fmla="*/ 6982 w 11208"/>
              <a:gd name="T33" fmla="*/ 1450 h 9861"/>
              <a:gd name="T34" fmla="*/ 5185 w 11208"/>
              <a:gd name="T35" fmla="*/ 0 h 9861"/>
              <a:gd name="T36" fmla="*/ 694 w 11208"/>
              <a:gd name="T37" fmla="*/ 0 h 9861"/>
              <a:gd name="T38" fmla="*/ 0 w 11208"/>
              <a:gd name="T39" fmla="*/ 674 h 9861"/>
              <a:gd name="T40" fmla="*/ 0 w 11208"/>
              <a:gd name="T41" fmla="*/ 9188 h 9861"/>
              <a:gd name="T42" fmla="*/ 694 w 11208"/>
              <a:gd name="T43" fmla="*/ 9861 h 9861"/>
              <a:gd name="T44" fmla="*/ 10514 w 11208"/>
              <a:gd name="T45" fmla="*/ 9861 h 9861"/>
              <a:gd name="T46" fmla="*/ 11208 w 11208"/>
              <a:gd name="T47" fmla="*/ 9188 h 9861"/>
              <a:gd name="T48" fmla="*/ 11208 w 11208"/>
              <a:gd name="T49" fmla="*/ 2288 h 9861"/>
              <a:gd name="T50" fmla="*/ 10514 w 11208"/>
              <a:gd name="T51" fmla="*/ 1614 h 9861"/>
              <a:gd name="T52" fmla="*/ 694 w 11208"/>
              <a:gd name="T53" fmla="*/ 981 h 9861"/>
              <a:gd name="T54" fmla="*/ 1654 w 11208"/>
              <a:gd name="T55" fmla="*/ 532 h 9861"/>
              <a:gd name="T56" fmla="*/ 4430 w 11208"/>
              <a:gd name="T57" fmla="*/ 532 h 9861"/>
              <a:gd name="T58" fmla="*/ 6145 w 11208"/>
              <a:gd name="T59" fmla="*/ 1186 h 9861"/>
              <a:gd name="T60" fmla="*/ 6309 w 11208"/>
              <a:gd name="T61" fmla="*/ 1595 h 9861"/>
              <a:gd name="T62" fmla="*/ 694 w 11208"/>
              <a:gd name="T63" fmla="*/ 1595 h 9861"/>
              <a:gd name="T64" fmla="*/ 694 w 11208"/>
              <a:gd name="T65" fmla="*/ 981 h 9861"/>
              <a:gd name="T66" fmla="*/ 10554 w 11208"/>
              <a:gd name="T67" fmla="*/ 8453 h 9861"/>
              <a:gd name="T68" fmla="*/ 9635 w 11208"/>
              <a:gd name="T69" fmla="*/ 9249 h 9861"/>
              <a:gd name="T70" fmla="*/ 1613 w 11208"/>
              <a:gd name="T71" fmla="*/ 9249 h 9861"/>
              <a:gd name="T72" fmla="*/ 694 w 11208"/>
              <a:gd name="T73" fmla="*/ 8330 h 9861"/>
              <a:gd name="T74" fmla="*/ 694 w 11208"/>
              <a:gd name="T75" fmla="*/ 2246 h 9861"/>
              <a:gd name="T76" fmla="*/ 9799 w 11208"/>
              <a:gd name="T77" fmla="*/ 2246 h 9861"/>
              <a:gd name="T78" fmla="*/ 10554 w 11208"/>
              <a:gd name="T79" fmla="*/ 3165 h 9861"/>
              <a:gd name="T80" fmla="*/ 10554 w 11208"/>
              <a:gd name="T81" fmla="*/ 8453 h 9861"/>
              <a:gd name="T82" fmla="*/ 1816 w 11208"/>
              <a:gd name="T83" fmla="*/ 4329 h 9861"/>
              <a:gd name="T84" fmla="*/ 2674 w 11208"/>
              <a:gd name="T85" fmla="*/ 4329 h 9861"/>
              <a:gd name="T86" fmla="*/ 2674 w 11208"/>
              <a:gd name="T87" fmla="*/ 5186 h 9861"/>
              <a:gd name="T88" fmla="*/ 1816 w 11208"/>
              <a:gd name="T89" fmla="*/ 5186 h 9861"/>
              <a:gd name="T90" fmla="*/ 1816 w 11208"/>
              <a:gd name="T91" fmla="*/ 4329 h 9861"/>
              <a:gd name="T92" fmla="*/ 1816 w 11208"/>
              <a:gd name="T93" fmla="*/ 6595 h 9861"/>
              <a:gd name="T94" fmla="*/ 2674 w 11208"/>
              <a:gd name="T95" fmla="*/ 6595 h 9861"/>
              <a:gd name="T96" fmla="*/ 2674 w 11208"/>
              <a:gd name="T97" fmla="*/ 7453 h 9861"/>
              <a:gd name="T98" fmla="*/ 1816 w 11208"/>
              <a:gd name="T99" fmla="*/ 7453 h 9861"/>
              <a:gd name="T100" fmla="*/ 1816 w 11208"/>
              <a:gd name="T101" fmla="*/ 6595 h 9861"/>
              <a:gd name="T102" fmla="*/ 1816 w 11208"/>
              <a:gd name="T103" fmla="*/ 6595 h 98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208" h="9861">
                <a:moveTo>
                  <a:pt x="9125" y="4533"/>
                </a:moveTo>
                <a:lnTo>
                  <a:pt x="4287" y="4533"/>
                </a:lnTo>
                <a:cubicBezTo>
                  <a:pt x="4144" y="4533"/>
                  <a:pt x="4022" y="4655"/>
                  <a:pt x="4022" y="4798"/>
                </a:cubicBezTo>
                <a:cubicBezTo>
                  <a:pt x="4022" y="4940"/>
                  <a:pt x="4144" y="5063"/>
                  <a:pt x="4287" y="5063"/>
                </a:cubicBezTo>
                <a:lnTo>
                  <a:pt x="9125" y="5063"/>
                </a:lnTo>
                <a:cubicBezTo>
                  <a:pt x="9268" y="5063"/>
                  <a:pt x="9390" y="4940"/>
                  <a:pt x="9390" y="4798"/>
                </a:cubicBezTo>
                <a:cubicBezTo>
                  <a:pt x="9390" y="4635"/>
                  <a:pt x="9268" y="4533"/>
                  <a:pt x="9125" y="4533"/>
                </a:cubicBezTo>
                <a:close/>
                <a:moveTo>
                  <a:pt x="9125" y="6759"/>
                </a:moveTo>
                <a:lnTo>
                  <a:pt x="4287" y="6759"/>
                </a:lnTo>
                <a:cubicBezTo>
                  <a:pt x="4144" y="6759"/>
                  <a:pt x="4022" y="6881"/>
                  <a:pt x="4022" y="7024"/>
                </a:cubicBezTo>
                <a:cubicBezTo>
                  <a:pt x="4022" y="7166"/>
                  <a:pt x="4144" y="7289"/>
                  <a:pt x="4287" y="7289"/>
                </a:cubicBezTo>
                <a:lnTo>
                  <a:pt x="9125" y="7289"/>
                </a:lnTo>
                <a:cubicBezTo>
                  <a:pt x="9268" y="7289"/>
                  <a:pt x="9390" y="7166"/>
                  <a:pt x="9390" y="7024"/>
                </a:cubicBezTo>
                <a:cubicBezTo>
                  <a:pt x="9390" y="6881"/>
                  <a:pt x="9268" y="6759"/>
                  <a:pt x="9125" y="6759"/>
                </a:cubicBezTo>
                <a:close/>
                <a:moveTo>
                  <a:pt x="10514" y="1614"/>
                </a:moveTo>
                <a:lnTo>
                  <a:pt x="7043" y="1614"/>
                </a:lnTo>
                <a:lnTo>
                  <a:pt x="6982" y="1450"/>
                </a:lnTo>
                <a:cubicBezTo>
                  <a:pt x="6573" y="306"/>
                  <a:pt x="5777" y="21"/>
                  <a:pt x="5185" y="0"/>
                </a:cubicBezTo>
                <a:lnTo>
                  <a:pt x="694" y="0"/>
                </a:lnTo>
                <a:cubicBezTo>
                  <a:pt x="307" y="0"/>
                  <a:pt x="0" y="306"/>
                  <a:pt x="0" y="674"/>
                </a:cubicBezTo>
                <a:lnTo>
                  <a:pt x="0" y="9188"/>
                </a:lnTo>
                <a:cubicBezTo>
                  <a:pt x="0" y="9555"/>
                  <a:pt x="307" y="9861"/>
                  <a:pt x="694" y="9861"/>
                </a:cubicBezTo>
                <a:lnTo>
                  <a:pt x="10514" y="9861"/>
                </a:lnTo>
                <a:cubicBezTo>
                  <a:pt x="10902" y="9861"/>
                  <a:pt x="11208" y="9555"/>
                  <a:pt x="11208" y="9188"/>
                </a:cubicBezTo>
                <a:lnTo>
                  <a:pt x="11208" y="2288"/>
                </a:lnTo>
                <a:cubicBezTo>
                  <a:pt x="11208" y="1920"/>
                  <a:pt x="10902" y="1614"/>
                  <a:pt x="10514" y="1614"/>
                </a:cubicBezTo>
                <a:close/>
                <a:moveTo>
                  <a:pt x="694" y="981"/>
                </a:moveTo>
                <a:cubicBezTo>
                  <a:pt x="694" y="450"/>
                  <a:pt x="878" y="532"/>
                  <a:pt x="1654" y="532"/>
                </a:cubicBezTo>
                <a:lnTo>
                  <a:pt x="4430" y="532"/>
                </a:lnTo>
                <a:cubicBezTo>
                  <a:pt x="5614" y="532"/>
                  <a:pt x="5920" y="797"/>
                  <a:pt x="6145" y="1186"/>
                </a:cubicBezTo>
                <a:lnTo>
                  <a:pt x="6309" y="1595"/>
                </a:lnTo>
                <a:lnTo>
                  <a:pt x="694" y="1595"/>
                </a:lnTo>
                <a:lnTo>
                  <a:pt x="694" y="981"/>
                </a:lnTo>
                <a:close/>
                <a:moveTo>
                  <a:pt x="10554" y="8453"/>
                </a:moveTo>
                <a:cubicBezTo>
                  <a:pt x="10554" y="9229"/>
                  <a:pt x="10289" y="9249"/>
                  <a:pt x="9635" y="9249"/>
                </a:cubicBezTo>
                <a:lnTo>
                  <a:pt x="1613" y="9249"/>
                </a:lnTo>
                <a:cubicBezTo>
                  <a:pt x="816" y="9249"/>
                  <a:pt x="694" y="9188"/>
                  <a:pt x="694" y="8330"/>
                </a:cubicBezTo>
                <a:lnTo>
                  <a:pt x="694" y="2246"/>
                </a:lnTo>
                <a:lnTo>
                  <a:pt x="9799" y="2246"/>
                </a:lnTo>
                <a:cubicBezTo>
                  <a:pt x="10657" y="2246"/>
                  <a:pt x="10554" y="2573"/>
                  <a:pt x="10554" y="3165"/>
                </a:cubicBezTo>
                <a:lnTo>
                  <a:pt x="10554" y="8453"/>
                </a:lnTo>
                <a:close/>
                <a:moveTo>
                  <a:pt x="1816" y="4329"/>
                </a:moveTo>
                <a:lnTo>
                  <a:pt x="2674" y="4329"/>
                </a:lnTo>
                <a:lnTo>
                  <a:pt x="2674" y="5186"/>
                </a:lnTo>
                <a:lnTo>
                  <a:pt x="1816" y="5186"/>
                </a:lnTo>
                <a:lnTo>
                  <a:pt x="1816" y="4329"/>
                </a:lnTo>
                <a:close/>
                <a:moveTo>
                  <a:pt x="1816" y="6595"/>
                </a:moveTo>
                <a:lnTo>
                  <a:pt x="2674" y="6595"/>
                </a:lnTo>
                <a:lnTo>
                  <a:pt x="2674" y="7453"/>
                </a:lnTo>
                <a:lnTo>
                  <a:pt x="1816" y="7453"/>
                </a:lnTo>
                <a:lnTo>
                  <a:pt x="1816" y="6595"/>
                </a:lnTo>
                <a:close/>
                <a:moveTo>
                  <a:pt x="1816" y="6595"/>
                </a:move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04040"/>
              </a:solidFill>
              <a:cs typeface="+mn-ea"/>
              <a:sym typeface="+mn-lt"/>
            </a:endParaRPr>
          </a:p>
        </p:txBody>
      </p:sp>
      <p:sp>
        <p:nvSpPr>
          <p:cNvPr id="22" name="iconfont-11253-5330626"/>
          <p:cNvSpPr>
            <a:spLocks noChangeAspect="1"/>
          </p:cNvSpPr>
          <p:nvPr>
            <p:custDataLst>
              <p:tags r:id="rId19"/>
            </p:custDataLst>
          </p:nvPr>
        </p:nvSpPr>
        <p:spPr>
          <a:xfrm>
            <a:off x="6921779" y="4258427"/>
            <a:ext cx="375160" cy="294830"/>
          </a:xfrm>
          <a:custGeom>
            <a:avLst/>
            <a:gdLst>
              <a:gd name="T0" fmla="*/ 2143 w 10001"/>
              <a:gd name="T1" fmla="*/ 1073 h 7859"/>
              <a:gd name="T2" fmla="*/ 1071 w 10001"/>
              <a:gd name="T3" fmla="*/ 2145 h 7859"/>
              <a:gd name="T4" fmla="*/ 0 w 10001"/>
              <a:gd name="T5" fmla="*/ 1073 h 7859"/>
              <a:gd name="T6" fmla="*/ 1072 w 10001"/>
              <a:gd name="T7" fmla="*/ 0 h 7859"/>
              <a:gd name="T8" fmla="*/ 1831 w 10001"/>
              <a:gd name="T9" fmla="*/ 3170 h 7859"/>
              <a:gd name="T10" fmla="*/ 1831 w 10001"/>
              <a:gd name="T11" fmla="*/ 4690 h 7859"/>
              <a:gd name="T12" fmla="*/ 311 w 10001"/>
              <a:gd name="T13" fmla="*/ 4690 h 7859"/>
              <a:gd name="T14" fmla="*/ 312 w 10001"/>
              <a:gd name="T15" fmla="*/ 3170 h 7859"/>
              <a:gd name="T16" fmla="*/ 1831 w 10001"/>
              <a:gd name="T17" fmla="*/ 3170 h 7859"/>
              <a:gd name="T18" fmla="*/ 2143 w 10001"/>
              <a:gd name="T19" fmla="*/ 6786 h 7859"/>
              <a:gd name="T20" fmla="*/ 1071 w 10001"/>
              <a:gd name="T21" fmla="*/ 7859 h 7859"/>
              <a:gd name="T22" fmla="*/ 0 w 10001"/>
              <a:gd name="T23" fmla="*/ 6786 h 7859"/>
              <a:gd name="T24" fmla="*/ 1072 w 10001"/>
              <a:gd name="T25" fmla="*/ 5714 h 7859"/>
              <a:gd name="T26" fmla="*/ 10001 w 10001"/>
              <a:gd name="T27" fmla="*/ 537 h 7859"/>
              <a:gd name="T28" fmla="*/ 9949 w 10001"/>
              <a:gd name="T29" fmla="*/ 1733 h 7859"/>
              <a:gd name="T30" fmla="*/ 3036 w 10001"/>
              <a:gd name="T31" fmla="*/ 1785 h 7859"/>
              <a:gd name="T32" fmla="*/ 2859 w 10001"/>
              <a:gd name="T33" fmla="*/ 1608 h 7859"/>
              <a:gd name="T34" fmla="*/ 2911 w 10001"/>
              <a:gd name="T35" fmla="*/ 412 h 7859"/>
              <a:gd name="T36" fmla="*/ 9822 w 10001"/>
              <a:gd name="T37" fmla="*/ 359 h 7859"/>
              <a:gd name="T38" fmla="*/ 10001 w 10001"/>
              <a:gd name="T39" fmla="*/ 537 h 7859"/>
              <a:gd name="T40" fmla="*/ 10001 w 10001"/>
              <a:gd name="T41" fmla="*/ 4464 h 7859"/>
              <a:gd name="T42" fmla="*/ 9824 w 10001"/>
              <a:gd name="T43" fmla="*/ 4642 h 7859"/>
              <a:gd name="T44" fmla="*/ 2911 w 10001"/>
              <a:gd name="T45" fmla="*/ 4589 h 7859"/>
              <a:gd name="T46" fmla="*/ 2859 w 10001"/>
              <a:gd name="T47" fmla="*/ 3393 h 7859"/>
              <a:gd name="T48" fmla="*/ 3036 w 10001"/>
              <a:gd name="T49" fmla="*/ 3215 h 7859"/>
              <a:gd name="T50" fmla="*/ 9947 w 10001"/>
              <a:gd name="T51" fmla="*/ 3268 h 7859"/>
              <a:gd name="T52" fmla="*/ 10001 w 10001"/>
              <a:gd name="T53" fmla="*/ 6250 h 7859"/>
              <a:gd name="T54" fmla="*/ 9949 w 10001"/>
              <a:gd name="T55" fmla="*/ 7447 h 7859"/>
              <a:gd name="T56" fmla="*/ 3036 w 10001"/>
              <a:gd name="T57" fmla="*/ 7499 h 7859"/>
              <a:gd name="T58" fmla="*/ 2859 w 10001"/>
              <a:gd name="T59" fmla="*/ 7322 h 7859"/>
              <a:gd name="T60" fmla="*/ 2911 w 10001"/>
              <a:gd name="T61" fmla="*/ 6125 h 7859"/>
              <a:gd name="T62" fmla="*/ 9822 w 10001"/>
              <a:gd name="T63" fmla="*/ 6073 h 7859"/>
              <a:gd name="T64" fmla="*/ 10001 w 10001"/>
              <a:gd name="T65" fmla="*/ 6250 h 7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001" h="7859">
                <a:moveTo>
                  <a:pt x="1831" y="313"/>
                </a:moveTo>
                <a:cubicBezTo>
                  <a:pt x="2039" y="521"/>
                  <a:pt x="2143" y="774"/>
                  <a:pt x="2143" y="1073"/>
                </a:cubicBezTo>
                <a:cubicBezTo>
                  <a:pt x="2143" y="1370"/>
                  <a:pt x="2039" y="1623"/>
                  <a:pt x="1831" y="1833"/>
                </a:cubicBezTo>
                <a:cubicBezTo>
                  <a:pt x="1622" y="2042"/>
                  <a:pt x="1370" y="2145"/>
                  <a:pt x="1071" y="2145"/>
                </a:cubicBezTo>
                <a:cubicBezTo>
                  <a:pt x="772" y="2145"/>
                  <a:pt x="521" y="2040"/>
                  <a:pt x="311" y="1833"/>
                </a:cubicBezTo>
                <a:cubicBezTo>
                  <a:pt x="103" y="1624"/>
                  <a:pt x="0" y="1372"/>
                  <a:pt x="0" y="1073"/>
                </a:cubicBezTo>
                <a:cubicBezTo>
                  <a:pt x="0" y="775"/>
                  <a:pt x="105" y="523"/>
                  <a:pt x="312" y="313"/>
                </a:cubicBezTo>
                <a:cubicBezTo>
                  <a:pt x="520" y="105"/>
                  <a:pt x="773" y="0"/>
                  <a:pt x="1072" y="0"/>
                </a:cubicBezTo>
                <a:cubicBezTo>
                  <a:pt x="1370" y="0"/>
                  <a:pt x="1623" y="104"/>
                  <a:pt x="1831" y="313"/>
                </a:cubicBezTo>
                <a:close/>
                <a:moveTo>
                  <a:pt x="1831" y="3170"/>
                </a:moveTo>
                <a:cubicBezTo>
                  <a:pt x="2039" y="3379"/>
                  <a:pt x="2143" y="3631"/>
                  <a:pt x="2143" y="3930"/>
                </a:cubicBezTo>
                <a:cubicBezTo>
                  <a:pt x="2143" y="4228"/>
                  <a:pt x="2039" y="4480"/>
                  <a:pt x="1831" y="4690"/>
                </a:cubicBezTo>
                <a:cubicBezTo>
                  <a:pt x="1622" y="4899"/>
                  <a:pt x="1370" y="5003"/>
                  <a:pt x="1071" y="5003"/>
                </a:cubicBezTo>
                <a:cubicBezTo>
                  <a:pt x="772" y="5003"/>
                  <a:pt x="521" y="4898"/>
                  <a:pt x="311" y="4690"/>
                </a:cubicBezTo>
                <a:cubicBezTo>
                  <a:pt x="103" y="4481"/>
                  <a:pt x="0" y="4228"/>
                  <a:pt x="0" y="3930"/>
                </a:cubicBezTo>
                <a:cubicBezTo>
                  <a:pt x="0" y="3633"/>
                  <a:pt x="105" y="3380"/>
                  <a:pt x="312" y="3170"/>
                </a:cubicBezTo>
                <a:cubicBezTo>
                  <a:pt x="520" y="2963"/>
                  <a:pt x="773" y="2858"/>
                  <a:pt x="1072" y="2858"/>
                </a:cubicBezTo>
                <a:cubicBezTo>
                  <a:pt x="1370" y="2858"/>
                  <a:pt x="1623" y="2961"/>
                  <a:pt x="1831" y="3170"/>
                </a:cubicBezTo>
                <a:close/>
                <a:moveTo>
                  <a:pt x="1831" y="6027"/>
                </a:moveTo>
                <a:cubicBezTo>
                  <a:pt x="2039" y="6235"/>
                  <a:pt x="2143" y="6488"/>
                  <a:pt x="2143" y="6786"/>
                </a:cubicBezTo>
                <a:cubicBezTo>
                  <a:pt x="2143" y="7085"/>
                  <a:pt x="2039" y="7336"/>
                  <a:pt x="1831" y="7546"/>
                </a:cubicBezTo>
                <a:cubicBezTo>
                  <a:pt x="1622" y="7754"/>
                  <a:pt x="1370" y="7859"/>
                  <a:pt x="1071" y="7859"/>
                </a:cubicBezTo>
                <a:cubicBezTo>
                  <a:pt x="772" y="7859"/>
                  <a:pt x="521" y="7754"/>
                  <a:pt x="311" y="7546"/>
                </a:cubicBezTo>
                <a:cubicBezTo>
                  <a:pt x="103" y="7338"/>
                  <a:pt x="0" y="7084"/>
                  <a:pt x="0" y="6786"/>
                </a:cubicBezTo>
                <a:cubicBezTo>
                  <a:pt x="0" y="6489"/>
                  <a:pt x="105" y="6236"/>
                  <a:pt x="312" y="6027"/>
                </a:cubicBezTo>
                <a:cubicBezTo>
                  <a:pt x="520" y="5819"/>
                  <a:pt x="773" y="5714"/>
                  <a:pt x="1072" y="5714"/>
                </a:cubicBezTo>
                <a:cubicBezTo>
                  <a:pt x="1370" y="5715"/>
                  <a:pt x="1623" y="5819"/>
                  <a:pt x="1831" y="6027"/>
                </a:cubicBezTo>
                <a:close/>
                <a:moveTo>
                  <a:pt x="10001" y="537"/>
                </a:moveTo>
                <a:lnTo>
                  <a:pt x="10001" y="1608"/>
                </a:lnTo>
                <a:cubicBezTo>
                  <a:pt x="10001" y="1655"/>
                  <a:pt x="9984" y="1698"/>
                  <a:pt x="9949" y="1733"/>
                </a:cubicBezTo>
                <a:cubicBezTo>
                  <a:pt x="9913" y="1768"/>
                  <a:pt x="9871" y="1785"/>
                  <a:pt x="9824" y="1785"/>
                </a:cubicBezTo>
                <a:lnTo>
                  <a:pt x="3036" y="1785"/>
                </a:lnTo>
                <a:cubicBezTo>
                  <a:pt x="2988" y="1785"/>
                  <a:pt x="2946" y="1768"/>
                  <a:pt x="2911" y="1733"/>
                </a:cubicBezTo>
                <a:cubicBezTo>
                  <a:pt x="2876" y="1698"/>
                  <a:pt x="2859" y="1655"/>
                  <a:pt x="2859" y="1608"/>
                </a:cubicBezTo>
                <a:lnTo>
                  <a:pt x="2859" y="537"/>
                </a:lnTo>
                <a:cubicBezTo>
                  <a:pt x="2859" y="489"/>
                  <a:pt x="2876" y="447"/>
                  <a:pt x="2911" y="412"/>
                </a:cubicBezTo>
                <a:cubicBezTo>
                  <a:pt x="2946" y="377"/>
                  <a:pt x="2988" y="359"/>
                  <a:pt x="3036" y="359"/>
                </a:cubicBezTo>
                <a:lnTo>
                  <a:pt x="9822" y="359"/>
                </a:lnTo>
                <a:cubicBezTo>
                  <a:pt x="9870" y="359"/>
                  <a:pt x="9912" y="377"/>
                  <a:pt x="9947" y="412"/>
                </a:cubicBezTo>
                <a:cubicBezTo>
                  <a:pt x="9983" y="447"/>
                  <a:pt x="10001" y="487"/>
                  <a:pt x="10001" y="537"/>
                </a:cubicBezTo>
                <a:close/>
                <a:moveTo>
                  <a:pt x="10001" y="3393"/>
                </a:moveTo>
                <a:lnTo>
                  <a:pt x="10001" y="4464"/>
                </a:lnTo>
                <a:cubicBezTo>
                  <a:pt x="10001" y="4512"/>
                  <a:pt x="9984" y="4554"/>
                  <a:pt x="9949" y="4589"/>
                </a:cubicBezTo>
                <a:cubicBezTo>
                  <a:pt x="9913" y="4624"/>
                  <a:pt x="9871" y="4642"/>
                  <a:pt x="9824" y="4642"/>
                </a:cubicBezTo>
                <a:lnTo>
                  <a:pt x="3036" y="4642"/>
                </a:lnTo>
                <a:cubicBezTo>
                  <a:pt x="2988" y="4642"/>
                  <a:pt x="2946" y="4624"/>
                  <a:pt x="2911" y="4589"/>
                </a:cubicBezTo>
                <a:cubicBezTo>
                  <a:pt x="2876" y="4554"/>
                  <a:pt x="2859" y="4512"/>
                  <a:pt x="2859" y="4464"/>
                </a:cubicBezTo>
                <a:lnTo>
                  <a:pt x="2859" y="3393"/>
                </a:lnTo>
                <a:cubicBezTo>
                  <a:pt x="2859" y="3345"/>
                  <a:pt x="2876" y="3303"/>
                  <a:pt x="2911" y="3268"/>
                </a:cubicBezTo>
                <a:cubicBezTo>
                  <a:pt x="2946" y="3233"/>
                  <a:pt x="2988" y="3215"/>
                  <a:pt x="3036" y="3215"/>
                </a:cubicBezTo>
                <a:lnTo>
                  <a:pt x="9822" y="3215"/>
                </a:lnTo>
                <a:cubicBezTo>
                  <a:pt x="9870" y="3215"/>
                  <a:pt x="9912" y="3233"/>
                  <a:pt x="9947" y="3268"/>
                </a:cubicBezTo>
                <a:cubicBezTo>
                  <a:pt x="9983" y="3303"/>
                  <a:pt x="10001" y="3345"/>
                  <a:pt x="10001" y="3393"/>
                </a:cubicBezTo>
                <a:close/>
                <a:moveTo>
                  <a:pt x="10001" y="6250"/>
                </a:moveTo>
                <a:lnTo>
                  <a:pt x="10001" y="7322"/>
                </a:lnTo>
                <a:cubicBezTo>
                  <a:pt x="10001" y="7369"/>
                  <a:pt x="9984" y="7412"/>
                  <a:pt x="9949" y="7447"/>
                </a:cubicBezTo>
                <a:cubicBezTo>
                  <a:pt x="9913" y="7482"/>
                  <a:pt x="9871" y="7499"/>
                  <a:pt x="9824" y="7499"/>
                </a:cubicBezTo>
                <a:lnTo>
                  <a:pt x="3036" y="7499"/>
                </a:lnTo>
                <a:cubicBezTo>
                  <a:pt x="2988" y="7499"/>
                  <a:pt x="2946" y="7482"/>
                  <a:pt x="2911" y="7447"/>
                </a:cubicBezTo>
                <a:cubicBezTo>
                  <a:pt x="2876" y="7412"/>
                  <a:pt x="2859" y="7369"/>
                  <a:pt x="2859" y="7322"/>
                </a:cubicBezTo>
                <a:lnTo>
                  <a:pt x="2859" y="6250"/>
                </a:lnTo>
                <a:cubicBezTo>
                  <a:pt x="2859" y="6203"/>
                  <a:pt x="2876" y="6160"/>
                  <a:pt x="2911" y="6125"/>
                </a:cubicBezTo>
                <a:cubicBezTo>
                  <a:pt x="2946" y="6090"/>
                  <a:pt x="2988" y="6073"/>
                  <a:pt x="3036" y="6073"/>
                </a:cubicBezTo>
                <a:lnTo>
                  <a:pt x="9822" y="6073"/>
                </a:lnTo>
                <a:cubicBezTo>
                  <a:pt x="9870" y="6073"/>
                  <a:pt x="9912" y="6090"/>
                  <a:pt x="9947" y="6125"/>
                </a:cubicBezTo>
                <a:cubicBezTo>
                  <a:pt x="9983" y="6160"/>
                  <a:pt x="10001" y="6202"/>
                  <a:pt x="10001" y="625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04040"/>
              </a:solidFill>
              <a:cs typeface="+mn-ea"/>
              <a:sym typeface="+mn-lt"/>
            </a:endParaRPr>
          </a:p>
        </p:txBody>
      </p:sp>
      <p:sp>
        <p:nvSpPr>
          <p:cNvPr id="23" name="list-items_30414"/>
          <p:cNvSpPr>
            <a:spLocks noChangeAspect="1"/>
          </p:cNvSpPr>
          <p:nvPr>
            <p:custDataLst>
              <p:tags r:id="rId20"/>
            </p:custDataLst>
          </p:nvPr>
        </p:nvSpPr>
        <p:spPr>
          <a:xfrm>
            <a:off x="1231938" y="1762288"/>
            <a:ext cx="360409" cy="424314"/>
          </a:xfrm>
          <a:custGeom>
            <a:avLst/>
            <a:gdLst>
              <a:gd name="connsiteX0" fmla="*/ 37894 w 513787"/>
              <a:gd name="connsiteY0" fmla="*/ 431508 h 604887"/>
              <a:gd name="connsiteX1" fmla="*/ 426498 w 513787"/>
              <a:gd name="connsiteY1" fmla="*/ 431508 h 604887"/>
              <a:gd name="connsiteX2" fmla="*/ 426498 w 513787"/>
              <a:gd name="connsiteY2" fmla="*/ 534886 h 604887"/>
              <a:gd name="connsiteX3" fmla="*/ 37894 w 513787"/>
              <a:gd name="connsiteY3" fmla="*/ 534886 h 604887"/>
              <a:gd name="connsiteX4" fmla="*/ 37894 w 513787"/>
              <a:gd name="connsiteY4" fmla="*/ 250790 h 604887"/>
              <a:gd name="connsiteX5" fmla="*/ 379360 w 513787"/>
              <a:gd name="connsiteY5" fmla="*/ 250790 h 604887"/>
              <a:gd name="connsiteX6" fmla="*/ 379360 w 513787"/>
              <a:gd name="connsiteY6" fmla="*/ 354168 h 604887"/>
              <a:gd name="connsiteX7" fmla="*/ 37894 w 513787"/>
              <a:gd name="connsiteY7" fmla="*/ 354168 h 604887"/>
              <a:gd name="connsiteX8" fmla="*/ 37894 w 513787"/>
              <a:gd name="connsiteY8" fmla="*/ 70071 h 604887"/>
              <a:gd name="connsiteX9" fmla="*/ 513787 w 513787"/>
              <a:gd name="connsiteY9" fmla="*/ 70071 h 604887"/>
              <a:gd name="connsiteX10" fmla="*/ 513787 w 513787"/>
              <a:gd name="connsiteY10" fmla="*/ 173449 h 604887"/>
              <a:gd name="connsiteX11" fmla="*/ 37894 w 513787"/>
              <a:gd name="connsiteY11" fmla="*/ 173449 h 604887"/>
              <a:gd name="connsiteX12" fmla="*/ 0 w 513787"/>
              <a:gd name="connsiteY12" fmla="*/ 0 h 604887"/>
              <a:gd name="connsiteX13" fmla="*/ 15172 w 513787"/>
              <a:gd name="connsiteY13" fmla="*/ 0 h 604887"/>
              <a:gd name="connsiteX14" fmla="*/ 15172 w 513787"/>
              <a:gd name="connsiteY14" fmla="*/ 604887 h 604887"/>
              <a:gd name="connsiteX15" fmla="*/ 0 w 513787"/>
              <a:gd name="connsiteY15" fmla="*/ 604887 h 604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3787" h="604887">
                <a:moveTo>
                  <a:pt x="37894" y="431508"/>
                </a:moveTo>
                <a:lnTo>
                  <a:pt x="426498" y="431508"/>
                </a:lnTo>
                <a:lnTo>
                  <a:pt x="426498" y="534886"/>
                </a:lnTo>
                <a:lnTo>
                  <a:pt x="37894" y="534886"/>
                </a:lnTo>
                <a:close/>
                <a:moveTo>
                  <a:pt x="37894" y="250790"/>
                </a:moveTo>
                <a:lnTo>
                  <a:pt x="379360" y="250790"/>
                </a:lnTo>
                <a:lnTo>
                  <a:pt x="379360" y="354168"/>
                </a:lnTo>
                <a:lnTo>
                  <a:pt x="37894" y="354168"/>
                </a:lnTo>
                <a:close/>
                <a:moveTo>
                  <a:pt x="37894" y="70071"/>
                </a:moveTo>
                <a:lnTo>
                  <a:pt x="513787" y="70071"/>
                </a:lnTo>
                <a:lnTo>
                  <a:pt x="513787" y="173449"/>
                </a:lnTo>
                <a:lnTo>
                  <a:pt x="37894" y="173449"/>
                </a:lnTo>
                <a:close/>
                <a:moveTo>
                  <a:pt x="0" y="0"/>
                </a:moveTo>
                <a:lnTo>
                  <a:pt x="15172" y="0"/>
                </a:lnTo>
                <a:lnTo>
                  <a:pt x="15172" y="604887"/>
                </a:lnTo>
                <a:lnTo>
                  <a:pt x="0" y="604887"/>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04040"/>
              </a:solidFill>
              <a:cs typeface="+mn-ea"/>
              <a:sym typeface="+mn-lt"/>
            </a:endParaRPr>
          </a:p>
        </p:txBody>
      </p:sp>
      <p:sp>
        <p:nvSpPr>
          <p:cNvPr id="28" name="矩形 27"/>
          <p:cNvSpPr/>
          <p:nvPr/>
        </p:nvSpPr>
        <p:spPr>
          <a:xfrm>
            <a:off x="533400" y="98425"/>
            <a:ext cx="1691005" cy="58547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anim calcmode="lin" valueType="num">
                                      <p:cBhvr>
                                        <p:cTn id="8" dur="500" fill="hold"/>
                                        <p:tgtEl>
                                          <p:spTgt spid="20"/>
                                        </p:tgtEl>
                                        <p:attrNameLst>
                                          <p:attrName>ppt_x</p:attrName>
                                        </p:attrNameLst>
                                      </p:cBhvr>
                                      <p:tavLst>
                                        <p:tav tm="0">
                                          <p:val>
                                            <p:strVal val="#ppt_x"/>
                                          </p:val>
                                        </p:tav>
                                        <p:tav tm="100000">
                                          <p:val>
                                            <p:strVal val="#ppt_x"/>
                                          </p:val>
                                        </p:tav>
                                      </p:tavLst>
                                    </p:anim>
                                    <p:anim calcmode="lin" valueType="num">
                                      <p:cBhvr>
                                        <p:cTn id="9" dur="5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anim calcmode="lin" valueType="num">
                                      <p:cBhvr>
                                        <p:cTn id="13" dur="500" fill="hold"/>
                                        <p:tgtEl>
                                          <p:spTgt spid="21"/>
                                        </p:tgtEl>
                                        <p:attrNameLst>
                                          <p:attrName>ppt_x</p:attrName>
                                        </p:attrNameLst>
                                      </p:cBhvr>
                                      <p:tavLst>
                                        <p:tav tm="0">
                                          <p:val>
                                            <p:strVal val="#ppt_x"/>
                                          </p:val>
                                        </p:tav>
                                        <p:tav tm="100000">
                                          <p:val>
                                            <p:strVal val="#ppt_x"/>
                                          </p:val>
                                        </p:tav>
                                      </p:tavLst>
                                    </p:anim>
                                    <p:anim calcmode="lin" valueType="num">
                                      <p:cBhvr>
                                        <p:cTn id="14" dur="500" fill="hold"/>
                                        <p:tgtEl>
                                          <p:spTgt spid="2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anim calcmode="lin" valueType="num">
                                      <p:cBhvr>
                                        <p:cTn id="18" dur="500" fill="hold"/>
                                        <p:tgtEl>
                                          <p:spTgt spid="22"/>
                                        </p:tgtEl>
                                        <p:attrNameLst>
                                          <p:attrName>ppt_x</p:attrName>
                                        </p:attrNameLst>
                                      </p:cBhvr>
                                      <p:tavLst>
                                        <p:tav tm="0">
                                          <p:val>
                                            <p:strVal val="#ppt_x"/>
                                          </p:val>
                                        </p:tav>
                                        <p:tav tm="100000">
                                          <p:val>
                                            <p:strVal val="#ppt_x"/>
                                          </p:val>
                                        </p:tav>
                                      </p:tavLst>
                                    </p:anim>
                                    <p:anim calcmode="lin" valueType="num">
                                      <p:cBhvr>
                                        <p:cTn id="19" dur="500" fill="hold"/>
                                        <p:tgtEl>
                                          <p:spTgt spid="2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anim calcmode="lin" valueType="num">
                                      <p:cBhvr>
                                        <p:cTn id="23" dur="500" fill="hold"/>
                                        <p:tgtEl>
                                          <p:spTgt spid="23"/>
                                        </p:tgtEl>
                                        <p:attrNameLst>
                                          <p:attrName>ppt_x</p:attrName>
                                        </p:attrNameLst>
                                      </p:cBhvr>
                                      <p:tavLst>
                                        <p:tav tm="0">
                                          <p:val>
                                            <p:strVal val="#ppt_x"/>
                                          </p:val>
                                        </p:tav>
                                        <p:tav tm="100000">
                                          <p:val>
                                            <p:strVal val="#ppt_x"/>
                                          </p:val>
                                        </p:tav>
                                      </p:tavLst>
                                    </p:anim>
                                    <p:anim calcmode="lin" valueType="num">
                                      <p:cBhvr>
                                        <p:cTn id="24" dur="500" fill="hold"/>
                                        <p:tgtEl>
                                          <p:spTgt spid="2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anim calcmode="lin" valueType="num">
                                      <p:cBhvr>
                                        <p:cTn id="28" dur="500" fill="hold"/>
                                        <p:tgtEl>
                                          <p:spTgt spid="2"/>
                                        </p:tgtEl>
                                        <p:attrNameLst>
                                          <p:attrName>ppt_x</p:attrName>
                                        </p:attrNameLst>
                                      </p:cBhvr>
                                      <p:tavLst>
                                        <p:tav tm="0">
                                          <p:val>
                                            <p:strVal val="#ppt_x"/>
                                          </p:val>
                                        </p:tav>
                                        <p:tav tm="100000">
                                          <p:val>
                                            <p:strVal val="#ppt_x"/>
                                          </p:val>
                                        </p:tav>
                                      </p:tavLst>
                                    </p:anim>
                                    <p:anim calcmode="lin" valueType="num">
                                      <p:cBhvr>
                                        <p:cTn id="29" dur="500" fill="hold"/>
                                        <p:tgtEl>
                                          <p:spTgt spid="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anim calcmode="lin" valueType="num">
                                      <p:cBhvr>
                                        <p:cTn id="33" dur="500" fill="hold"/>
                                        <p:tgtEl>
                                          <p:spTgt spid="3"/>
                                        </p:tgtEl>
                                        <p:attrNameLst>
                                          <p:attrName>ppt_x</p:attrName>
                                        </p:attrNameLst>
                                      </p:cBhvr>
                                      <p:tavLst>
                                        <p:tav tm="0">
                                          <p:val>
                                            <p:strVal val="#ppt_x"/>
                                          </p:val>
                                        </p:tav>
                                        <p:tav tm="100000">
                                          <p:val>
                                            <p:strVal val="#ppt_x"/>
                                          </p:val>
                                        </p:tav>
                                      </p:tavLst>
                                    </p:anim>
                                    <p:anim calcmode="lin" valueType="num">
                                      <p:cBhvr>
                                        <p:cTn id="34" dur="500" fill="hold"/>
                                        <p:tgtEl>
                                          <p:spTgt spid="3"/>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anim calcmode="lin" valueType="num">
                                      <p:cBhvr>
                                        <p:cTn id="38" dur="500" fill="hold"/>
                                        <p:tgtEl>
                                          <p:spTgt spid="4"/>
                                        </p:tgtEl>
                                        <p:attrNameLst>
                                          <p:attrName>ppt_x</p:attrName>
                                        </p:attrNameLst>
                                      </p:cBhvr>
                                      <p:tavLst>
                                        <p:tav tm="0">
                                          <p:val>
                                            <p:strVal val="#ppt_x"/>
                                          </p:val>
                                        </p:tav>
                                        <p:tav tm="100000">
                                          <p:val>
                                            <p:strVal val="#ppt_x"/>
                                          </p:val>
                                        </p:tav>
                                      </p:tavLst>
                                    </p:anim>
                                    <p:anim calcmode="lin" valueType="num">
                                      <p:cBhvr>
                                        <p:cTn id="39" dur="500" fill="hold"/>
                                        <p:tgtEl>
                                          <p:spTgt spid="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500"/>
                                        <p:tgtEl>
                                          <p:spTgt spid="5"/>
                                        </p:tgtEl>
                                      </p:cBhvr>
                                    </p:animEffect>
                                    <p:anim calcmode="lin" valueType="num">
                                      <p:cBhvr>
                                        <p:cTn id="43" dur="500" fill="hold"/>
                                        <p:tgtEl>
                                          <p:spTgt spid="5"/>
                                        </p:tgtEl>
                                        <p:attrNameLst>
                                          <p:attrName>ppt_x</p:attrName>
                                        </p:attrNameLst>
                                      </p:cBhvr>
                                      <p:tavLst>
                                        <p:tav tm="0">
                                          <p:val>
                                            <p:strVal val="#ppt_x"/>
                                          </p:val>
                                        </p:tav>
                                        <p:tav tm="100000">
                                          <p:val>
                                            <p:strVal val="#ppt_x"/>
                                          </p:val>
                                        </p:tav>
                                      </p:tavLst>
                                    </p:anim>
                                    <p:anim calcmode="lin" valueType="num">
                                      <p:cBhvr>
                                        <p:cTn id="44" dur="500" fill="hold"/>
                                        <p:tgtEl>
                                          <p:spTgt spid="5"/>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anim calcmode="lin" valueType="num">
                                      <p:cBhvr>
                                        <p:cTn id="48" dur="500" fill="hold"/>
                                        <p:tgtEl>
                                          <p:spTgt spid="6"/>
                                        </p:tgtEl>
                                        <p:attrNameLst>
                                          <p:attrName>ppt_x</p:attrName>
                                        </p:attrNameLst>
                                      </p:cBhvr>
                                      <p:tavLst>
                                        <p:tav tm="0">
                                          <p:val>
                                            <p:strVal val="#ppt_x"/>
                                          </p:val>
                                        </p:tav>
                                        <p:tav tm="100000">
                                          <p:val>
                                            <p:strVal val="#ppt_x"/>
                                          </p:val>
                                        </p:tav>
                                      </p:tavLst>
                                    </p:anim>
                                    <p:anim calcmode="lin" valueType="num">
                                      <p:cBhvr>
                                        <p:cTn id="49" dur="500" fill="hold"/>
                                        <p:tgtEl>
                                          <p:spTgt spid="6"/>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fade">
                                      <p:cBhvr>
                                        <p:cTn id="52" dur="500"/>
                                        <p:tgtEl>
                                          <p:spTgt spid="7"/>
                                        </p:tgtEl>
                                      </p:cBhvr>
                                    </p:animEffect>
                                    <p:anim calcmode="lin" valueType="num">
                                      <p:cBhvr>
                                        <p:cTn id="53" dur="500" fill="hold"/>
                                        <p:tgtEl>
                                          <p:spTgt spid="7"/>
                                        </p:tgtEl>
                                        <p:attrNameLst>
                                          <p:attrName>ppt_x</p:attrName>
                                        </p:attrNameLst>
                                      </p:cBhvr>
                                      <p:tavLst>
                                        <p:tav tm="0">
                                          <p:val>
                                            <p:strVal val="#ppt_x"/>
                                          </p:val>
                                        </p:tav>
                                        <p:tav tm="100000">
                                          <p:val>
                                            <p:strVal val="#ppt_x"/>
                                          </p:val>
                                        </p:tav>
                                      </p:tavLst>
                                    </p:anim>
                                    <p:anim calcmode="lin" valueType="num">
                                      <p:cBhvr>
                                        <p:cTn id="54" dur="500" fill="hold"/>
                                        <p:tgtEl>
                                          <p:spTgt spid="7"/>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fade">
                                      <p:cBhvr>
                                        <p:cTn id="57" dur="500"/>
                                        <p:tgtEl>
                                          <p:spTgt spid="8"/>
                                        </p:tgtEl>
                                      </p:cBhvr>
                                    </p:animEffect>
                                    <p:anim calcmode="lin" valueType="num">
                                      <p:cBhvr>
                                        <p:cTn id="58" dur="500" fill="hold"/>
                                        <p:tgtEl>
                                          <p:spTgt spid="8"/>
                                        </p:tgtEl>
                                        <p:attrNameLst>
                                          <p:attrName>ppt_x</p:attrName>
                                        </p:attrNameLst>
                                      </p:cBhvr>
                                      <p:tavLst>
                                        <p:tav tm="0">
                                          <p:val>
                                            <p:strVal val="#ppt_x"/>
                                          </p:val>
                                        </p:tav>
                                        <p:tav tm="100000">
                                          <p:val>
                                            <p:strVal val="#ppt_x"/>
                                          </p:val>
                                        </p:tav>
                                      </p:tavLst>
                                    </p:anim>
                                    <p:anim calcmode="lin" valueType="num">
                                      <p:cBhvr>
                                        <p:cTn id="59" dur="500" fill="hold"/>
                                        <p:tgtEl>
                                          <p:spTgt spid="8"/>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fade">
                                      <p:cBhvr>
                                        <p:cTn id="62" dur="500"/>
                                        <p:tgtEl>
                                          <p:spTgt spid="9"/>
                                        </p:tgtEl>
                                      </p:cBhvr>
                                    </p:animEffect>
                                    <p:anim calcmode="lin" valueType="num">
                                      <p:cBhvr>
                                        <p:cTn id="63" dur="500" fill="hold"/>
                                        <p:tgtEl>
                                          <p:spTgt spid="9"/>
                                        </p:tgtEl>
                                        <p:attrNameLst>
                                          <p:attrName>ppt_x</p:attrName>
                                        </p:attrNameLst>
                                      </p:cBhvr>
                                      <p:tavLst>
                                        <p:tav tm="0">
                                          <p:val>
                                            <p:strVal val="#ppt_x"/>
                                          </p:val>
                                        </p:tav>
                                        <p:tav tm="100000">
                                          <p:val>
                                            <p:strVal val="#ppt_x"/>
                                          </p:val>
                                        </p:tav>
                                      </p:tavLst>
                                    </p:anim>
                                    <p:anim calcmode="lin" valueType="num">
                                      <p:cBhvr>
                                        <p:cTn id="64" dur="500" fill="hold"/>
                                        <p:tgtEl>
                                          <p:spTgt spid="9"/>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fade">
                                      <p:cBhvr>
                                        <p:cTn id="67" dur="500"/>
                                        <p:tgtEl>
                                          <p:spTgt spid="10"/>
                                        </p:tgtEl>
                                      </p:cBhvr>
                                    </p:animEffect>
                                    <p:anim calcmode="lin" valueType="num">
                                      <p:cBhvr>
                                        <p:cTn id="68" dur="500" fill="hold"/>
                                        <p:tgtEl>
                                          <p:spTgt spid="10"/>
                                        </p:tgtEl>
                                        <p:attrNameLst>
                                          <p:attrName>ppt_x</p:attrName>
                                        </p:attrNameLst>
                                      </p:cBhvr>
                                      <p:tavLst>
                                        <p:tav tm="0">
                                          <p:val>
                                            <p:strVal val="#ppt_x"/>
                                          </p:val>
                                        </p:tav>
                                        <p:tav tm="100000">
                                          <p:val>
                                            <p:strVal val="#ppt_x"/>
                                          </p:val>
                                        </p:tav>
                                      </p:tavLst>
                                    </p:anim>
                                    <p:anim calcmode="lin" valueType="num">
                                      <p:cBhvr>
                                        <p:cTn id="69" dur="500" fill="hold"/>
                                        <p:tgtEl>
                                          <p:spTgt spid="10"/>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fade">
                                      <p:cBhvr>
                                        <p:cTn id="72" dur="500"/>
                                        <p:tgtEl>
                                          <p:spTgt spid="11"/>
                                        </p:tgtEl>
                                      </p:cBhvr>
                                    </p:animEffect>
                                    <p:anim calcmode="lin" valueType="num">
                                      <p:cBhvr>
                                        <p:cTn id="73" dur="500" fill="hold"/>
                                        <p:tgtEl>
                                          <p:spTgt spid="11"/>
                                        </p:tgtEl>
                                        <p:attrNameLst>
                                          <p:attrName>ppt_x</p:attrName>
                                        </p:attrNameLst>
                                      </p:cBhvr>
                                      <p:tavLst>
                                        <p:tav tm="0">
                                          <p:val>
                                            <p:strVal val="#ppt_x"/>
                                          </p:val>
                                        </p:tav>
                                        <p:tav tm="100000">
                                          <p:val>
                                            <p:strVal val="#ppt_x"/>
                                          </p:val>
                                        </p:tav>
                                      </p:tavLst>
                                    </p:anim>
                                    <p:anim calcmode="lin" valueType="num">
                                      <p:cBhvr>
                                        <p:cTn id="74" dur="500" fill="hold"/>
                                        <p:tgtEl>
                                          <p:spTgt spid="11"/>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2"/>
                                        </p:tgtEl>
                                        <p:attrNameLst>
                                          <p:attrName>style.visibility</p:attrName>
                                        </p:attrNameLst>
                                      </p:cBhvr>
                                      <p:to>
                                        <p:strVal val="visible"/>
                                      </p:to>
                                    </p:set>
                                    <p:animEffect transition="in" filter="fade">
                                      <p:cBhvr>
                                        <p:cTn id="77" dur="500"/>
                                        <p:tgtEl>
                                          <p:spTgt spid="12"/>
                                        </p:tgtEl>
                                      </p:cBhvr>
                                    </p:animEffect>
                                    <p:anim calcmode="lin" valueType="num">
                                      <p:cBhvr>
                                        <p:cTn id="78" dur="500" fill="hold"/>
                                        <p:tgtEl>
                                          <p:spTgt spid="12"/>
                                        </p:tgtEl>
                                        <p:attrNameLst>
                                          <p:attrName>ppt_x</p:attrName>
                                        </p:attrNameLst>
                                      </p:cBhvr>
                                      <p:tavLst>
                                        <p:tav tm="0">
                                          <p:val>
                                            <p:strVal val="#ppt_x"/>
                                          </p:val>
                                        </p:tav>
                                        <p:tav tm="100000">
                                          <p:val>
                                            <p:strVal val="#ppt_x"/>
                                          </p:val>
                                        </p:tav>
                                      </p:tavLst>
                                    </p:anim>
                                    <p:anim calcmode="lin" valueType="num">
                                      <p:cBhvr>
                                        <p:cTn id="79" dur="500" fill="hold"/>
                                        <p:tgtEl>
                                          <p:spTgt spid="12"/>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3"/>
                                        </p:tgtEl>
                                        <p:attrNameLst>
                                          <p:attrName>style.visibility</p:attrName>
                                        </p:attrNameLst>
                                      </p:cBhvr>
                                      <p:to>
                                        <p:strVal val="visible"/>
                                      </p:to>
                                    </p:set>
                                    <p:animEffect transition="in" filter="fade">
                                      <p:cBhvr>
                                        <p:cTn id="82" dur="500"/>
                                        <p:tgtEl>
                                          <p:spTgt spid="13"/>
                                        </p:tgtEl>
                                      </p:cBhvr>
                                    </p:animEffect>
                                    <p:anim calcmode="lin" valueType="num">
                                      <p:cBhvr>
                                        <p:cTn id="83" dur="500" fill="hold"/>
                                        <p:tgtEl>
                                          <p:spTgt spid="13"/>
                                        </p:tgtEl>
                                        <p:attrNameLst>
                                          <p:attrName>ppt_x</p:attrName>
                                        </p:attrNameLst>
                                      </p:cBhvr>
                                      <p:tavLst>
                                        <p:tav tm="0">
                                          <p:val>
                                            <p:strVal val="#ppt_x"/>
                                          </p:val>
                                        </p:tav>
                                        <p:tav tm="100000">
                                          <p:val>
                                            <p:strVal val="#ppt_x"/>
                                          </p:val>
                                        </p:tav>
                                      </p:tavLst>
                                    </p:anim>
                                    <p:anim calcmode="lin" valueType="num">
                                      <p:cBhvr>
                                        <p:cTn id="84" dur="500" fill="hold"/>
                                        <p:tgtEl>
                                          <p:spTgt spid="13"/>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16"/>
                                        </p:tgtEl>
                                        <p:attrNameLst>
                                          <p:attrName>style.visibility</p:attrName>
                                        </p:attrNameLst>
                                      </p:cBhvr>
                                      <p:to>
                                        <p:strVal val="visible"/>
                                      </p:to>
                                    </p:set>
                                    <p:animEffect transition="in" filter="fade">
                                      <p:cBhvr>
                                        <p:cTn id="87" dur="500"/>
                                        <p:tgtEl>
                                          <p:spTgt spid="16"/>
                                        </p:tgtEl>
                                      </p:cBhvr>
                                    </p:animEffect>
                                    <p:anim calcmode="lin" valueType="num">
                                      <p:cBhvr>
                                        <p:cTn id="88" dur="500" fill="hold"/>
                                        <p:tgtEl>
                                          <p:spTgt spid="16"/>
                                        </p:tgtEl>
                                        <p:attrNameLst>
                                          <p:attrName>ppt_x</p:attrName>
                                        </p:attrNameLst>
                                      </p:cBhvr>
                                      <p:tavLst>
                                        <p:tav tm="0">
                                          <p:val>
                                            <p:strVal val="#ppt_x"/>
                                          </p:val>
                                        </p:tav>
                                        <p:tav tm="100000">
                                          <p:val>
                                            <p:strVal val="#ppt_x"/>
                                          </p:val>
                                        </p:tav>
                                      </p:tavLst>
                                    </p:anim>
                                    <p:anim calcmode="lin" valueType="num">
                                      <p:cBhvr>
                                        <p:cTn id="89" dur="500" fill="hold"/>
                                        <p:tgtEl>
                                          <p:spTgt spid="16"/>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17"/>
                                        </p:tgtEl>
                                        <p:attrNameLst>
                                          <p:attrName>style.visibility</p:attrName>
                                        </p:attrNameLst>
                                      </p:cBhvr>
                                      <p:to>
                                        <p:strVal val="visible"/>
                                      </p:to>
                                    </p:set>
                                    <p:animEffect transition="in" filter="fade">
                                      <p:cBhvr>
                                        <p:cTn id="92" dur="500"/>
                                        <p:tgtEl>
                                          <p:spTgt spid="17"/>
                                        </p:tgtEl>
                                      </p:cBhvr>
                                    </p:animEffect>
                                    <p:anim calcmode="lin" valueType="num">
                                      <p:cBhvr>
                                        <p:cTn id="93" dur="500" fill="hold"/>
                                        <p:tgtEl>
                                          <p:spTgt spid="17"/>
                                        </p:tgtEl>
                                        <p:attrNameLst>
                                          <p:attrName>ppt_x</p:attrName>
                                        </p:attrNameLst>
                                      </p:cBhvr>
                                      <p:tavLst>
                                        <p:tav tm="0">
                                          <p:val>
                                            <p:strVal val="#ppt_x"/>
                                          </p:val>
                                        </p:tav>
                                        <p:tav tm="100000">
                                          <p:val>
                                            <p:strVal val="#ppt_x"/>
                                          </p:val>
                                        </p:tav>
                                      </p:tavLst>
                                    </p:anim>
                                    <p:anim calcmode="lin" valueType="num">
                                      <p:cBhvr>
                                        <p:cTn id="94" dur="500" fill="hold"/>
                                        <p:tgtEl>
                                          <p:spTgt spid="17"/>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500"/>
                                        <p:tgtEl>
                                          <p:spTgt spid="18"/>
                                        </p:tgtEl>
                                      </p:cBhvr>
                                    </p:animEffect>
                                    <p:anim calcmode="lin" valueType="num">
                                      <p:cBhvr>
                                        <p:cTn id="98" dur="500" fill="hold"/>
                                        <p:tgtEl>
                                          <p:spTgt spid="18"/>
                                        </p:tgtEl>
                                        <p:attrNameLst>
                                          <p:attrName>ppt_x</p:attrName>
                                        </p:attrNameLst>
                                      </p:cBhvr>
                                      <p:tavLst>
                                        <p:tav tm="0">
                                          <p:val>
                                            <p:strVal val="#ppt_x"/>
                                          </p:val>
                                        </p:tav>
                                        <p:tav tm="100000">
                                          <p:val>
                                            <p:strVal val="#ppt_x"/>
                                          </p:val>
                                        </p:tav>
                                      </p:tavLst>
                                    </p:anim>
                                    <p:anim calcmode="lin" valueType="num">
                                      <p:cBhvr>
                                        <p:cTn id="99" dur="500" fill="hold"/>
                                        <p:tgtEl>
                                          <p:spTgt spid="18"/>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19"/>
                                        </p:tgtEl>
                                        <p:attrNameLst>
                                          <p:attrName>style.visibility</p:attrName>
                                        </p:attrNameLst>
                                      </p:cBhvr>
                                      <p:to>
                                        <p:strVal val="visible"/>
                                      </p:to>
                                    </p:set>
                                    <p:animEffect transition="in" filter="fade">
                                      <p:cBhvr>
                                        <p:cTn id="102" dur="500"/>
                                        <p:tgtEl>
                                          <p:spTgt spid="19"/>
                                        </p:tgtEl>
                                      </p:cBhvr>
                                    </p:animEffect>
                                    <p:anim calcmode="lin" valueType="num">
                                      <p:cBhvr>
                                        <p:cTn id="103" dur="500" fill="hold"/>
                                        <p:tgtEl>
                                          <p:spTgt spid="19"/>
                                        </p:tgtEl>
                                        <p:attrNameLst>
                                          <p:attrName>ppt_x</p:attrName>
                                        </p:attrNameLst>
                                      </p:cBhvr>
                                      <p:tavLst>
                                        <p:tav tm="0">
                                          <p:val>
                                            <p:strVal val="#ppt_x"/>
                                          </p:val>
                                        </p:tav>
                                        <p:tav tm="100000">
                                          <p:val>
                                            <p:strVal val="#ppt_x"/>
                                          </p:val>
                                        </p:tav>
                                      </p:tavLst>
                                    </p:anim>
                                    <p:anim calcmode="lin" valueType="num">
                                      <p:cBhvr>
                                        <p:cTn id="104"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ldLvl="0" animBg="1"/>
      <p:bldP spid="4" grpId="0" bldLvl="0" animBg="1"/>
      <p:bldP spid="5" grpId="0"/>
      <p:bldP spid="6" grpId="0" bldLvl="0" animBg="1"/>
      <p:bldP spid="7" grpId="0" bldLvl="0" animBg="1"/>
      <p:bldP spid="8" grpId="0"/>
      <p:bldP spid="9" grpId="0" bldLvl="0" animBg="1"/>
      <p:bldP spid="10" grpId="0" bldLvl="0" animBg="1"/>
      <p:bldP spid="11" grpId="0"/>
      <p:bldP spid="12" grpId="0" bldLvl="0" animBg="1"/>
      <p:bldP spid="13" grpId="0" bldLvl="0" animBg="1"/>
      <p:bldP spid="16" grpId="0" bldLvl="0" animBg="1"/>
      <p:bldP spid="17" grpId="0" bldLvl="0" animBg="1"/>
      <p:bldP spid="18" grpId="0" bldLvl="0" animBg="1"/>
      <p:bldP spid="19" grpId="0" bldLvl="0" animBg="1"/>
      <p:bldP spid="20" grpId="0" bldLvl="0" animBg="1"/>
      <p:bldP spid="21" grpId="0" bldLvl="0" animBg="1"/>
      <p:bldP spid="22" grpId="0" bldLvl="0" animBg="1"/>
      <p:bldP spid="23"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形 2"/>
          <p:cNvPicPr>
            <a:picLocks noChangeAspect="1"/>
          </p:cNvPicPr>
          <p:nvPr/>
        </p:nvPicPr>
        <p:blipFill>
          <a:blip r:embed="rId1"/>
          <a:stretch>
            <a:fillRect/>
          </a:stretch>
        </p:blipFill>
        <p:spPr>
          <a:xfrm>
            <a:off x="-95250" y="1300162"/>
            <a:ext cx="5803760" cy="5557838"/>
          </a:xfrm>
          <a:prstGeom prst="rect">
            <a:avLst/>
          </a:prstGeom>
        </p:spPr>
      </p:pic>
      <p:sp>
        <p:nvSpPr>
          <p:cNvPr id="15" name="椭圆 14"/>
          <p:cNvSpPr/>
          <p:nvPr/>
        </p:nvSpPr>
        <p:spPr>
          <a:xfrm rot="16200000">
            <a:off x="688631" y="3692580"/>
            <a:ext cx="891810" cy="878759"/>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8" name="图形 7"/>
          <p:cNvPicPr>
            <a:picLocks noChangeAspect="1"/>
          </p:cNvPicPr>
          <p:nvPr/>
        </p:nvPicPr>
        <p:blipFill>
          <a:blip r:embed="rId2"/>
          <a:stretch>
            <a:fillRect/>
          </a:stretch>
        </p:blipFill>
        <p:spPr>
          <a:xfrm flipH="1">
            <a:off x="5581650" y="2861"/>
            <a:ext cx="6610350" cy="1245166"/>
          </a:xfrm>
          <a:prstGeom prst="rect">
            <a:avLst/>
          </a:prstGeom>
        </p:spPr>
      </p:pic>
      <p:sp>
        <p:nvSpPr>
          <p:cNvPr id="13" name="椭圆 12"/>
          <p:cNvSpPr/>
          <p:nvPr/>
        </p:nvSpPr>
        <p:spPr>
          <a:xfrm rot="16200000">
            <a:off x="10060458" y="5228742"/>
            <a:ext cx="1245166" cy="1272552"/>
          </a:xfrm>
          <a:prstGeom prst="ellipse">
            <a:avLst/>
          </a:prstGeom>
          <a:gradFill>
            <a:gsLst>
              <a:gs pos="0">
                <a:srgbClr val="FF3736"/>
              </a:gs>
              <a:gs pos="90000">
                <a:srgbClr val="ED0000"/>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1745366" y="992982"/>
            <a:ext cx="8701268" cy="4872037"/>
          </a:xfrm>
          <a:prstGeom prst="rect">
            <a:avLst/>
          </a:prstGeom>
          <a:solidFill>
            <a:srgbClr val="EBEBEB">
              <a:alpha val="44000"/>
            </a:srgbClr>
          </a:solidFill>
          <a:ln>
            <a:noFill/>
          </a:ln>
          <a:effectLst>
            <a:outerShdw blurRad="88900" dist="381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7" name="图形 6"/>
          <p:cNvPicPr>
            <a:picLocks noChangeAspect="1"/>
          </p:cNvPicPr>
          <p:nvPr/>
        </p:nvPicPr>
        <p:blipFill>
          <a:blip r:embed="rId3"/>
          <a:stretch>
            <a:fillRect/>
          </a:stretch>
        </p:blipFill>
        <p:spPr>
          <a:xfrm>
            <a:off x="0" y="3008772"/>
            <a:ext cx="4019550" cy="3849229"/>
          </a:xfrm>
          <a:prstGeom prst="rect">
            <a:avLst/>
          </a:prstGeom>
        </p:spPr>
      </p:pic>
      <p:sp>
        <p:nvSpPr>
          <p:cNvPr id="12" name="Synergistically utilize technically sound portals with frictionless chains. Dramatically customize…"/>
          <p:cNvSpPr txBox="1"/>
          <p:nvPr/>
        </p:nvSpPr>
        <p:spPr>
          <a:xfrm flipH="1" flipV="1">
            <a:off x="241782" y="6146957"/>
            <a:ext cx="1750239" cy="391004"/>
          </a:xfrm>
          <a:prstGeom prst="rect">
            <a:avLst/>
          </a:prstGeom>
          <a:ln w="12700">
            <a:miter lim="400000"/>
          </a:ln>
        </p:spPr>
        <p:txBody>
          <a:bodyPr vert="horz" wrap="square" lIns="0" tIns="0" rIns="0" bIns="0">
            <a:spAutoFit/>
          </a:bodyPr>
          <a:lstStyle/>
          <a:p>
            <a:pPr algn="r" defTabSz="412750" hangingPunct="0">
              <a:lnSpc>
                <a:spcPct val="150000"/>
              </a:lnSpc>
              <a:defRPr sz="2000" b="0">
                <a:solidFill>
                  <a:srgbClr val="1C1F25"/>
                </a:solidFill>
                <a:latin typeface="Roboto Bold"/>
                <a:ea typeface="Roboto Bold"/>
                <a:cs typeface="Roboto Bold"/>
                <a:sym typeface="Roboto Bold"/>
              </a:defRPr>
            </a:pPr>
            <a:r>
              <a:rPr sz="900" kern="0" dirty="0">
                <a:solidFill>
                  <a:schemeClr val="bg1"/>
                </a:solidFill>
                <a:cs typeface="+mn-ea"/>
                <a:sym typeface="+mn-lt"/>
              </a:rPr>
              <a:t>Synergistically utilize technically sound portals with</a:t>
            </a:r>
            <a:r>
              <a:rPr lang="en-US" sz="900" kern="0" dirty="0">
                <a:solidFill>
                  <a:schemeClr val="bg1"/>
                </a:solidFill>
                <a:cs typeface="+mn-ea"/>
                <a:sym typeface="+mn-lt"/>
              </a:rPr>
              <a:t>,</a:t>
            </a:r>
            <a:r>
              <a:rPr lang="en-US" altLang="zh-CN" sz="900" kern="0" dirty="0">
                <a:solidFill>
                  <a:schemeClr val="bg1"/>
                </a:solidFill>
                <a:cs typeface="+mn-ea"/>
                <a:sym typeface="+mn-lt"/>
              </a:rPr>
              <a:t> </a:t>
            </a:r>
            <a:endParaRPr lang="en-US" altLang="zh-CN" sz="900" kern="0" dirty="0">
              <a:solidFill>
                <a:schemeClr val="bg1"/>
              </a:solidFill>
              <a:cs typeface="+mn-ea"/>
              <a:sym typeface="+mn-lt"/>
            </a:endParaRPr>
          </a:p>
        </p:txBody>
      </p:sp>
      <p:sp>
        <p:nvSpPr>
          <p:cNvPr id="16" name="圆: 空心 15"/>
          <p:cNvSpPr/>
          <p:nvPr/>
        </p:nvSpPr>
        <p:spPr>
          <a:xfrm>
            <a:off x="2339905" y="570933"/>
            <a:ext cx="933450" cy="933450"/>
          </a:xfrm>
          <a:prstGeom prst="donut">
            <a:avLst>
              <a:gd name="adj" fmla="val 19794"/>
            </a:avLst>
          </a:prstGeom>
          <a:gradFill>
            <a:gsLst>
              <a:gs pos="0">
                <a:srgbClr val="5FDDE4"/>
              </a:gs>
              <a:gs pos="67000">
                <a:srgbClr val="24CAD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17" name="椭圆 16"/>
          <p:cNvSpPr/>
          <p:nvPr/>
        </p:nvSpPr>
        <p:spPr>
          <a:xfrm rot="16200000">
            <a:off x="11027314" y="2508570"/>
            <a:ext cx="1984186" cy="2059693"/>
          </a:xfrm>
          <a:prstGeom prst="ellipse">
            <a:avLst/>
          </a:prstGeom>
          <a:solidFill>
            <a:srgbClr val="12CF99"/>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9" name="Synergistically utilize technically sound portals with frictionless chains. Dramatically customize…"/>
          <p:cNvSpPr txBox="1"/>
          <p:nvPr/>
        </p:nvSpPr>
        <p:spPr>
          <a:xfrm>
            <a:off x="271537" y="82209"/>
            <a:ext cx="1016814" cy="488724"/>
          </a:xfrm>
          <a:prstGeom prst="rect">
            <a:avLst/>
          </a:prstGeom>
          <a:ln w="12700">
            <a:miter lim="400000"/>
          </a:ln>
        </p:spPr>
        <p:txBody>
          <a:bodyPr vert="horz" wrap="square" lIns="0" tIns="0" rIns="0" bIns="0">
            <a:spAutoFit/>
          </a:bodyPr>
          <a:lstStyle/>
          <a:p>
            <a:pPr algn="dist" defTabSz="412750" hangingPunct="0">
              <a:lnSpc>
                <a:spcPct val="150000"/>
              </a:lnSpc>
              <a:defRPr sz="2000" b="0">
                <a:solidFill>
                  <a:srgbClr val="1C1F25"/>
                </a:solidFill>
                <a:latin typeface="Roboto Bold"/>
                <a:ea typeface="Roboto Bold"/>
                <a:cs typeface="Roboto Bold"/>
                <a:sym typeface="Roboto Bold"/>
              </a:defRPr>
            </a:pPr>
            <a:r>
              <a:rPr lang="en-US" altLang="zh-CN" sz="2400" kern="0" dirty="0">
                <a:solidFill>
                  <a:schemeClr val="tx1">
                    <a:lumMod val="75000"/>
                    <a:lumOff val="25000"/>
                  </a:schemeClr>
                </a:solidFill>
                <a:cs typeface="+mn-ea"/>
                <a:sym typeface="+mn-lt"/>
              </a:rPr>
              <a:t>LOGO</a:t>
            </a:r>
            <a:endParaRPr lang="en-US" altLang="zh-CN" sz="2400" kern="0" dirty="0">
              <a:solidFill>
                <a:schemeClr val="tx1">
                  <a:lumMod val="75000"/>
                  <a:lumOff val="25000"/>
                </a:schemeClr>
              </a:solidFill>
              <a:cs typeface="+mn-ea"/>
              <a:sym typeface="+mn-lt"/>
            </a:endParaRPr>
          </a:p>
        </p:txBody>
      </p:sp>
      <p:sp>
        <p:nvSpPr>
          <p:cNvPr id="21" name="PA-文本框 24"/>
          <p:cNvSpPr txBox="1"/>
          <p:nvPr>
            <p:custDataLst>
              <p:tags r:id="rId4"/>
            </p:custDataLst>
          </p:nvPr>
        </p:nvSpPr>
        <p:spPr>
          <a:xfrm>
            <a:off x="3060700" y="2803525"/>
            <a:ext cx="6675120" cy="1568450"/>
          </a:xfrm>
          <a:prstGeom prst="rect">
            <a:avLst/>
          </a:prstGeom>
          <a:noFill/>
        </p:spPr>
        <p:txBody>
          <a:bodyPr wrap="square" rtlCol="0">
            <a:spAutoFit/>
          </a:bodyPr>
          <a:lstStyle>
            <a:defPPr>
              <a:defRPr lang="zh-CN"/>
            </a:defPPr>
            <a:lvl1pPr algn="dist">
              <a:defRPr sz="9600">
                <a:solidFill>
                  <a:schemeClr val="tx1">
                    <a:lumMod val="75000"/>
                    <a:lumOff val="25000"/>
                  </a:schemeClr>
                </a:solidFill>
                <a:latin typeface="汉真广标" pitchFamily="49" charset="-122"/>
                <a:ea typeface="汉真广标" pitchFamily="49" charset="-122"/>
              </a:defRPr>
            </a:lvl1pPr>
          </a:lstStyle>
          <a:p>
            <a:r>
              <a:rPr lang="en-US" altLang="zh-CN" dirty="0">
                <a:latin typeface="+mn-lt"/>
                <a:ea typeface="+mn-ea"/>
                <a:cs typeface="+mn-ea"/>
                <a:sym typeface="+mn-lt"/>
              </a:rPr>
              <a:t>SWOT</a:t>
            </a:r>
            <a:r>
              <a:rPr lang="zh-CN" altLang="en-US" dirty="0">
                <a:latin typeface="+mn-lt"/>
                <a:ea typeface="+mn-ea"/>
                <a:cs typeface="+mn-ea"/>
                <a:sym typeface="+mn-lt"/>
              </a:rPr>
              <a:t>分析</a:t>
            </a:r>
            <a:endParaRPr lang="zh-CN" altLang="en-US" dirty="0">
              <a:latin typeface="+mn-lt"/>
              <a:ea typeface="+mn-ea"/>
              <a:cs typeface="+mn-ea"/>
              <a:sym typeface="+mn-lt"/>
            </a:endParaRPr>
          </a:p>
        </p:txBody>
      </p:sp>
      <p:sp>
        <p:nvSpPr>
          <p:cNvPr id="22" name="PA-文本框 24"/>
          <p:cNvSpPr txBox="1"/>
          <p:nvPr>
            <p:custDataLst>
              <p:tags r:id="rId5"/>
            </p:custDataLst>
          </p:nvPr>
        </p:nvSpPr>
        <p:spPr>
          <a:xfrm>
            <a:off x="4838830" y="1561785"/>
            <a:ext cx="2679510" cy="2646878"/>
          </a:xfrm>
          <a:prstGeom prst="rect">
            <a:avLst/>
          </a:prstGeom>
          <a:noFill/>
        </p:spPr>
        <p:txBody>
          <a:bodyPr wrap="square" rtlCol="0">
            <a:spAutoFit/>
          </a:bodyPr>
          <a:lstStyle>
            <a:defPPr>
              <a:defRPr lang="zh-CN"/>
            </a:defPPr>
            <a:lvl1pPr>
              <a:defRPr sz="16600" b="1">
                <a:ln w="25400">
                  <a:gradFill>
                    <a:gsLst>
                      <a:gs pos="0">
                        <a:schemeClr val="tx1">
                          <a:lumMod val="75000"/>
                          <a:lumOff val="25000"/>
                          <a:alpha val="64000"/>
                        </a:schemeClr>
                      </a:gs>
                      <a:gs pos="71000">
                        <a:schemeClr val="tx1">
                          <a:lumMod val="75000"/>
                          <a:lumOff val="25000"/>
                          <a:alpha val="0"/>
                        </a:schemeClr>
                      </a:gs>
                    </a:gsLst>
                    <a:lin ang="5400000" scaled="1"/>
                  </a:gradFill>
                </a:ln>
                <a:noFill/>
                <a:latin typeface="Arial" panose="020B0604020202020204"/>
                <a:ea typeface="微软雅黑" panose="020B0503020204020204" pitchFamily="34" charset="-122"/>
              </a:defRPr>
            </a:lvl1pPr>
          </a:lstStyle>
          <a:p>
            <a:r>
              <a:rPr lang="en-US" altLang="zh-CN">
                <a:latin typeface="+mn-lt"/>
                <a:ea typeface="+mn-ea"/>
                <a:cs typeface="+mn-ea"/>
                <a:sym typeface="+mn-lt"/>
              </a:rPr>
              <a:t>04</a:t>
            </a:r>
            <a:endParaRPr lang="zh-CN" altLang="en-US" dirty="0">
              <a:latin typeface="+mn-lt"/>
              <a:ea typeface="+mn-ea"/>
              <a:cs typeface="+mn-ea"/>
              <a:sym typeface="+mn-lt"/>
            </a:endParaRPr>
          </a:p>
        </p:txBody>
      </p:sp>
      <p:sp>
        <p:nvSpPr>
          <p:cNvPr id="18" name="文本框 17"/>
          <p:cNvSpPr txBox="1"/>
          <p:nvPr/>
        </p:nvSpPr>
        <p:spPr>
          <a:xfrm>
            <a:off x="2770751" y="4189946"/>
            <a:ext cx="6786301" cy="460375"/>
          </a:xfrm>
          <a:prstGeom prst="rect">
            <a:avLst/>
          </a:prstGeom>
          <a:noFill/>
        </p:spPr>
        <p:txBody>
          <a:bodyPr wrap="square" rtlCol="0">
            <a:spAutoFit/>
          </a:bodyPr>
          <a:lstStyle/>
          <a:p>
            <a:pPr algn="ctr">
              <a:lnSpc>
                <a:spcPct val="200000"/>
              </a:lnSpc>
            </a:pPr>
            <a:endParaRPr lang="zh-CN" altLang="en-US" sz="1200" dirty="0">
              <a:solidFill>
                <a:schemeClr val="tx1">
                  <a:lumMod val="65000"/>
                  <a:lumOff val="35000"/>
                </a:schemeClr>
              </a:solidFill>
              <a:cs typeface="+mn-ea"/>
              <a:sym typeface="+mn-lt"/>
            </a:endParaRPr>
          </a:p>
        </p:txBody>
      </p:sp>
      <p:grpSp>
        <p:nvGrpSpPr>
          <p:cNvPr id="20" name="组合 19"/>
          <p:cNvGrpSpPr/>
          <p:nvPr/>
        </p:nvGrpSpPr>
        <p:grpSpPr>
          <a:xfrm flipH="1">
            <a:off x="9323292" y="1207056"/>
            <a:ext cx="942570" cy="297327"/>
            <a:chOff x="1967374" y="5441671"/>
            <a:chExt cx="942570" cy="297327"/>
          </a:xfrm>
        </p:grpSpPr>
        <p:cxnSp>
          <p:nvCxnSpPr>
            <p:cNvPr id="23" name="直接连接符 22"/>
            <p:cNvCxnSpPr/>
            <p:nvPr/>
          </p:nvCxnSpPr>
          <p:spPr>
            <a:xfrm>
              <a:off x="2061700" y="5738998"/>
              <a:ext cx="274951"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1967374" y="5441671"/>
              <a:ext cx="942570" cy="261610"/>
            </a:xfrm>
            <a:prstGeom prst="rect">
              <a:avLst/>
            </a:prstGeom>
            <a:noFill/>
          </p:spPr>
          <p:txBody>
            <a:bodyPr wrap="square" rtlCol="0">
              <a:spAutoFit/>
            </a:bodyPr>
            <a:lstStyle/>
            <a:p>
              <a:pPr algn="dist"/>
              <a:r>
                <a:rPr lang="en-US" altLang="zh-CN" sz="1100" dirty="0">
                  <a:cs typeface="+mn-ea"/>
                  <a:sym typeface="+mn-lt"/>
                </a:rPr>
                <a:t>CREATIVE</a:t>
              </a:r>
              <a:endParaRPr lang="zh-CN" altLang="en-US" sz="1100" dirty="0">
                <a:cs typeface="+mn-ea"/>
                <a:sym typeface="+mn-lt"/>
              </a:endParaRPr>
            </a:p>
          </p:txBody>
        </p:sp>
      </p:grpSp>
      <p:grpSp>
        <p:nvGrpSpPr>
          <p:cNvPr id="28" name="组合 27"/>
          <p:cNvGrpSpPr/>
          <p:nvPr/>
        </p:nvGrpSpPr>
        <p:grpSpPr>
          <a:xfrm flipH="1">
            <a:off x="9335771" y="5261529"/>
            <a:ext cx="942570" cy="307183"/>
            <a:chOff x="1967374" y="5396098"/>
            <a:chExt cx="942570" cy="307183"/>
          </a:xfrm>
        </p:grpSpPr>
        <p:cxnSp>
          <p:nvCxnSpPr>
            <p:cNvPr id="29" name="直接连接符 28"/>
            <p:cNvCxnSpPr/>
            <p:nvPr/>
          </p:nvCxnSpPr>
          <p:spPr>
            <a:xfrm>
              <a:off x="2061700" y="5396098"/>
              <a:ext cx="274951"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1967374" y="5441671"/>
              <a:ext cx="942570" cy="261610"/>
            </a:xfrm>
            <a:prstGeom prst="rect">
              <a:avLst/>
            </a:prstGeom>
            <a:noFill/>
          </p:spPr>
          <p:txBody>
            <a:bodyPr wrap="square" rtlCol="0">
              <a:spAutoFit/>
            </a:bodyPr>
            <a:lstStyle/>
            <a:p>
              <a:pPr algn="dist"/>
              <a:r>
                <a:rPr lang="en-US" altLang="zh-CN" sz="1100" dirty="0">
                  <a:cs typeface="+mn-ea"/>
                  <a:sym typeface="+mn-lt"/>
                </a:rPr>
                <a:t>SCHEME</a:t>
              </a:r>
              <a:endParaRPr lang="zh-CN" altLang="en-US" sz="1100" dirty="0">
                <a:cs typeface="+mn-ea"/>
                <a:sym typeface="+mn-lt"/>
              </a:endParaRPr>
            </a:p>
          </p:txBody>
        </p:sp>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50"/>
                                        <p:tgtEl>
                                          <p:spTgt spid="8"/>
                                        </p:tgtEl>
                                      </p:cBhvr>
                                    </p:animEffect>
                                    <p:anim calcmode="lin" valueType="num">
                                      <p:cBhvr>
                                        <p:cTn id="8" dur="750" fill="hold"/>
                                        <p:tgtEl>
                                          <p:spTgt spid="8"/>
                                        </p:tgtEl>
                                        <p:attrNameLst>
                                          <p:attrName>ppt_x</p:attrName>
                                        </p:attrNameLst>
                                      </p:cBhvr>
                                      <p:tavLst>
                                        <p:tav tm="0">
                                          <p:val>
                                            <p:strVal val="#ppt_x"/>
                                          </p:val>
                                        </p:tav>
                                        <p:tav tm="100000">
                                          <p:val>
                                            <p:strVal val="#ppt_x"/>
                                          </p:val>
                                        </p:tav>
                                      </p:tavLst>
                                    </p:anim>
                                    <p:anim calcmode="lin" valueType="num">
                                      <p:cBhvr>
                                        <p:cTn id="9" dur="7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50"/>
                                        <p:tgtEl>
                                          <p:spTgt spid="7"/>
                                        </p:tgtEl>
                                      </p:cBhvr>
                                    </p:animEffect>
                                    <p:anim calcmode="lin" valueType="num">
                                      <p:cBhvr>
                                        <p:cTn id="15" dur="750" fill="hold"/>
                                        <p:tgtEl>
                                          <p:spTgt spid="7"/>
                                        </p:tgtEl>
                                        <p:attrNameLst>
                                          <p:attrName>ppt_x</p:attrName>
                                        </p:attrNameLst>
                                      </p:cBhvr>
                                      <p:tavLst>
                                        <p:tav tm="0">
                                          <p:val>
                                            <p:strVal val="#ppt_x"/>
                                          </p:val>
                                        </p:tav>
                                        <p:tav tm="100000">
                                          <p:val>
                                            <p:strVal val="#ppt_x"/>
                                          </p:val>
                                        </p:tav>
                                      </p:tavLst>
                                    </p:anim>
                                    <p:anim calcmode="lin" valueType="num">
                                      <p:cBhvr>
                                        <p:cTn id="16" dur="750" fill="hold"/>
                                        <p:tgtEl>
                                          <p:spTgt spid="7"/>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25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750"/>
                                        <p:tgtEl>
                                          <p:spTgt spid="3"/>
                                        </p:tgtEl>
                                      </p:cBhvr>
                                    </p:animEffect>
                                    <p:anim calcmode="lin" valueType="num">
                                      <p:cBhvr>
                                        <p:cTn id="20" dur="750" fill="hold"/>
                                        <p:tgtEl>
                                          <p:spTgt spid="3"/>
                                        </p:tgtEl>
                                        <p:attrNameLst>
                                          <p:attrName>ppt_x</p:attrName>
                                        </p:attrNameLst>
                                      </p:cBhvr>
                                      <p:tavLst>
                                        <p:tav tm="0">
                                          <p:val>
                                            <p:strVal val="#ppt_x"/>
                                          </p:val>
                                        </p:tav>
                                        <p:tav tm="100000">
                                          <p:val>
                                            <p:strVal val="#ppt_x"/>
                                          </p:val>
                                        </p:tav>
                                      </p:tavLst>
                                    </p:anim>
                                    <p:anim calcmode="lin" valueType="num">
                                      <p:cBhvr>
                                        <p:cTn id="21" dur="750" fill="hold"/>
                                        <p:tgtEl>
                                          <p:spTgt spid="3"/>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16" presetClass="entr" presetSubtype="21"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arn(inVertical)">
                                      <p:cBhvr>
                                        <p:cTn id="25" dur="750"/>
                                        <p:tgtEl>
                                          <p:spTgt spid="11"/>
                                        </p:tgtEl>
                                      </p:cBhvr>
                                    </p:animEffect>
                                  </p:childTnLst>
                                </p:cTn>
                              </p:par>
                            </p:childTnLst>
                          </p:cTn>
                        </p:par>
                        <p:par>
                          <p:cTn id="26" fill="hold">
                            <p:stCondLst>
                              <p:cond delay="2000"/>
                            </p:stCondLst>
                            <p:childTnLst>
                              <p:par>
                                <p:cTn id="27" presetID="2" presetClass="entr" presetSubtype="8" fill="hold" grpId="0" nodeType="after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750" fill="hold"/>
                                        <p:tgtEl>
                                          <p:spTgt spid="19"/>
                                        </p:tgtEl>
                                        <p:attrNameLst>
                                          <p:attrName>ppt_x</p:attrName>
                                        </p:attrNameLst>
                                      </p:cBhvr>
                                      <p:tavLst>
                                        <p:tav tm="0">
                                          <p:val>
                                            <p:strVal val="0-#ppt_w/2"/>
                                          </p:val>
                                        </p:tav>
                                        <p:tav tm="100000">
                                          <p:val>
                                            <p:strVal val="#ppt_x"/>
                                          </p:val>
                                        </p:tav>
                                      </p:tavLst>
                                    </p:anim>
                                    <p:anim calcmode="lin" valueType="num">
                                      <p:cBhvr additive="base">
                                        <p:cTn id="30" dur="750" fill="hold"/>
                                        <p:tgtEl>
                                          <p:spTgt spid="19"/>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750" fill="hold"/>
                                        <p:tgtEl>
                                          <p:spTgt spid="12"/>
                                        </p:tgtEl>
                                        <p:attrNameLst>
                                          <p:attrName>ppt_x</p:attrName>
                                        </p:attrNameLst>
                                      </p:cBhvr>
                                      <p:tavLst>
                                        <p:tav tm="0">
                                          <p:val>
                                            <p:strVal val="0-#ppt_w/2"/>
                                          </p:val>
                                        </p:tav>
                                        <p:tav tm="100000">
                                          <p:val>
                                            <p:strVal val="#ppt_x"/>
                                          </p:val>
                                        </p:tav>
                                      </p:tavLst>
                                    </p:anim>
                                    <p:anim calcmode="lin" valueType="num">
                                      <p:cBhvr additive="base">
                                        <p:cTn id="34" dur="750" fill="hold"/>
                                        <p:tgtEl>
                                          <p:spTgt spid="12"/>
                                        </p:tgtEl>
                                        <p:attrNameLst>
                                          <p:attrName>ppt_y</p:attrName>
                                        </p:attrNameLst>
                                      </p:cBhvr>
                                      <p:tavLst>
                                        <p:tav tm="0">
                                          <p:val>
                                            <p:strVal val="#ppt_y"/>
                                          </p:val>
                                        </p:tav>
                                        <p:tav tm="100000">
                                          <p:val>
                                            <p:strVal val="#ppt_y"/>
                                          </p:val>
                                        </p:tav>
                                      </p:tavLst>
                                    </p:anim>
                                  </p:childTnLst>
                                </p:cTn>
                              </p:par>
                            </p:childTnLst>
                          </p:cTn>
                        </p:par>
                        <p:par>
                          <p:cTn id="35" fill="hold">
                            <p:stCondLst>
                              <p:cond delay="3000"/>
                            </p:stCondLst>
                            <p:childTnLst>
                              <p:par>
                                <p:cTn id="36" presetID="2" presetClass="entr" presetSubtype="12"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 calcmode="lin" valueType="num">
                                      <p:cBhvr additive="base">
                                        <p:cTn id="38" dur="750" fill="hold"/>
                                        <p:tgtEl>
                                          <p:spTgt spid="15"/>
                                        </p:tgtEl>
                                        <p:attrNameLst>
                                          <p:attrName>ppt_x</p:attrName>
                                        </p:attrNameLst>
                                      </p:cBhvr>
                                      <p:tavLst>
                                        <p:tav tm="0">
                                          <p:val>
                                            <p:strVal val="0-#ppt_w/2"/>
                                          </p:val>
                                        </p:tav>
                                        <p:tav tm="100000">
                                          <p:val>
                                            <p:strVal val="#ppt_x"/>
                                          </p:val>
                                        </p:tav>
                                      </p:tavLst>
                                    </p:anim>
                                    <p:anim calcmode="lin" valueType="num">
                                      <p:cBhvr additive="base">
                                        <p:cTn id="39" dur="750" fill="hold"/>
                                        <p:tgtEl>
                                          <p:spTgt spid="15"/>
                                        </p:tgtEl>
                                        <p:attrNameLst>
                                          <p:attrName>ppt_y</p:attrName>
                                        </p:attrNameLst>
                                      </p:cBhvr>
                                      <p:tavLst>
                                        <p:tav tm="0">
                                          <p:val>
                                            <p:strVal val="1+#ppt_h/2"/>
                                          </p:val>
                                        </p:tav>
                                        <p:tav tm="100000">
                                          <p:val>
                                            <p:strVal val="#ppt_y"/>
                                          </p:val>
                                        </p:tav>
                                      </p:tavLst>
                                    </p:anim>
                                  </p:childTnLst>
                                </p:cTn>
                              </p:par>
                              <p:par>
                                <p:cTn id="40" presetID="2" presetClass="entr" presetSubtype="6" fill="hold" grpId="0" nodeType="withEffect">
                                  <p:stCondLst>
                                    <p:cond delay="25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750" fill="hold"/>
                                        <p:tgtEl>
                                          <p:spTgt spid="13"/>
                                        </p:tgtEl>
                                        <p:attrNameLst>
                                          <p:attrName>ppt_x</p:attrName>
                                        </p:attrNameLst>
                                      </p:cBhvr>
                                      <p:tavLst>
                                        <p:tav tm="0">
                                          <p:val>
                                            <p:strVal val="1+#ppt_w/2"/>
                                          </p:val>
                                        </p:tav>
                                        <p:tav tm="100000">
                                          <p:val>
                                            <p:strVal val="#ppt_x"/>
                                          </p:val>
                                        </p:tav>
                                      </p:tavLst>
                                    </p:anim>
                                    <p:anim calcmode="lin" valueType="num">
                                      <p:cBhvr additive="base">
                                        <p:cTn id="43" dur="750" fill="hold"/>
                                        <p:tgtEl>
                                          <p:spTgt spid="13"/>
                                        </p:tgtEl>
                                        <p:attrNameLst>
                                          <p:attrName>ppt_y</p:attrName>
                                        </p:attrNameLst>
                                      </p:cBhvr>
                                      <p:tavLst>
                                        <p:tav tm="0">
                                          <p:val>
                                            <p:strVal val="1+#ppt_h/2"/>
                                          </p:val>
                                        </p:tav>
                                        <p:tav tm="100000">
                                          <p:val>
                                            <p:strVal val="#ppt_y"/>
                                          </p:val>
                                        </p:tav>
                                      </p:tavLst>
                                    </p:anim>
                                  </p:childTnLst>
                                </p:cTn>
                              </p:par>
                              <p:par>
                                <p:cTn id="44" presetID="2" presetClass="entr" presetSubtype="9" fill="hold" grpId="0" nodeType="withEffect">
                                  <p:stCondLst>
                                    <p:cond delay="50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750" fill="hold"/>
                                        <p:tgtEl>
                                          <p:spTgt spid="16"/>
                                        </p:tgtEl>
                                        <p:attrNameLst>
                                          <p:attrName>ppt_x</p:attrName>
                                        </p:attrNameLst>
                                      </p:cBhvr>
                                      <p:tavLst>
                                        <p:tav tm="0">
                                          <p:val>
                                            <p:strVal val="0-#ppt_w/2"/>
                                          </p:val>
                                        </p:tav>
                                        <p:tav tm="100000">
                                          <p:val>
                                            <p:strVal val="#ppt_x"/>
                                          </p:val>
                                        </p:tav>
                                      </p:tavLst>
                                    </p:anim>
                                    <p:anim calcmode="lin" valueType="num">
                                      <p:cBhvr additive="base">
                                        <p:cTn id="47" dur="750" fill="hold"/>
                                        <p:tgtEl>
                                          <p:spTgt spid="16"/>
                                        </p:tgtEl>
                                        <p:attrNameLst>
                                          <p:attrName>ppt_y</p:attrName>
                                        </p:attrNameLst>
                                      </p:cBhvr>
                                      <p:tavLst>
                                        <p:tav tm="0">
                                          <p:val>
                                            <p:strVal val="0-#ppt_h/2"/>
                                          </p:val>
                                        </p:tav>
                                        <p:tav tm="100000">
                                          <p:val>
                                            <p:strVal val="#ppt_y"/>
                                          </p:val>
                                        </p:tav>
                                      </p:tavLst>
                                    </p:anim>
                                  </p:childTnLst>
                                </p:cTn>
                              </p:par>
                              <p:par>
                                <p:cTn id="48" presetID="2" presetClass="entr" presetSubtype="2" fill="hold" grpId="0" nodeType="withEffect">
                                  <p:stCondLst>
                                    <p:cond delay="750"/>
                                  </p:stCondLst>
                                  <p:childTnLst>
                                    <p:set>
                                      <p:cBhvr>
                                        <p:cTn id="49" dur="1" fill="hold">
                                          <p:stCondLst>
                                            <p:cond delay="0"/>
                                          </p:stCondLst>
                                        </p:cTn>
                                        <p:tgtEl>
                                          <p:spTgt spid="17"/>
                                        </p:tgtEl>
                                        <p:attrNameLst>
                                          <p:attrName>style.visibility</p:attrName>
                                        </p:attrNameLst>
                                      </p:cBhvr>
                                      <p:to>
                                        <p:strVal val="visible"/>
                                      </p:to>
                                    </p:set>
                                    <p:anim calcmode="lin" valueType="num">
                                      <p:cBhvr additive="base">
                                        <p:cTn id="50" dur="750" fill="hold"/>
                                        <p:tgtEl>
                                          <p:spTgt spid="17"/>
                                        </p:tgtEl>
                                        <p:attrNameLst>
                                          <p:attrName>ppt_x</p:attrName>
                                        </p:attrNameLst>
                                      </p:cBhvr>
                                      <p:tavLst>
                                        <p:tav tm="0">
                                          <p:val>
                                            <p:strVal val="1+#ppt_w/2"/>
                                          </p:val>
                                        </p:tav>
                                        <p:tav tm="100000">
                                          <p:val>
                                            <p:strVal val="#ppt_x"/>
                                          </p:val>
                                        </p:tav>
                                      </p:tavLst>
                                    </p:anim>
                                    <p:anim calcmode="lin" valueType="num">
                                      <p:cBhvr additive="base">
                                        <p:cTn id="51" dur="750" fill="hold"/>
                                        <p:tgtEl>
                                          <p:spTgt spid="17"/>
                                        </p:tgtEl>
                                        <p:attrNameLst>
                                          <p:attrName>ppt_y</p:attrName>
                                        </p:attrNameLst>
                                      </p:cBhvr>
                                      <p:tavLst>
                                        <p:tav tm="0">
                                          <p:val>
                                            <p:strVal val="#ppt_y"/>
                                          </p:val>
                                        </p:tav>
                                        <p:tav tm="100000">
                                          <p:val>
                                            <p:strVal val="#ppt_y"/>
                                          </p:val>
                                        </p:tav>
                                      </p:tavLst>
                                    </p:anim>
                                  </p:childTnLst>
                                </p:cTn>
                              </p:par>
                            </p:childTnLst>
                          </p:cTn>
                        </p:par>
                        <p:par>
                          <p:cTn id="52" fill="hold">
                            <p:stCondLst>
                              <p:cond delay="4000"/>
                            </p:stCondLst>
                            <p:childTnLst>
                              <p:par>
                                <p:cTn id="53" presetID="22" presetClass="entr" presetSubtype="2"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wipe(right)">
                                      <p:cBhvr>
                                        <p:cTn id="55" dur="750"/>
                                        <p:tgtEl>
                                          <p:spTgt spid="20"/>
                                        </p:tgtEl>
                                      </p:cBhvr>
                                    </p:animEffect>
                                  </p:childTnLst>
                                </p:cTn>
                              </p:par>
                              <p:par>
                                <p:cTn id="56" presetID="22" presetClass="entr" presetSubtype="2" fill="hold"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wipe(right)">
                                      <p:cBhvr>
                                        <p:cTn id="58" dur="750"/>
                                        <p:tgtEl>
                                          <p:spTgt spid="28"/>
                                        </p:tgtEl>
                                      </p:cBhvr>
                                    </p:animEffect>
                                  </p:childTnLst>
                                </p:cTn>
                              </p:par>
                            </p:childTnLst>
                          </p:cTn>
                        </p:par>
                        <p:par>
                          <p:cTn id="59" fill="hold">
                            <p:stCondLst>
                              <p:cond delay="5000"/>
                            </p:stCondLst>
                            <p:childTnLst>
                              <p:par>
                                <p:cTn id="60" presetID="0" presetClass="entr" presetSubtype="0" fill="hold" grpId="0" nodeType="afterEffect">
                                  <p:stCondLst>
                                    <p:cond delay="0"/>
                                  </p:stCondLst>
                                  <p:iterate type="lt">
                                    <p:tmPct val="10000"/>
                                  </p:iterate>
                                  <p:childTnLst>
                                    <p:set>
                                      <p:cBhvr>
                                        <p:cTn id="61" dur="1" fill="hold">
                                          <p:stCondLst>
                                            <p:cond delay="0"/>
                                          </p:stCondLst>
                                        </p:cTn>
                                        <p:tgtEl>
                                          <p:spTgt spid="21"/>
                                        </p:tgtEl>
                                        <p:attrNameLst>
                                          <p:attrName>style.visibility</p:attrName>
                                        </p:attrNameLst>
                                      </p:cBhvr>
                                      <p:to>
                                        <p:strVal val="visible"/>
                                      </p:to>
                                    </p:set>
                                    <p:anim to="" calcmode="lin" valueType="num">
                                      <p:cBhvr>
                                        <p:cTn id="62" dur="750" fill="hold">
                                          <p:stCondLst>
                                            <p:cond delay="0"/>
                                          </p:stCondLst>
                                        </p:cTn>
                                        <p:tgtEl>
                                          <p:spTgt spid="21"/>
                                        </p:tgtEl>
                                        <p:attrNameLst>
                                          <p:attrName>ppt_x</p:attrName>
                                        </p:attrNameLst>
                                      </p:cBhvr>
                                      <p:tavLst>
                                        <p:tav tm="0" fmla="#ppt_x-(-#ppt_w/2*cos(ppt_r/180*pi))*((1.5-1.5*$)^2-(1.5-1.5*$)^3)">
                                          <p:val>
                                            <p:fltVal val="0"/>
                                          </p:val>
                                        </p:tav>
                                        <p:tav tm="100000">
                                          <p:val>
                                            <p:fltVal val="1"/>
                                          </p:val>
                                        </p:tav>
                                      </p:tavLst>
                                    </p:anim>
                                    <p:anim to="" calcmode="lin" valueType="num">
                                      <p:cBhvr>
                                        <p:cTn id="63" dur="750" fill="hold">
                                          <p:stCondLst>
                                            <p:cond delay="0"/>
                                          </p:stCondLst>
                                        </p:cTn>
                                        <p:tgtEl>
                                          <p:spTgt spid="21"/>
                                        </p:tgtEl>
                                        <p:attrNameLst>
                                          <p:attrName>ppt_y</p:attrName>
                                        </p:attrNameLst>
                                      </p:cBhvr>
                                      <p:tavLst>
                                        <p:tav tm="0" fmla="#ppt_y+(-#ppt_h/2*cos(ppt_r/180*pi))*((1.5-1.5*$)^2-(1.5-1.5*$)^3)">
                                          <p:val>
                                            <p:fltVal val="0"/>
                                          </p:val>
                                        </p:tav>
                                        <p:tav tm="100000">
                                          <p:val>
                                            <p:fltVal val="1"/>
                                          </p:val>
                                        </p:tav>
                                      </p:tavLst>
                                    </p:anim>
                                    <p:anim to="" calcmode="lin" valueType="num">
                                      <p:cBhvr>
                                        <p:cTn id="64" dur="750" fill="hold">
                                          <p:stCondLst>
                                            <p:cond delay="0"/>
                                          </p:stCondLst>
                                        </p:cTn>
                                        <p:tgtEl>
                                          <p:spTgt spid="21"/>
                                        </p:tgtEl>
                                        <p:attrNameLst>
                                          <p:attrName>ppt_h</p:attrName>
                                        </p:attrNameLst>
                                      </p:cBhvr>
                                      <p:tavLst>
                                        <p:tav tm="0" fmla="#ppt_h-(-#ppt_h)*((1.5-1.5*$)^2-(1.5-1.5*$)^3)">
                                          <p:val>
                                            <p:fltVal val="0"/>
                                          </p:val>
                                        </p:tav>
                                        <p:tav tm="100000">
                                          <p:val>
                                            <p:fltVal val="1"/>
                                          </p:val>
                                        </p:tav>
                                      </p:tavLst>
                                    </p:anim>
                                    <p:anim to="" calcmode="lin" valueType="num">
                                      <p:cBhvr>
                                        <p:cTn id="65" dur="750" fill="hold">
                                          <p:stCondLst>
                                            <p:cond delay="0"/>
                                          </p:stCondLst>
                                        </p:cTn>
                                        <p:tgtEl>
                                          <p:spTgt spid="21"/>
                                        </p:tgtEl>
                                        <p:attrNameLst>
                                          <p:attrName>ppt_w</p:attrName>
                                        </p:attrNameLst>
                                      </p:cBhvr>
                                      <p:tavLst>
                                        <p:tav tm="0" fmla="#ppt_w-(-#ppt_w)*((1.5-1.5*$)^2-(1.5-1.5*$)^3)">
                                          <p:val>
                                            <p:fltVal val="0"/>
                                          </p:val>
                                        </p:tav>
                                        <p:tav tm="100000">
                                          <p:val>
                                            <p:fltVal val="1"/>
                                          </p:val>
                                        </p:tav>
                                      </p:tavLst>
                                    </p:anim>
                                  </p:childTnLst>
                                </p:cTn>
                              </p:par>
                            </p:childTnLst>
                          </p:cTn>
                        </p:par>
                        <p:par>
                          <p:cTn id="66" fill="hold">
                            <p:stCondLst>
                              <p:cond delay="5875"/>
                            </p:stCondLst>
                            <p:childTnLst>
                              <p:par>
                                <p:cTn id="67" presetID="42" presetClass="entr" presetSubtype="0" fill="hold" grpId="0" nodeType="after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750"/>
                                        <p:tgtEl>
                                          <p:spTgt spid="22"/>
                                        </p:tgtEl>
                                      </p:cBhvr>
                                    </p:animEffect>
                                    <p:anim calcmode="lin" valueType="num">
                                      <p:cBhvr>
                                        <p:cTn id="70" dur="750" fill="hold"/>
                                        <p:tgtEl>
                                          <p:spTgt spid="22"/>
                                        </p:tgtEl>
                                        <p:attrNameLst>
                                          <p:attrName>ppt_x</p:attrName>
                                        </p:attrNameLst>
                                      </p:cBhvr>
                                      <p:tavLst>
                                        <p:tav tm="0">
                                          <p:val>
                                            <p:strVal val="#ppt_x"/>
                                          </p:val>
                                        </p:tav>
                                        <p:tav tm="100000">
                                          <p:val>
                                            <p:strVal val="#ppt_x"/>
                                          </p:val>
                                        </p:tav>
                                      </p:tavLst>
                                    </p:anim>
                                    <p:anim calcmode="lin" valueType="num">
                                      <p:cBhvr>
                                        <p:cTn id="71" dur="750" fill="hold"/>
                                        <p:tgtEl>
                                          <p:spTgt spid="22"/>
                                        </p:tgtEl>
                                        <p:attrNameLst>
                                          <p:attrName>ppt_y</p:attrName>
                                        </p:attrNameLst>
                                      </p:cBhvr>
                                      <p:tavLst>
                                        <p:tav tm="0">
                                          <p:val>
                                            <p:strVal val="#ppt_y+.1"/>
                                          </p:val>
                                        </p:tav>
                                        <p:tav tm="100000">
                                          <p:val>
                                            <p:strVal val="#ppt_y"/>
                                          </p:val>
                                        </p:tav>
                                      </p:tavLst>
                                    </p:anim>
                                  </p:childTnLst>
                                </p:cTn>
                              </p:par>
                            </p:childTnLst>
                          </p:cTn>
                        </p:par>
                        <p:par>
                          <p:cTn id="72" fill="hold">
                            <p:stCondLst>
                              <p:cond delay="6875"/>
                            </p:stCondLst>
                            <p:childTnLst>
                              <p:par>
                                <p:cTn id="73" presetID="42" presetClass="entr" presetSubtype="0" fill="hold" grpId="0" nodeType="after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750"/>
                                        <p:tgtEl>
                                          <p:spTgt spid="18"/>
                                        </p:tgtEl>
                                      </p:cBhvr>
                                    </p:animEffect>
                                    <p:anim calcmode="lin" valueType="num">
                                      <p:cBhvr>
                                        <p:cTn id="76" dur="750" fill="hold"/>
                                        <p:tgtEl>
                                          <p:spTgt spid="18"/>
                                        </p:tgtEl>
                                        <p:attrNameLst>
                                          <p:attrName>ppt_x</p:attrName>
                                        </p:attrNameLst>
                                      </p:cBhvr>
                                      <p:tavLst>
                                        <p:tav tm="0">
                                          <p:val>
                                            <p:strVal val="#ppt_x"/>
                                          </p:val>
                                        </p:tav>
                                        <p:tav tm="100000">
                                          <p:val>
                                            <p:strVal val="#ppt_x"/>
                                          </p:val>
                                        </p:tav>
                                      </p:tavLst>
                                    </p:anim>
                                    <p:anim calcmode="lin" valueType="num">
                                      <p:cBhvr>
                                        <p:cTn id="77" dur="75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3" grpId="0" animBg="1"/>
      <p:bldP spid="11" grpId="0" animBg="1"/>
      <p:bldP spid="12" grpId="0" animBg="1"/>
      <p:bldP spid="16" grpId="0" animBg="1"/>
      <p:bldP spid="17" grpId="0" animBg="1"/>
      <p:bldP spid="19" grpId="0" animBg="1"/>
      <p:bldP spid="21" grpId="0"/>
      <p:bldP spid="22"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3"/>
          <p:cNvSpPr/>
          <p:nvPr>
            <p:custDataLst>
              <p:tags r:id="rId1"/>
            </p:custDataLst>
          </p:nvPr>
        </p:nvSpPr>
        <p:spPr>
          <a:xfrm>
            <a:off x="1027759" y="1419235"/>
            <a:ext cx="599228" cy="599228"/>
          </a:xfrm>
          <a:custGeom>
            <a:avLst/>
            <a:gdLst>
              <a:gd name="connsiteX0" fmla="*/ 274320 w 548640"/>
              <a:gd name="connsiteY0" fmla="*/ 0 h 548640"/>
              <a:gd name="connsiteX1" fmla="*/ 548640 w 548640"/>
              <a:gd name="connsiteY1" fmla="*/ 274320 h 548640"/>
              <a:gd name="connsiteX2" fmla="*/ 274320 w 548640"/>
              <a:gd name="connsiteY2" fmla="*/ 548640 h 548640"/>
              <a:gd name="connsiteX3" fmla="*/ 0 w 548640"/>
              <a:gd name="connsiteY3" fmla="*/ 274320 h 548640"/>
              <a:gd name="connsiteX4" fmla="*/ 274320 w 548640"/>
              <a:gd name="connsiteY4" fmla="*/ 0 h 54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640" h="548640">
                <a:moveTo>
                  <a:pt x="274320" y="0"/>
                </a:moveTo>
                <a:cubicBezTo>
                  <a:pt x="425823" y="0"/>
                  <a:pt x="548640" y="122817"/>
                  <a:pt x="548640" y="274320"/>
                </a:cubicBezTo>
                <a:cubicBezTo>
                  <a:pt x="548640" y="425823"/>
                  <a:pt x="425823" y="548640"/>
                  <a:pt x="274320" y="548640"/>
                </a:cubicBezTo>
                <a:cubicBezTo>
                  <a:pt x="122817" y="548640"/>
                  <a:pt x="0" y="425823"/>
                  <a:pt x="0" y="274320"/>
                </a:cubicBezTo>
                <a:cubicBezTo>
                  <a:pt x="0" y="122817"/>
                  <a:pt x="122817" y="0"/>
                  <a:pt x="274320" y="0"/>
                </a:cubicBezTo>
                <a:close/>
              </a:path>
            </a:pathLst>
          </a:custGeom>
          <a:solidFill>
            <a:srgbClr val="0050F9"/>
          </a:solidFill>
        </p:spPr>
        <p:style>
          <a:lnRef idx="0">
            <a:schemeClr val="lt1">
              <a:hueOff val="0"/>
              <a:satOff val="0"/>
              <a:lumOff val="0"/>
              <a:alphaOff val="0"/>
            </a:schemeClr>
          </a:lnRef>
          <a:fillRef idx="3">
            <a:scrgbClr r="0" g="0" b="0"/>
          </a:fillRef>
          <a:effectRef idx="0">
            <a:schemeClr val="accent1">
              <a:alpha val="50000"/>
              <a:hueOff val="0"/>
              <a:satOff val="0"/>
              <a:lumOff val="0"/>
              <a:alphaOff val="0"/>
            </a:schemeClr>
          </a:effectRef>
          <a:fontRef idx="minor">
            <a:schemeClr val="tx1"/>
          </a:fontRef>
        </p:style>
        <p:txBody>
          <a:bodyPr spcFirstLastPara="0" vert="horz" wrap="square" lIns="183823" tIns="183826" rIns="183823" bIns="183826" numCol="1" spcCol="1270" anchor="ctr" anchorCtr="0">
            <a:noAutofit/>
          </a:bodyPr>
          <a:lstStyle/>
          <a:p>
            <a:pPr algn="ctr" defTabSz="533400">
              <a:lnSpc>
                <a:spcPct val="90000"/>
              </a:lnSpc>
              <a:spcBef>
                <a:spcPct val="0"/>
              </a:spcBef>
              <a:spcAft>
                <a:spcPct val="35000"/>
              </a:spcAft>
            </a:pPr>
            <a:endParaRPr lang="en-US" sz="1200">
              <a:solidFill>
                <a:srgbClr val="FFFFFF"/>
              </a:solidFill>
              <a:cs typeface="+mn-ea"/>
              <a:sym typeface="+mn-lt"/>
            </a:endParaRPr>
          </a:p>
        </p:txBody>
      </p:sp>
      <p:sp>
        <p:nvSpPr>
          <p:cNvPr id="3" name="Freeform 43"/>
          <p:cNvSpPr/>
          <p:nvPr>
            <p:custDataLst>
              <p:tags r:id="rId2"/>
            </p:custDataLst>
          </p:nvPr>
        </p:nvSpPr>
        <p:spPr>
          <a:xfrm>
            <a:off x="1027759" y="3910187"/>
            <a:ext cx="599228" cy="599228"/>
          </a:xfrm>
          <a:custGeom>
            <a:avLst/>
            <a:gdLst>
              <a:gd name="connsiteX0" fmla="*/ 274320 w 548640"/>
              <a:gd name="connsiteY0" fmla="*/ 0 h 548640"/>
              <a:gd name="connsiteX1" fmla="*/ 548640 w 548640"/>
              <a:gd name="connsiteY1" fmla="*/ 274320 h 548640"/>
              <a:gd name="connsiteX2" fmla="*/ 274320 w 548640"/>
              <a:gd name="connsiteY2" fmla="*/ 548640 h 548640"/>
              <a:gd name="connsiteX3" fmla="*/ 0 w 548640"/>
              <a:gd name="connsiteY3" fmla="*/ 274320 h 548640"/>
              <a:gd name="connsiteX4" fmla="*/ 274320 w 548640"/>
              <a:gd name="connsiteY4" fmla="*/ 0 h 54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640" h="548640">
                <a:moveTo>
                  <a:pt x="274320" y="0"/>
                </a:moveTo>
                <a:cubicBezTo>
                  <a:pt x="425823" y="0"/>
                  <a:pt x="548640" y="122817"/>
                  <a:pt x="548640" y="274320"/>
                </a:cubicBezTo>
                <a:cubicBezTo>
                  <a:pt x="548640" y="425823"/>
                  <a:pt x="425823" y="548640"/>
                  <a:pt x="274320" y="548640"/>
                </a:cubicBezTo>
                <a:cubicBezTo>
                  <a:pt x="122817" y="548640"/>
                  <a:pt x="0" y="425823"/>
                  <a:pt x="0" y="274320"/>
                </a:cubicBezTo>
                <a:cubicBezTo>
                  <a:pt x="0" y="122817"/>
                  <a:pt x="122817" y="0"/>
                  <a:pt x="274320" y="0"/>
                </a:cubicBezTo>
                <a:close/>
              </a:path>
            </a:pathLst>
          </a:custGeom>
          <a:solidFill>
            <a:srgbClr val="02CB94"/>
          </a:solidFill>
        </p:spPr>
        <p:style>
          <a:lnRef idx="0">
            <a:schemeClr val="lt1">
              <a:hueOff val="0"/>
              <a:satOff val="0"/>
              <a:lumOff val="0"/>
              <a:alphaOff val="0"/>
            </a:schemeClr>
          </a:lnRef>
          <a:fillRef idx="3">
            <a:scrgbClr r="0" g="0" b="0"/>
          </a:fillRef>
          <a:effectRef idx="0">
            <a:schemeClr val="accent1">
              <a:alpha val="50000"/>
              <a:hueOff val="0"/>
              <a:satOff val="0"/>
              <a:lumOff val="0"/>
              <a:alphaOff val="0"/>
            </a:schemeClr>
          </a:effectRef>
          <a:fontRef idx="minor">
            <a:schemeClr val="tx1"/>
          </a:fontRef>
        </p:style>
        <p:txBody>
          <a:bodyPr spcFirstLastPara="0" vert="horz" wrap="square" lIns="183823" tIns="183826" rIns="183823" bIns="183826" numCol="1" spcCol="1270" anchor="ctr" anchorCtr="0">
            <a:noAutofit/>
          </a:bodyPr>
          <a:lstStyle/>
          <a:p>
            <a:pPr algn="ctr" defTabSz="533400">
              <a:lnSpc>
                <a:spcPct val="90000"/>
              </a:lnSpc>
              <a:spcBef>
                <a:spcPct val="0"/>
              </a:spcBef>
              <a:spcAft>
                <a:spcPct val="35000"/>
              </a:spcAft>
            </a:pPr>
            <a:endParaRPr lang="en-US" sz="1200">
              <a:solidFill>
                <a:srgbClr val="FFFFFF"/>
              </a:solidFill>
              <a:cs typeface="+mn-ea"/>
              <a:sym typeface="+mn-lt"/>
            </a:endParaRPr>
          </a:p>
        </p:txBody>
      </p:sp>
      <p:sp>
        <p:nvSpPr>
          <p:cNvPr id="4" name="Freeform 43"/>
          <p:cNvSpPr/>
          <p:nvPr>
            <p:custDataLst>
              <p:tags r:id="rId3"/>
            </p:custDataLst>
          </p:nvPr>
        </p:nvSpPr>
        <p:spPr>
          <a:xfrm>
            <a:off x="4275455" y="1419235"/>
            <a:ext cx="599228" cy="599228"/>
          </a:xfrm>
          <a:custGeom>
            <a:avLst/>
            <a:gdLst>
              <a:gd name="connsiteX0" fmla="*/ 274320 w 548640"/>
              <a:gd name="connsiteY0" fmla="*/ 0 h 548640"/>
              <a:gd name="connsiteX1" fmla="*/ 548640 w 548640"/>
              <a:gd name="connsiteY1" fmla="*/ 274320 h 548640"/>
              <a:gd name="connsiteX2" fmla="*/ 274320 w 548640"/>
              <a:gd name="connsiteY2" fmla="*/ 548640 h 548640"/>
              <a:gd name="connsiteX3" fmla="*/ 0 w 548640"/>
              <a:gd name="connsiteY3" fmla="*/ 274320 h 548640"/>
              <a:gd name="connsiteX4" fmla="*/ 274320 w 548640"/>
              <a:gd name="connsiteY4" fmla="*/ 0 h 54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640" h="548640">
                <a:moveTo>
                  <a:pt x="274320" y="0"/>
                </a:moveTo>
                <a:cubicBezTo>
                  <a:pt x="425823" y="0"/>
                  <a:pt x="548640" y="122817"/>
                  <a:pt x="548640" y="274320"/>
                </a:cubicBezTo>
                <a:cubicBezTo>
                  <a:pt x="548640" y="425823"/>
                  <a:pt x="425823" y="548640"/>
                  <a:pt x="274320" y="548640"/>
                </a:cubicBezTo>
                <a:cubicBezTo>
                  <a:pt x="122817" y="548640"/>
                  <a:pt x="0" y="425823"/>
                  <a:pt x="0" y="274320"/>
                </a:cubicBezTo>
                <a:cubicBezTo>
                  <a:pt x="0" y="122817"/>
                  <a:pt x="122817" y="0"/>
                  <a:pt x="274320" y="0"/>
                </a:cubicBezTo>
                <a:close/>
              </a:path>
            </a:pathLst>
          </a:custGeom>
          <a:solidFill>
            <a:srgbClr val="02CB94"/>
          </a:solidFill>
        </p:spPr>
        <p:style>
          <a:lnRef idx="0">
            <a:schemeClr val="lt1">
              <a:hueOff val="0"/>
              <a:satOff val="0"/>
              <a:lumOff val="0"/>
              <a:alphaOff val="0"/>
            </a:schemeClr>
          </a:lnRef>
          <a:fillRef idx="3">
            <a:scrgbClr r="0" g="0" b="0"/>
          </a:fillRef>
          <a:effectRef idx="0">
            <a:schemeClr val="accent1">
              <a:alpha val="50000"/>
              <a:hueOff val="0"/>
              <a:satOff val="0"/>
              <a:lumOff val="0"/>
              <a:alphaOff val="0"/>
            </a:schemeClr>
          </a:effectRef>
          <a:fontRef idx="minor">
            <a:schemeClr val="tx1"/>
          </a:fontRef>
        </p:style>
        <p:txBody>
          <a:bodyPr spcFirstLastPara="0" vert="horz" wrap="square" lIns="183823" tIns="183826" rIns="183823" bIns="183826" numCol="1" spcCol="1270" anchor="ctr" anchorCtr="0">
            <a:noAutofit/>
          </a:bodyPr>
          <a:lstStyle/>
          <a:p>
            <a:pPr algn="ctr" defTabSz="533400">
              <a:lnSpc>
                <a:spcPct val="90000"/>
              </a:lnSpc>
              <a:spcBef>
                <a:spcPct val="0"/>
              </a:spcBef>
              <a:spcAft>
                <a:spcPct val="35000"/>
              </a:spcAft>
            </a:pPr>
            <a:endParaRPr lang="en-US" sz="1200" dirty="0">
              <a:solidFill>
                <a:srgbClr val="FFFFFF"/>
              </a:solidFill>
              <a:cs typeface="+mn-ea"/>
              <a:sym typeface="+mn-lt"/>
            </a:endParaRPr>
          </a:p>
        </p:txBody>
      </p:sp>
      <p:sp>
        <p:nvSpPr>
          <p:cNvPr id="5" name="Freeform 43"/>
          <p:cNvSpPr/>
          <p:nvPr>
            <p:custDataLst>
              <p:tags r:id="rId4"/>
            </p:custDataLst>
          </p:nvPr>
        </p:nvSpPr>
        <p:spPr>
          <a:xfrm>
            <a:off x="4275455" y="3910187"/>
            <a:ext cx="599228" cy="599228"/>
          </a:xfrm>
          <a:custGeom>
            <a:avLst/>
            <a:gdLst>
              <a:gd name="connsiteX0" fmla="*/ 274320 w 548640"/>
              <a:gd name="connsiteY0" fmla="*/ 0 h 548640"/>
              <a:gd name="connsiteX1" fmla="*/ 548640 w 548640"/>
              <a:gd name="connsiteY1" fmla="*/ 274320 h 548640"/>
              <a:gd name="connsiteX2" fmla="*/ 274320 w 548640"/>
              <a:gd name="connsiteY2" fmla="*/ 548640 h 548640"/>
              <a:gd name="connsiteX3" fmla="*/ 0 w 548640"/>
              <a:gd name="connsiteY3" fmla="*/ 274320 h 548640"/>
              <a:gd name="connsiteX4" fmla="*/ 274320 w 548640"/>
              <a:gd name="connsiteY4" fmla="*/ 0 h 548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640" h="548640">
                <a:moveTo>
                  <a:pt x="274320" y="0"/>
                </a:moveTo>
                <a:cubicBezTo>
                  <a:pt x="425823" y="0"/>
                  <a:pt x="548640" y="122817"/>
                  <a:pt x="548640" y="274320"/>
                </a:cubicBezTo>
                <a:cubicBezTo>
                  <a:pt x="548640" y="425823"/>
                  <a:pt x="425823" y="548640"/>
                  <a:pt x="274320" y="548640"/>
                </a:cubicBezTo>
                <a:cubicBezTo>
                  <a:pt x="122817" y="548640"/>
                  <a:pt x="0" y="425823"/>
                  <a:pt x="0" y="274320"/>
                </a:cubicBezTo>
                <a:cubicBezTo>
                  <a:pt x="0" y="122817"/>
                  <a:pt x="122817" y="0"/>
                  <a:pt x="274320" y="0"/>
                </a:cubicBezTo>
                <a:close/>
              </a:path>
            </a:pathLst>
          </a:custGeom>
          <a:solidFill>
            <a:srgbClr val="0050F9"/>
          </a:solidFill>
        </p:spPr>
        <p:style>
          <a:lnRef idx="0">
            <a:schemeClr val="lt1">
              <a:hueOff val="0"/>
              <a:satOff val="0"/>
              <a:lumOff val="0"/>
              <a:alphaOff val="0"/>
            </a:schemeClr>
          </a:lnRef>
          <a:fillRef idx="3">
            <a:scrgbClr r="0" g="0" b="0"/>
          </a:fillRef>
          <a:effectRef idx="0">
            <a:schemeClr val="accent1">
              <a:alpha val="50000"/>
              <a:hueOff val="0"/>
              <a:satOff val="0"/>
              <a:lumOff val="0"/>
              <a:alphaOff val="0"/>
            </a:schemeClr>
          </a:effectRef>
          <a:fontRef idx="minor">
            <a:schemeClr val="tx1"/>
          </a:fontRef>
        </p:style>
        <p:txBody>
          <a:bodyPr spcFirstLastPara="0" vert="horz" wrap="square" lIns="183823" tIns="183826" rIns="183823" bIns="183826" numCol="1" spcCol="1270" anchor="ctr" anchorCtr="0">
            <a:noAutofit/>
          </a:bodyPr>
          <a:lstStyle/>
          <a:p>
            <a:pPr algn="ctr" defTabSz="533400">
              <a:lnSpc>
                <a:spcPct val="90000"/>
              </a:lnSpc>
              <a:spcBef>
                <a:spcPct val="0"/>
              </a:spcBef>
              <a:spcAft>
                <a:spcPct val="35000"/>
              </a:spcAft>
            </a:pPr>
            <a:endParaRPr lang="en-US" sz="1200">
              <a:solidFill>
                <a:srgbClr val="FFFFFF"/>
              </a:solidFill>
              <a:cs typeface="+mn-ea"/>
              <a:sym typeface="+mn-lt"/>
            </a:endParaRPr>
          </a:p>
        </p:txBody>
      </p:sp>
      <p:grpSp>
        <p:nvGrpSpPr>
          <p:cNvPr id="6" name="组合 5"/>
          <p:cNvGrpSpPr/>
          <p:nvPr>
            <p:custDataLst>
              <p:tags r:id="rId5"/>
            </p:custDataLst>
          </p:nvPr>
        </p:nvGrpSpPr>
        <p:grpSpPr>
          <a:xfrm>
            <a:off x="1732384" y="1451935"/>
            <a:ext cx="2010768" cy="707935"/>
            <a:chOff x="7949157" y="4326869"/>
            <a:chExt cx="2010768" cy="707935"/>
          </a:xfrm>
        </p:grpSpPr>
        <p:sp>
          <p:nvSpPr>
            <p:cNvPr id="7" name="文本框 6"/>
            <p:cNvSpPr txBox="1"/>
            <p:nvPr>
              <p:custDataLst>
                <p:tags r:id="rId6"/>
              </p:custDataLst>
            </p:nvPr>
          </p:nvSpPr>
          <p:spPr>
            <a:xfrm>
              <a:off x="7962958" y="4715399"/>
              <a:ext cx="1996967" cy="319405"/>
            </a:xfrm>
            <a:prstGeom prst="rect">
              <a:avLst/>
            </a:prstGeom>
            <a:noFill/>
          </p:spPr>
          <p:txBody>
            <a:bodyPr wrap="square" lIns="0" tIns="0" rIns="0" bIns="0" rtlCol="0">
              <a:spAutoFit/>
            </a:bodyPr>
            <a:lstStyle/>
            <a:p>
              <a:pPr lvl="0">
                <a:lnSpc>
                  <a:spcPct val="130000"/>
                </a:lnSpc>
              </a:pPr>
              <a:endParaRPr lang="zh-CN" altLang="en-US" sz="1600" dirty="0">
                <a:solidFill>
                  <a:srgbClr val="000000"/>
                </a:solidFill>
                <a:cs typeface="+mn-ea"/>
                <a:sym typeface="+mn-lt"/>
              </a:endParaRPr>
            </a:p>
          </p:txBody>
        </p:sp>
        <p:sp>
          <p:nvSpPr>
            <p:cNvPr id="8" name="文本框 7"/>
            <p:cNvSpPr txBox="1"/>
            <p:nvPr>
              <p:custDataLst>
                <p:tags r:id="rId7"/>
              </p:custDataLst>
            </p:nvPr>
          </p:nvSpPr>
          <p:spPr>
            <a:xfrm>
              <a:off x="7949157" y="4326869"/>
              <a:ext cx="1765305" cy="368935"/>
            </a:xfrm>
            <a:prstGeom prst="rect">
              <a:avLst/>
            </a:prstGeom>
            <a:noFill/>
          </p:spPr>
          <p:txBody>
            <a:bodyPr wrap="square" lIns="0" tIns="0" rIns="0" bIns="0" rtlCol="0">
              <a:spAutoFit/>
            </a:bodyPr>
            <a:lstStyle/>
            <a:p>
              <a:pPr>
                <a:spcBef>
                  <a:spcPct val="0"/>
                </a:spcBef>
                <a:buSzPct val="25000"/>
                <a:defRPr/>
              </a:pPr>
              <a:r>
                <a:rPr lang="zh-CN" altLang="en-US" sz="2400" b="1" cap="all" dirty="0">
                  <a:solidFill>
                    <a:srgbClr val="404040"/>
                  </a:solidFill>
                  <a:cs typeface="+mn-ea"/>
                  <a:sym typeface="+mn-lt"/>
                  <a:hlinkClick r:id="rId8" action="ppaction://hlinksldjump"/>
                </a:rPr>
                <a:t>产品优势（</a:t>
              </a:r>
              <a:r>
                <a:rPr lang="en-US" altLang="zh-CN" sz="2400" b="1" cap="all" dirty="0">
                  <a:solidFill>
                    <a:srgbClr val="404040"/>
                  </a:solidFill>
                  <a:cs typeface="+mn-ea"/>
                  <a:sym typeface="+mn-lt"/>
                  <a:hlinkClick r:id="rId8" action="ppaction://hlinksldjump"/>
                </a:rPr>
                <a:t>S</a:t>
              </a:r>
              <a:r>
                <a:rPr lang="zh-CN" altLang="en-US" sz="2400" b="1" cap="all" dirty="0">
                  <a:solidFill>
                    <a:srgbClr val="404040"/>
                  </a:solidFill>
                  <a:cs typeface="+mn-ea"/>
                  <a:sym typeface="+mn-lt"/>
                  <a:hlinkClick r:id="rId8" action="ppaction://hlinksldjump"/>
                </a:rPr>
                <a:t>）</a:t>
              </a:r>
              <a:endParaRPr lang="zh-CN" altLang="en-US" sz="2400" b="1" cap="all" dirty="0">
                <a:solidFill>
                  <a:srgbClr val="404040"/>
                </a:solidFill>
                <a:cs typeface="+mn-ea"/>
                <a:sym typeface="+mn-lt"/>
              </a:endParaRPr>
            </a:p>
          </p:txBody>
        </p:sp>
      </p:grpSp>
      <p:grpSp>
        <p:nvGrpSpPr>
          <p:cNvPr id="9" name="组合 8"/>
          <p:cNvGrpSpPr/>
          <p:nvPr>
            <p:custDataLst>
              <p:tags r:id="rId9"/>
            </p:custDataLst>
          </p:nvPr>
        </p:nvGrpSpPr>
        <p:grpSpPr>
          <a:xfrm>
            <a:off x="5221820" y="1451935"/>
            <a:ext cx="2010767" cy="707935"/>
            <a:chOff x="7949158" y="4326869"/>
            <a:chExt cx="2010767" cy="707935"/>
          </a:xfrm>
        </p:grpSpPr>
        <p:sp>
          <p:nvSpPr>
            <p:cNvPr id="10" name="文本框 9"/>
            <p:cNvSpPr txBox="1"/>
            <p:nvPr>
              <p:custDataLst>
                <p:tags r:id="rId10"/>
              </p:custDataLst>
            </p:nvPr>
          </p:nvSpPr>
          <p:spPr>
            <a:xfrm>
              <a:off x="7962958" y="4715399"/>
              <a:ext cx="1996967" cy="319405"/>
            </a:xfrm>
            <a:prstGeom prst="rect">
              <a:avLst/>
            </a:prstGeom>
            <a:noFill/>
          </p:spPr>
          <p:txBody>
            <a:bodyPr wrap="square" lIns="0" tIns="0" rIns="0" bIns="0" rtlCol="0">
              <a:spAutoFit/>
            </a:bodyPr>
            <a:lstStyle/>
            <a:p>
              <a:pPr>
                <a:lnSpc>
                  <a:spcPct val="130000"/>
                </a:lnSpc>
              </a:pPr>
              <a:endParaRPr lang="en-US" altLang="zh-CN" sz="1600" dirty="0">
                <a:solidFill>
                  <a:srgbClr val="404040"/>
                </a:solidFill>
                <a:cs typeface="+mn-ea"/>
                <a:sym typeface="+mn-lt"/>
              </a:endParaRPr>
            </a:p>
          </p:txBody>
        </p:sp>
        <p:sp>
          <p:nvSpPr>
            <p:cNvPr id="11" name="文本框 10"/>
            <p:cNvSpPr txBox="1"/>
            <p:nvPr>
              <p:custDataLst>
                <p:tags r:id="rId11"/>
              </p:custDataLst>
            </p:nvPr>
          </p:nvSpPr>
          <p:spPr>
            <a:xfrm>
              <a:off x="7949158" y="4326869"/>
              <a:ext cx="1904365" cy="368935"/>
            </a:xfrm>
            <a:prstGeom prst="rect">
              <a:avLst/>
            </a:prstGeom>
            <a:noFill/>
          </p:spPr>
          <p:txBody>
            <a:bodyPr wrap="square" lIns="0" tIns="0" rIns="0" bIns="0" rtlCol="0">
              <a:spAutoFit/>
            </a:bodyPr>
            <a:lstStyle/>
            <a:p>
              <a:pPr lvl="0">
                <a:spcBef>
                  <a:spcPct val="0"/>
                </a:spcBef>
                <a:buSzPct val="25000"/>
                <a:defRPr/>
              </a:pPr>
              <a:r>
                <a:rPr lang="en-US" altLang="en-US" sz="2400" b="1" cap="all" dirty="0">
                  <a:solidFill>
                    <a:srgbClr val="404040"/>
                  </a:solidFill>
                  <a:cs typeface="+mn-ea"/>
                  <a:sym typeface="+mn-lt"/>
                </a:rPr>
                <a:t> </a:t>
              </a:r>
              <a:r>
                <a:rPr lang="zh-CN" altLang="en-US" sz="2400" b="1" cap="all" dirty="0">
                  <a:solidFill>
                    <a:srgbClr val="404040"/>
                  </a:solidFill>
                  <a:cs typeface="+mn-ea"/>
                  <a:sym typeface="+mn-lt"/>
                  <a:hlinkClick r:id="rId12" action="ppaction://hlinksldjump"/>
                </a:rPr>
                <a:t>产品劣势</a:t>
              </a:r>
              <a:r>
                <a:rPr lang="en-US" altLang="zh-CN" sz="2400" b="1" cap="all" dirty="0">
                  <a:solidFill>
                    <a:srgbClr val="404040"/>
                  </a:solidFill>
                  <a:cs typeface="+mn-ea"/>
                  <a:sym typeface="+mn-lt"/>
                  <a:hlinkClick r:id="rId12" action="ppaction://hlinksldjump"/>
                </a:rPr>
                <a:t>(W)</a:t>
              </a:r>
              <a:endParaRPr lang="en-US" altLang="zh-CN" sz="2400" b="1" cap="all" dirty="0">
                <a:solidFill>
                  <a:srgbClr val="404040"/>
                </a:solidFill>
                <a:cs typeface="+mn-ea"/>
                <a:sym typeface="+mn-lt"/>
              </a:endParaRPr>
            </a:p>
          </p:txBody>
        </p:sp>
      </p:grpSp>
      <p:grpSp>
        <p:nvGrpSpPr>
          <p:cNvPr id="12" name="组合 11"/>
          <p:cNvGrpSpPr/>
          <p:nvPr>
            <p:custDataLst>
              <p:tags r:id="rId13"/>
            </p:custDataLst>
          </p:nvPr>
        </p:nvGrpSpPr>
        <p:grpSpPr>
          <a:xfrm>
            <a:off x="1732384" y="3932376"/>
            <a:ext cx="2284730" cy="707935"/>
            <a:chOff x="7949157" y="4326869"/>
            <a:chExt cx="2284730" cy="707935"/>
          </a:xfrm>
        </p:grpSpPr>
        <p:sp>
          <p:nvSpPr>
            <p:cNvPr id="13" name="文本框 12"/>
            <p:cNvSpPr txBox="1"/>
            <p:nvPr>
              <p:custDataLst>
                <p:tags r:id="rId14"/>
              </p:custDataLst>
            </p:nvPr>
          </p:nvSpPr>
          <p:spPr>
            <a:xfrm>
              <a:off x="7962958" y="4715399"/>
              <a:ext cx="1996967" cy="319405"/>
            </a:xfrm>
            <a:prstGeom prst="rect">
              <a:avLst/>
            </a:prstGeom>
            <a:noFill/>
          </p:spPr>
          <p:txBody>
            <a:bodyPr wrap="square" lIns="0" tIns="0" rIns="0" bIns="0" rtlCol="0">
              <a:spAutoFit/>
            </a:bodyPr>
            <a:lstStyle/>
            <a:p>
              <a:pPr lvl="0">
                <a:lnSpc>
                  <a:spcPct val="130000"/>
                </a:lnSpc>
              </a:pPr>
              <a:endParaRPr lang="en-US" altLang="zh-CN" sz="1600" dirty="0">
                <a:solidFill>
                  <a:srgbClr val="000000"/>
                </a:solidFill>
                <a:cs typeface="+mn-ea"/>
                <a:sym typeface="+mn-lt"/>
              </a:endParaRPr>
            </a:p>
          </p:txBody>
        </p:sp>
        <p:sp>
          <p:nvSpPr>
            <p:cNvPr id="14" name="文本框 13"/>
            <p:cNvSpPr txBox="1"/>
            <p:nvPr>
              <p:custDataLst>
                <p:tags r:id="rId15"/>
              </p:custDataLst>
            </p:nvPr>
          </p:nvSpPr>
          <p:spPr>
            <a:xfrm>
              <a:off x="7949157" y="4326869"/>
              <a:ext cx="2284730" cy="368935"/>
            </a:xfrm>
            <a:prstGeom prst="rect">
              <a:avLst/>
            </a:prstGeom>
            <a:noFill/>
          </p:spPr>
          <p:txBody>
            <a:bodyPr wrap="square" lIns="0" tIns="0" rIns="0" bIns="0" rtlCol="0">
              <a:spAutoFit/>
            </a:bodyPr>
            <a:lstStyle/>
            <a:p>
              <a:pPr>
                <a:spcBef>
                  <a:spcPct val="0"/>
                </a:spcBef>
                <a:buSzPct val="25000"/>
                <a:defRPr/>
              </a:pPr>
              <a:r>
                <a:rPr lang="zh-CN" altLang="en-US" sz="2400" b="1" cap="all" dirty="0">
                  <a:solidFill>
                    <a:srgbClr val="404040"/>
                  </a:solidFill>
                  <a:cs typeface="+mn-ea"/>
                  <a:sym typeface="+mn-lt"/>
                  <a:hlinkClick r:id="rId16" action="ppaction://hlinksldjump"/>
                </a:rPr>
                <a:t>市场需求（</a:t>
              </a:r>
              <a:r>
                <a:rPr lang="en-US" altLang="zh-CN" sz="2400" b="1" cap="all" dirty="0">
                  <a:solidFill>
                    <a:srgbClr val="404040"/>
                  </a:solidFill>
                  <a:cs typeface="+mn-ea"/>
                  <a:sym typeface="+mn-lt"/>
                  <a:hlinkClick r:id="rId16" action="ppaction://hlinksldjump"/>
                </a:rPr>
                <a:t>o</a:t>
              </a:r>
              <a:r>
                <a:rPr lang="zh-CN" altLang="en-US" sz="2400" b="1" cap="all" dirty="0">
                  <a:solidFill>
                    <a:srgbClr val="404040"/>
                  </a:solidFill>
                  <a:cs typeface="+mn-ea"/>
                  <a:sym typeface="+mn-lt"/>
                  <a:hlinkClick r:id="rId16" action="ppaction://hlinksldjump"/>
                </a:rPr>
                <a:t>）</a:t>
              </a:r>
              <a:endParaRPr lang="zh-CN" altLang="en-US" sz="2400" b="1" cap="all" dirty="0">
                <a:solidFill>
                  <a:srgbClr val="404040"/>
                </a:solidFill>
                <a:cs typeface="+mn-ea"/>
                <a:sym typeface="+mn-lt"/>
              </a:endParaRPr>
            </a:p>
          </p:txBody>
        </p:sp>
      </p:grpSp>
      <p:grpSp>
        <p:nvGrpSpPr>
          <p:cNvPr id="15" name="组合 14"/>
          <p:cNvGrpSpPr/>
          <p:nvPr>
            <p:custDataLst>
              <p:tags r:id="rId17"/>
            </p:custDataLst>
          </p:nvPr>
        </p:nvGrpSpPr>
        <p:grpSpPr>
          <a:xfrm>
            <a:off x="5221820" y="3932376"/>
            <a:ext cx="2011680" cy="707935"/>
            <a:chOff x="7949158" y="4326869"/>
            <a:chExt cx="2011680" cy="707935"/>
          </a:xfrm>
        </p:grpSpPr>
        <p:sp>
          <p:nvSpPr>
            <p:cNvPr id="16" name="文本框 15"/>
            <p:cNvSpPr txBox="1"/>
            <p:nvPr>
              <p:custDataLst>
                <p:tags r:id="rId18"/>
              </p:custDataLst>
            </p:nvPr>
          </p:nvSpPr>
          <p:spPr>
            <a:xfrm>
              <a:off x="7962958" y="4715399"/>
              <a:ext cx="1996967" cy="319405"/>
            </a:xfrm>
            <a:prstGeom prst="rect">
              <a:avLst/>
            </a:prstGeom>
            <a:noFill/>
          </p:spPr>
          <p:txBody>
            <a:bodyPr wrap="square" lIns="0" tIns="0" rIns="0" bIns="0" rtlCol="0">
              <a:spAutoFit/>
            </a:bodyPr>
            <a:lstStyle/>
            <a:p>
              <a:pPr>
                <a:lnSpc>
                  <a:spcPct val="130000"/>
                </a:lnSpc>
              </a:pPr>
              <a:r>
                <a:rPr lang="zh-CN" altLang="en-US" sz="1600" dirty="0">
                  <a:solidFill>
                    <a:srgbClr val="000000"/>
                  </a:solidFill>
                  <a:cs typeface="+mn-ea"/>
                  <a:sym typeface="+mn-lt"/>
                </a:rPr>
                <a:t>。</a:t>
              </a:r>
              <a:endParaRPr lang="en-US" altLang="zh-CN" sz="1600" dirty="0">
                <a:solidFill>
                  <a:srgbClr val="000000"/>
                </a:solidFill>
                <a:cs typeface="+mn-ea"/>
                <a:sym typeface="+mn-lt"/>
              </a:endParaRPr>
            </a:p>
          </p:txBody>
        </p:sp>
        <p:sp>
          <p:nvSpPr>
            <p:cNvPr id="17" name="文本框 16"/>
            <p:cNvSpPr txBox="1"/>
            <p:nvPr>
              <p:custDataLst>
                <p:tags r:id="rId19"/>
              </p:custDataLst>
            </p:nvPr>
          </p:nvSpPr>
          <p:spPr>
            <a:xfrm>
              <a:off x="7949158" y="4326869"/>
              <a:ext cx="2011680" cy="368935"/>
            </a:xfrm>
            <a:prstGeom prst="rect">
              <a:avLst/>
            </a:prstGeom>
            <a:noFill/>
          </p:spPr>
          <p:txBody>
            <a:bodyPr wrap="square" lIns="0" tIns="0" rIns="0" bIns="0" rtlCol="0">
              <a:spAutoFit/>
            </a:bodyPr>
            <a:lstStyle/>
            <a:p>
              <a:pPr lvl="0">
                <a:spcBef>
                  <a:spcPct val="0"/>
                </a:spcBef>
                <a:buSzPct val="25000"/>
                <a:defRPr/>
              </a:pPr>
              <a:r>
                <a:rPr lang="zh-CN" altLang="en-US" sz="2400" b="1" cap="all" dirty="0">
                  <a:solidFill>
                    <a:srgbClr val="404040"/>
                  </a:solidFill>
                  <a:cs typeface="+mn-ea"/>
                  <a:sym typeface="+mn-lt"/>
                  <a:hlinkClick r:id="rId20" action="ppaction://hlinksldjump"/>
                </a:rPr>
                <a:t>竞品威胁（</a:t>
              </a:r>
              <a:r>
                <a:rPr lang="en-US" altLang="zh-CN" sz="2400" b="1" cap="all" dirty="0">
                  <a:solidFill>
                    <a:srgbClr val="404040"/>
                  </a:solidFill>
                  <a:cs typeface="+mn-ea"/>
                  <a:sym typeface="+mn-lt"/>
                  <a:hlinkClick r:id="rId20" action="ppaction://hlinksldjump"/>
                </a:rPr>
                <a:t>T</a:t>
              </a:r>
              <a:r>
                <a:rPr lang="zh-CN" altLang="en-US" sz="2400" b="1" cap="all" dirty="0">
                  <a:solidFill>
                    <a:srgbClr val="404040"/>
                  </a:solidFill>
                  <a:cs typeface="+mn-ea"/>
                  <a:sym typeface="+mn-lt"/>
                  <a:hlinkClick r:id="rId20" action="ppaction://hlinksldjump"/>
                </a:rPr>
                <a:t>）</a:t>
              </a:r>
              <a:endParaRPr lang="zh-CN" altLang="en-US" sz="2400" b="1" cap="all" dirty="0">
                <a:solidFill>
                  <a:srgbClr val="404040"/>
                </a:solidFill>
                <a:cs typeface="+mn-ea"/>
                <a:sym typeface="+mn-lt"/>
              </a:endParaRPr>
            </a:p>
          </p:txBody>
        </p:sp>
      </p:grpSp>
      <p:cxnSp>
        <p:nvCxnSpPr>
          <p:cNvPr id="18" name="直接连接符 17"/>
          <p:cNvCxnSpPr/>
          <p:nvPr>
            <p:custDataLst>
              <p:tags r:id="rId21"/>
            </p:custDataLst>
          </p:nvPr>
        </p:nvCxnSpPr>
        <p:spPr>
          <a:xfrm>
            <a:off x="1095849" y="3315658"/>
            <a:ext cx="6697669" cy="0"/>
          </a:xfrm>
          <a:prstGeom prst="line">
            <a:avLst/>
          </a:prstGeom>
          <a:ln w="28575">
            <a:solidFill>
              <a:srgbClr val="0050F9">
                <a:alpha val="20000"/>
              </a:srgb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7930153" y="1150527"/>
            <a:ext cx="742898" cy="936021"/>
          </a:xfrm>
          <a:prstGeom prst="rect">
            <a:avLst/>
          </a:prstGeom>
          <a:solidFill>
            <a:srgbClr val="02CB94"/>
          </a:solidFill>
        </p:spPr>
        <p:style>
          <a:lnRef idx="0">
            <a:schemeClr val="lt1">
              <a:hueOff val="0"/>
              <a:satOff val="0"/>
              <a:lumOff val="0"/>
              <a:alphaOff val="0"/>
            </a:schemeClr>
          </a:lnRef>
          <a:fillRef idx="3">
            <a:scrgbClr r="0" g="0" b="0"/>
          </a:fillRef>
          <a:effectRef idx="0">
            <a:schemeClr val="accent1">
              <a:alpha val="50000"/>
              <a:hueOff val="0"/>
              <a:satOff val="0"/>
              <a:lumOff val="0"/>
              <a:alphaOff val="0"/>
            </a:schemeClr>
          </a:effectRef>
          <a:fontRef idx="minor">
            <a:schemeClr val="tx1"/>
          </a:fontRef>
        </p:style>
        <p:txBody>
          <a:bodyPr spcFirstLastPara="0" vert="horz" wrap="square" lIns="183823" tIns="183826" rIns="183823" bIns="183826" numCol="1" spcCol="1270" anchor="ctr" anchorCtr="0">
            <a:noAutofit/>
          </a:bodyPr>
          <a:lstStyle/>
          <a:p>
            <a:pPr algn="ctr" defTabSz="533400">
              <a:lnSpc>
                <a:spcPct val="90000"/>
              </a:lnSpc>
              <a:spcBef>
                <a:spcPct val="0"/>
              </a:spcBef>
              <a:spcAft>
                <a:spcPct val="35000"/>
              </a:spcAft>
            </a:pPr>
            <a:endParaRPr lang="zh-CN" altLang="en-US" sz="1200" dirty="0">
              <a:solidFill>
                <a:srgbClr val="FFFFFF"/>
              </a:solidFill>
              <a:cs typeface="+mn-ea"/>
              <a:sym typeface="+mn-lt"/>
            </a:endParaRPr>
          </a:p>
        </p:txBody>
      </p:sp>
      <p:sp>
        <p:nvSpPr>
          <p:cNvPr id="20" name="iṡļiḋe"/>
          <p:cNvSpPr txBox="1"/>
          <p:nvPr>
            <p:custDataLst>
              <p:tags r:id="rId22"/>
            </p:custDataLst>
          </p:nvPr>
        </p:nvSpPr>
        <p:spPr bwMode="auto">
          <a:xfrm>
            <a:off x="1035596" y="1467787"/>
            <a:ext cx="599228" cy="49528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defRPr/>
            </a:pPr>
            <a:r>
              <a:rPr lang="en-US" altLang="zh-CN" b="1" dirty="0">
                <a:solidFill>
                  <a:srgbClr val="FFFFFF"/>
                </a:solidFill>
                <a:cs typeface="+mn-ea"/>
                <a:sym typeface="+mn-lt"/>
              </a:rPr>
              <a:t>01</a:t>
            </a:r>
            <a:endParaRPr lang="zh-CN" altLang="en-US" b="1" dirty="0">
              <a:solidFill>
                <a:srgbClr val="FFFFFF"/>
              </a:solidFill>
              <a:cs typeface="+mn-ea"/>
              <a:sym typeface="+mn-lt"/>
            </a:endParaRPr>
          </a:p>
        </p:txBody>
      </p:sp>
      <p:sp>
        <p:nvSpPr>
          <p:cNvPr id="21" name="iṡļiḋe"/>
          <p:cNvSpPr txBox="1"/>
          <p:nvPr>
            <p:custDataLst>
              <p:tags r:id="rId23"/>
            </p:custDataLst>
          </p:nvPr>
        </p:nvSpPr>
        <p:spPr bwMode="auto">
          <a:xfrm>
            <a:off x="4272369" y="1467787"/>
            <a:ext cx="599228" cy="49528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a:pPr>
            <a:r>
              <a:rPr lang="en-US" altLang="zh-CN" b="1" dirty="0">
                <a:solidFill>
                  <a:srgbClr val="FFFFFF"/>
                </a:solidFill>
                <a:cs typeface="+mn-ea"/>
                <a:sym typeface="+mn-lt"/>
              </a:rPr>
              <a:t>02</a:t>
            </a:r>
            <a:endParaRPr lang="zh-CN" altLang="en-US" b="1" dirty="0">
              <a:solidFill>
                <a:srgbClr val="FFFFFF"/>
              </a:solidFill>
              <a:cs typeface="+mn-ea"/>
              <a:sym typeface="+mn-lt"/>
            </a:endParaRPr>
          </a:p>
        </p:txBody>
      </p:sp>
      <p:sp>
        <p:nvSpPr>
          <p:cNvPr id="22" name="iṡļiḋe"/>
          <p:cNvSpPr txBox="1"/>
          <p:nvPr>
            <p:custDataLst>
              <p:tags r:id="rId24"/>
            </p:custDataLst>
          </p:nvPr>
        </p:nvSpPr>
        <p:spPr bwMode="auto">
          <a:xfrm>
            <a:off x="4275455" y="3976974"/>
            <a:ext cx="599228" cy="49528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a:pPr>
            <a:r>
              <a:rPr lang="en-US" altLang="zh-CN" b="1" dirty="0">
                <a:solidFill>
                  <a:srgbClr val="FFFFFF"/>
                </a:solidFill>
                <a:cs typeface="+mn-ea"/>
                <a:sym typeface="+mn-lt"/>
              </a:rPr>
              <a:t>04</a:t>
            </a:r>
            <a:endParaRPr lang="zh-CN" altLang="en-US" b="1" dirty="0">
              <a:solidFill>
                <a:srgbClr val="FFFFFF"/>
              </a:solidFill>
              <a:cs typeface="+mn-ea"/>
              <a:sym typeface="+mn-lt"/>
            </a:endParaRPr>
          </a:p>
        </p:txBody>
      </p:sp>
      <p:sp>
        <p:nvSpPr>
          <p:cNvPr id="23" name="iṡļiḋe"/>
          <p:cNvSpPr txBox="1"/>
          <p:nvPr>
            <p:custDataLst>
              <p:tags r:id="rId25"/>
            </p:custDataLst>
          </p:nvPr>
        </p:nvSpPr>
        <p:spPr bwMode="auto">
          <a:xfrm>
            <a:off x="1030076" y="3976974"/>
            <a:ext cx="599228" cy="49528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defRPr/>
            </a:pPr>
            <a:r>
              <a:rPr lang="en-US" altLang="zh-CN" b="1" dirty="0">
                <a:solidFill>
                  <a:srgbClr val="FFFFFF"/>
                </a:solidFill>
                <a:cs typeface="+mn-ea"/>
                <a:sym typeface="+mn-lt"/>
              </a:rPr>
              <a:t>03</a:t>
            </a:r>
            <a:endParaRPr lang="zh-CN" altLang="en-US" b="1" dirty="0">
              <a:solidFill>
                <a:srgbClr val="FFFFFF"/>
              </a:solidFill>
              <a:cs typeface="+mn-ea"/>
              <a:sym typeface="+mn-lt"/>
            </a:endParaRPr>
          </a:p>
        </p:txBody>
      </p:sp>
      <p:pic>
        <p:nvPicPr>
          <p:cNvPr id="24" name="图片 23"/>
          <p:cNvPicPr>
            <a:picLocks noChangeAspect="1"/>
          </p:cNvPicPr>
          <p:nvPr/>
        </p:nvPicPr>
        <p:blipFill rotWithShape="1">
          <a:blip r:embed="rId26" cstate="print">
            <a:extLst>
              <a:ext uri="{28A0092B-C50C-407E-A947-70E740481C1C}">
                <a14:useLocalDpi xmlns:a14="http://schemas.microsoft.com/office/drawing/2010/main" val="0"/>
              </a:ext>
            </a:extLst>
          </a:blip>
          <a:srcRect l="8954" r="46175"/>
          <a:stretch>
            <a:fillRect/>
          </a:stretch>
        </p:blipFill>
        <p:spPr>
          <a:xfrm>
            <a:off x="8154455" y="1339715"/>
            <a:ext cx="2897266" cy="4078005"/>
          </a:xfrm>
          <a:prstGeom prst="rect">
            <a:avLst/>
          </a:prstGeom>
        </p:spPr>
      </p:pic>
      <p:sp>
        <p:nvSpPr>
          <p:cNvPr id="28" name="矩形 27"/>
          <p:cNvSpPr/>
          <p:nvPr/>
        </p:nvSpPr>
        <p:spPr>
          <a:xfrm>
            <a:off x="533400" y="98425"/>
            <a:ext cx="1691005" cy="58547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1+#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anim calcmode="lin" valueType="num">
                                      <p:cBhvr>
                                        <p:cTn id="13" dur="500" fill="hold"/>
                                        <p:tgtEl>
                                          <p:spTgt spid="19"/>
                                        </p:tgtEl>
                                        <p:attrNameLst>
                                          <p:attrName>ppt_x</p:attrName>
                                        </p:attrNameLst>
                                      </p:cBhvr>
                                      <p:tavLst>
                                        <p:tav tm="0">
                                          <p:val>
                                            <p:strVal val="#ppt_x"/>
                                          </p:val>
                                        </p:tav>
                                        <p:tav tm="100000">
                                          <p:val>
                                            <p:strVal val="#ppt_x"/>
                                          </p:val>
                                        </p:tav>
                                      </p:tavLst>
                                    </p:anim>
                                    <p:anim calcmode="lin" valueType="num">
                                      <p:cBhvr>
                                        <p:cTn id="14" dur="5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anim calcmode="lin" valueType="num">
                                      <p:cBhvr>
                                        <p:cTn id="18" dur="500" fill="hold"/>
                                        <p:tgtEl>
                                          <p:spTgt spid="18"/>
                                        </p:tgtEl>
                                        <p:attrNameLst>
                                          <p:attrName>ppt_x</p:attrName>
                                        </p:attrNameLst>
                                      </p:cBhvr>
                                      <p:tavLst>
                                        <p:tav tm="0">
                                          <p:val>
                                            <p:strVal val="#ppt_x"/>
                                          </p:val>
                                        </p:tav>
                                        <p:tav tm="100000">
                                          <p:val>
                                            <p:strVal val="#ppt_x"/>
                                          </p:val>
                                        </p:tav>
                                      </p:tavLst>
                                    </p:anim>
                                    <p:anim calcmode="lin" valueType="num">
                                      <p:cBhvr>
                                        <p:cTn id="19" dur="500" fill="hold"/>
                                        <p:tgtEl>
                                          <p:spTgt spid="1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anim calcmode="lin" valueType="num">
                                      <p:cBhvr>
                                        <p:cTn id="23" dur="500" fill="hold"/>
                                        <p:tgtEl>
                                          <p:spTgt spid="6"/>
                                        </p:tgtEl>
                                        <p:attrNameLst>
                                          <p:attrName>ppt_x</p:attrName>
                                        </p:attrNameLst>
                                      </p:cBhvr>
                                      <p:tavLst>
                                        <p:tav tm="0">
                                          <p:val>
                                            <p:strVal val="#ppt_x"/>
                                          </p:val>
                                        </p:tav>
                                        <p:tav tm="100000">
                                          <p:val>
                                            <p:strVal val="#ppt_x"/>
                                          </p:val>
                                        </p:tav>
                                      </p:tavLst>
                                    </p:anim>
                                    <p:anim calcmode="lin" valueType="num">
                                      <p:cBhvr>
                                        <p:cTn id="24" dur="5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p:cTn id="28" dur="500" fill="hold"/>
                                        <p:tgtEl>
                                          <p:spTgt spid="9"/>
                                        </p:tgtEl>
                                        <p:attrNameLst>
                                          <p:attrName>ppt_x</p:attrName>
                                        </p:attrNameLst>
                                      </p:cBhvr>
                                      <p:tavLst>
                                        <p:tav tm="0">
                                          <p:val>
                                            <p:strVal val="#ppt_x"/>
                                          </p:val>
                                        </p:tav>
                                        <p:tav tm="100000">
                                          <p:val>
                                            <p:strVal val="#ppt_x"/>
                                          </p:val>
                                        </p:tav>
                                      </p:tavLst>
                                    </p:anim>
                                    <p:anim calcmode="lin" valueType="num">
                                      <p:cBhvr>
                                        <p:cTn id="29" dur="500" fill="hold"/>
                                        <p:tgtEl>
                                          <p:spTgt spid="9"/>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anim calcmode="lin" valueType="num">
                                      <p:cBhvr>
                                        <p:cTn id="33" dur="500" fill="hold"/>
                                        <p:tgtEl>
                                          <p:spTgt spid="12"/>
                                        </p:tgtEl>
                                        <p:attrNameLst>
                                          <p:attrName>ppt_x</p:attrName>
                                        </p:attrNameLst>
                                      </p:cBhvr>
                                      <p:tavLst>
                                        <p:tav tm="0">
                                          <p:val>
                                            <p:strVal val="#ppt_x"/>
                                          </p:val>
                                        </p:tav>
                                        <p:tav tm="100000">
                                          <p:val>
                                            <p:strVal val="#ppt_x"/>
                                          </p:val>
                                        </p:tav>
                                      </p:tavLst>
                                    </p:anim>
                                    <p:anim calcmode="lin" valueType="num">
                                      <p:cBhvr>
                                        <p:cTn id="34" dur="500" fill="hold"/>
                                        <p:tgtEl>
                                          <p:spTgt spid="12"/>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anim calcmode="lin" valueType="num">
                                      <p:cBhvr>
                                        <p:cTn id="38" dur="500" fill="hold"/>
                                        <p:tgtEl>
                                          <p:spTgt spid="15"/>
                                        </p:tgtEl>
                                        <p:attrNameLst>
                                          <p:attrName>ppt_x</p:attrName>
                                        </p:attrNameLst>
                                      </p:cBhvr>
                                      <p:tavLst>
                                        <p:tav tm="0">
                                          <p:val>
                                            <p:strVal val="#ppt_x"/>
                                          </p:val>
                                        </p:tav>
                                        <p:tav tm="100000">
                                          <p:val>
                                            <p:strVal val="#ppt_x"/>
                                          </p:val>
                                        </p:tav>
                                      </p:tavLst>
                                    </p:anim>
                                    <p:anim calcmode="lin" valueType="num">
                                      <p:cBhvr>
                                        <p:cTn id="39" dur="500" fill="hold"/>
                                        <p:tgtEl>
                                          <p:spTgt spid="15"/>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500"/>
                                        <p:tgtEl>
                                          <p:spTgt spid="2"/>
                                        </p:tgtEl>
                                      </p:cBhvr>
                                    </p:animEffect>
                                    <p:anim calcmode="lin" valueType="num">
                                      <p:cBhvr>
                                        <p:cTn id="43" dur="500" fill="hold"/>
                                        <p:tgtEl>
                                          <p:spTgt spid="2"/>
                                        </p:tgtEl>
                                        <p:attrNameLst>
                                          <p:attrName>ppt_x</p:attrName>
                                        </p:attrNameLst>
                                      </p:cBhvr>
                                      <p:tavLst>
                                        <p:tav tm="0">
                                          <p:val>
                                            <p:strVal val="#ppt_x"/>
                                          </p:val>
                                        </p:tav>
                                        <p:tav tm="100000">
                                          <p:val>
                                            <p:strVal val="#ppt_x"/>
                                          </p:val>
                                        </p:tav>
                                      </p:tavLst>
                                    </p:anim>
                                    <p:anim calcmode="lin" valueType="num">
                                      <p:cBhvr>
                                        <p:cTn id="44" dur="500" fill="hold"/>
                                        <p:tgtEl>
                                          <p:spTgt spid="2"/>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fade">
                                      <p:cBhvr>
                                        <p:cTn id="47" dur="500"/>
                                        <p:tgtEl>
                                          <p:spTgt spid="3"/>
                                        </p:tgtEl>
                                      </p:cBhvr>
                                    </p:animEffect>
                                    <p:anim calcmode="lin" valueType="num">
                                      <p:cBhvr>
                                        <p:cTn id="48" dur="500" fill="hold"/>
                                        <p:tgtEl>
                                          <p:spTgt spid="3"/>
                                        </p:tgtEl>
                                        <p:attrNameLst>
                                          <p:attrName>ppt_x</p:attrName>
                                        </p:attrNameLst>
                                      </p:cBhvr>
                                      <p:tavLst>
                                        <p:tav tm="0">
                                          <p:val>
                                            <p:strVal val="#ppt_x"/>
                                          </p:val>
                                        </p:tav>
                                        <p:tav tm="100000">
                                          <p:val>
                                            <p:strVal val="#ppt_x"/>
                                          </p:val>
                                        </p:tav>
                                      </p:tavLst>
                                    </p:anim>
                                    <p:anim calcmode="lin" valueType="num">
                                      <p:cBhvr>
                                        <p:cTn id="49" dur="500" fill="hold"/>
                                        <p:tgtEl>
                                          <p:spTgt spid="3"/>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fade">
                                      <p:cBhvr>
                                        <p:cTn id="52" dur="500"/>
                                        <p:tgtEl>
                                          <p:spTgt spid="4"/>
                                        </p:tgtEl>
                                      </p:cBhvr>
                                    </p:animEffect>
                                    <p:anim calcmode="lin" valueType="num">
                                      <p:cBhvr>
                                        <p:cTn id="53" dur="500" fill="hold"/>
                                        <p:tgtEl>
                                          <p:spTgt spid="4"/>
                                        </p:tgtEl>
                                        <p:attrNameLst>
                                          <p:attrName>ppt_x</p:attrName>
                                        </p:attrNameLst>
                                      </p:cBhvr>
                                      <p:tavLst>
                                        <p:tav tm="0">
                                          <p:val>
                                            <p:strVal val="#ppt_x"/>
                                          </p:val>
                                        </p:tav>
                                        <p:tav tm="100000">
                                          <p:val>
                                            <p:strVal val="#ppt_x"/>
                                          </p:val>
                                        </p:tav>
                                      </p:tavLst>
                                    </p:anim>
                                    <p:anim calcmode="lin" valueType="num">
                                      <p:cBhvr>
                                        <p:cTn id="54" dur="500" fill="hold"/>
                                        <p:tgtEl>
                                          <p:spTgt spid="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fade">
                                      <p:cBhvr>
                                        <p:cTn id="57" dur="500"/>
                                        <p:tgtEl>
                                          <p:spTgt spid="5"/>
                                        </p:tgtEl>
                                      </p:cBhvr>
                                    </p:animEffect>
                                    <p:anim calcmode="lin" valueType="num">
                                      <p:cBhvr>
                                        <p:cTn id="58" dur="500" fill="hold"/>
                                        <p:tgtEl>
                                          <p:spTgt spid="5"/>
                                        </p:tgtEl>
                                        <p:attrNameLst>
                                          <p:attrName>ppt_x</p:attrName>
                                        </p:attrNameLst>
                                      </p:cBhvr>
                                      <p:tavLst>
                                        <p:tav tm="0">
                                          <p:val>
                                            <p:strVal val="#ppt_x"/>
                                          </p:val>
                                        </p:tav>
                                        <p:tav tm="100000">
                                          <p:val>
                                            <p:strVal val="#ppt_x"/>
                                          </p:val>
                                        </p:tav>
                                      </p:tavLst>
                                    </p:anim>
                                    <p:anim calcmode="lin" valueType="num">
                                      <p:cBhvr>
                                        <p:cTn id="59" dur="500" fill="hold"/>
                                        <p:tgtEl>
                                          <p:spTgt spid="5"/>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anim calcmode="lin" valueType="num">
                                      <p:cBhvr>
                                        <p:cTn id="63" dur="500" fill="hold"/>
                                        <p:tgtEl>
                                          <p:spTgt spid="20"/>
                                        </p:tgtEl>
                                        <p:attrNameLst>
                                          <p:attrName>ppt_x</p:attrName>
                                        </p:attrNameLst>
                                      </p:cBhvr>
                                      <p:tavLst>
                                        <p:tav tm="0">
                                          <p:val>
                                            <p:strVal val="#ppt_x"/>
                                          </p:val>
                                        </p:tav>
                                        <p:tav tm="100000">
                                          <p:val>
                                            <p:strVal val="#ppt_x"/>
                                          </p:val>
                                        </p:tav>
                                      </p:tavLst>
                                    </p:anim>
                                    <p:anim calcmode="lin" valueType="num">
                                      <p:cBhvr>
                                        <p:cTn id="64" dur="500" fill="hold"/>
                                        <p:tgtEl>
                                          <p:spTgt spid="20"/>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anim calcmode="lin" valueType="num">
                                      <p:cBhvr>
                                        <p:cTn id="68" dur="500" fill="hold"/>
                                        <p:tgtEl>
                                          <p:spTgt spid="21"/>
                                        </p:tgtEl>
                                        <p:attrNameLst>
                                          <p:attrName>ppt_x</p:attrName>
                                        </p:attrNameLst>
                                      </p:cBhvr>
                                      <p:tavLst>
                                        <p:tav tm="0">
                                          <p:val>
                                            <p:strVal val="#ppt_x"/>
                                          </p:val>
                                        </p:tav>
                                        <p:tav tm="100000">
                                          <p:val>
                                            <p:strVal val="#ppt_x"/>
                                          </p:val>
                                        </p:tav>
                                      </p:tavLst>
                                    </p:anim>
                                    <p:anim calcmode="lin" valueType="num">
                                      <p:cBhvr>
                                        <p:cTn id="69" dur="500" fill="hold"/>
                                        <p:tgtEl>
                                          <p:spTgt spid="21"/>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500"/>
                                        <p:tgtEl>
                                          <p:spTgt spid="22"/>
                                        </p:tgtEl>
                                      </p:cBhvr>
                                    </p:animEffect>
                                    <p:anim calcmode="lin" valueType="num">
                                      <p:cBhvr>
                                        <p:cTn id="73" dur="500" fill="hold"/>
                                        <p:tgtEl>
                                          <p:spTgt spid="22"/>
                                        </p:tgtEl>
                                        <p:attrNameLst>
                                          <p:attrName>ppt_x</p:attrName>
                                        </p:attrNameLst>
                                      </p:cBhvr>
                                      <p:tavLst>
                                        <p:tav tm="0">
                                          <p:val>
                                            <p:strVal val="#ppt_x"/>
                                          </p:val>
                                        </p:tav>
                                        <p:tav tm="100000">
                                          <p:val>
                                            <p:strVal val="#ppt_x"/>
                                          </p:val>
                                        </p:tav>
                                      </p:tavLst>
                                    </p:anim>
                                    <p:anim calcmode="lin" valueType="num">
                                      <p:cBhvr>
                                        <p:cTn id="74" dur="500" fill="hold"/>
                                        <p:tgtEl>
                                          <p:spTgt spid="22"/>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anim calcmode="lin" valueType="num">
                                      <p:cBhvr>
                                        <p:cTn id="78" dur="500" fill="hold"/>
                                        <p:tgtEl>
                                          <p:spTgt spid="23"/>
                                        </p:tgtEl>
                                        <p:attrNameLst>
                                          <p:attrName>ppt_x</p:attrName>
                                        </p:attrNameLst>
                                      </p:cBhvr>
                                      <p:tavLst>
                                        <p:tav tm="0">
                                          <p:val>
                                            <p:strVal val="#ppt_x"/>
                                          </p:val>
                                        </p:tav>
                                        <p:tav tm="100000">
                                          <p:val>
                                            <p:strVal val="#ppt_x"/>
                                          </p:val>
                                        </p:tav>
                                      </p:tavLst>
                                    </p:anim>
                                    <p:anim calcmode="lin" valueType="num">
                                      <p:cBhvr>
                                        <p:cTn id="79" dur="5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19" grpId="0" animBg="1"/>
      <p:bldP spid="20" grpId="0"/>
      <p:bldP spid="21" grpId="0"/>
      <p:bldP spid="22" grpId="0"/>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858000"/>
          </a:xfrm>
          <a:prstGeom prst="rect">
            <a:avLst/>
          </a:prstGeom>
          <a:solidFill>
            <a:srgbClr val="F8F7F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字魂59号-创粗黑"/>
              <a:cs typeface="+mn-ea"/>
              <a:sym typeface="+mn-lt"/>
            </a:endParaRPr>
          </a:p>
        </p:txBody>
      </p:sp>
      <p:pic>
        <p:nvPicPr>
          <p:cNvPr id="11" name="图形 1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8701268" cy="2228850"/>
          </a:xfrm>
          <a:prstGeom prst="rect">
            <a:avLst/>
          </a:prstGeom>
        </p:spPr>
      </p:pic>
      <p:sp>
        <p:nvSpPr>
          <p:cNvPr id="17" name="椭圆 16"/>
          <p:cNvSpPr/>
          <p:nvPr/>
        </p:nvSpPr>
        <p:spPr>
          <a:xfrm rot="16200000">
            <a:off x="590039" y="2595745"/>
            <a:ext cx="1975725" cy="2050910"/>
          </a:xfrm>
          <a:prstGeom prst="ellipse">
            <a:avLst/>
          </a:prstGeom>
          <a:solidFill>
            <a:srgbClr val="12CF99"/>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字魂59号-创粗黑"/>
              <a:cs typeface="+mn-ea"/>
              <a:sym typeface="+mn-lt"/>
            </a:endParaRPr>
          </a:p>
        </p:txBody>
      </p:sp>
      <p:sp>
        <p:nvSpPr>
          <p:cNvPr id="16" name="椭圆 15"/>
          <p:cNvSpPr/>
          <p:nvPr/>
        </p:nvSpPr>
        <p:spPr>
          <a:xfrm rot="16200000">
            <a:off x="1128086" y="405092"/>
            <a:ext cx="1009650" cy="971878"/>
          </a:xfrm>
          <a:prstGeom prst="ellipse">
            <a:avLst/>
          </a:prstGeom>
          <a:gradFill>
            <a:gsLst>
              <a:gs pos="0">
                <a:srgbClr val="FF3736"/>
              </a:gs>
              <a:gs pos="90000">
                <a:srgbClr val="ED0000"/>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字魂59号-创粗黑"/>
              <a:cs typeface="+mn-ea"/>
              <a:sym typeface="+mn-lt"/>
            </a:endParaRPr>
          </a:p>
        </p:txBody>
      </p:sp>
      <p:sp>
        <p:nvSpPr>
          <p:cNvPr id="14" name="矩形 13"/>
          <p:cNvSpPr/>
          <p:nvPr/>
        </p:nvSpPr>
        <p:spPr>
          <a:xfrm>
            <a:off x="1745366" y="992982"/>
            <a:ext cx="8701268" cy="4872037"/>
          </a:xfrm>
          <a:prstGeom prst="rect">
            <a:avLst/>
          </a:prstGeom>
          <a:solidFill>
            <a:schemeClr val="bg1">
              <a:alpha val="74000"/>
            </a:schemeClr>
          </a:solidFill>
          <a:ln>
            <a:noFill/>
          </a:ln>
          <a:effectLst>
            <a:outerShdw blurRad="203200" dist="38100" sx="101000" sy="101000" algn="ctr" rotWithShape="0">
              <a:schemeClr val="bg1">
                <a:lumMod val="5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字魂59号-创粗黑"/>
              <a:cs typeface="+mn-ea"/>
              <a:sym typeface="+mn-lt"/>
            </a:endParaRPr>
          </a:p>
        </p:txBody>
      </p:sp>
      <p:sp>
        <p:nvSpPr>
          <p:cNvPr id="18" name="椭圆 17"/>
          <p:cNvSpPr/>
          <p:nvPr/>
        </p:nvSpPr>
        <p:spPr>
          <a:xfrm rot="16200000">
            <a:off x="-363545" y="5221710"/>
            <a:ext cx="2821575" cy="2780282"/>
          </a:xfrm>
          <a:prstGeom prst="ellipse">
            <a:avLst/>
          </a:prstGeom>
          <a:gradFill>
            <a:gsLst>
              <a:gs pos="0">
                <a:srgbClr val="3769FF"/>
              </a:gs>
              <a:gs pos="79000">
                <a:srgbClr val="155DFF"/>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字魂59号-创粗黑"/>
              <a:cs typeface="+mn-ea"/>
              <a:sym typeface="+mn-lt"/>
            </a:endParaRPr>
          </a:p>
        </p:txBody>
      </p:sp>
      <p:sp>
        <p:nvSpPr>
          <p:cNvPr id="15" name="椭圆 14"/>
          <p:cNvSpPr/>
          <p:nvPr/>
        </p:nvSpPr>
        <p:spPr>
          <a:xfrm rot="16200000">
            <a:off x="9565463" y="3615916"/>
            <a:ext cx="1771647" cy="1750239"/>
          </a:xfrm>
          <a:prstGeom prst="ellipse">
            <a:avLst/>
          </a:prstGeom>
          <a:gradFill>
            <a:gsLst>
              <a:gs pos="0">
                <a:srgbClr val="3AD9A5"/>
              </a:gs>
              <a:gs pos="67000">
                <a:srgbClr val="02CB94"/>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字魂59号-创粗黑"/>
              <a:cs typeface="+mn-ea"/>
              <a:sym typeface="+mn-lt"/>
            </a:endParaRPr>
          </a:p>
        </p:txBody>
      </p:sp>
      <p:pic>
        <p:nvPicPr>
          <p:cNvPr id="12" name="图形 1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68449" y="4522915"/>
            <a:ext cx="8123551" cy="2362200"/>
          </a:xfrm>
          <a:prstGeom prst="rect">
            <a:avLst/>
          </a:prstGeom>
        </p:spPr>
      </p:pic>
      <p:sp>
        <p:nvSpPr>
          <p:cNvPr id="19" name="圆: 空心 18"/>
          <p:cNvSpPr/>
          <p:nvPr/>
        </p:nvSpPr>
        <p:spPr>
          <a:xfrm>
            <a:off x="7983881" y="544185"/>
            <a:ext cx="933450" cy="933450"/>
          </a:xfrm>
          <a:prstGeom prst="donut">
            <a:avLst>
              <a:gd name="adj" fmla="val 19794"/>
            </a:avLst>
          </a:prstGeom>
          <a:gradFill>
            <a:gsLst>
              <a:gs pos="0">
                <a:srgbClr val="5FDDE4"/>
              </a:gs>
              <a:gs pos="67000">
                <a:srgbClr val="24CAD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字魂59号-创粗黑"/>
              <a:cs typeface="+mn-ea"/>
              <a:sym typeface="+mn-lt"/>
            </a:endParaRPr>
          </a:p>
        </p:txBody>
      </p:sp>
      <p:grpSp>
        <p:nvGrpSpPr>
          <p:cNvPr id="23" name="组合 22"/>
          <p:cNvGrpSpPr/>
          <p:nvPr/>
        </p:nvGrpSpPr>
        <p:grpSpPr>
          <a:xfrm>
            <a:off x="11272434" y="310756"/>
            <a:ext cx="646950" cy="1598929"/>
            <a:chOff x="11272434" y="329806"/>
            <a:chExt cx="646950" cy="1598929"/>
          </a:xfrm>
        </p:grpSpPr>
        <p:sp>
          <p:nvSpPr>
            <p:cNvPr id="21" name="PA-矩形 44"/>
            <p:cNvSpPr/>
            <p:nvPr>
              <p:custDataLst>
                <p:tags r:id="rId5"/>
              </p:custDataLst>
            </p:nvPr>
          </p:nvSpPr>
          <p:spPr>
            <a:xfrm>
              <a:off x="11488497" y="329806"/>
              <a:ext cx="430887" cy="1009651"/>
            </a:xfrm>
            <a:prstGeom prst="rect">
              <a:avLst/>
            </a:prstGeom>
          </p:spPr>
          <p:txBody>
            <a:bodyPr vert="eaVert"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75000"/>
                      <a:lumOff val="25000"/>
                    </a:prstClr>
                  </a:solidFill>
                  <a:effectLst/>
                  <a:uLnTx/>
                  <a:uFillTx/>
                  <a:latin typeface="Arial" panose="020B0604020202020204"/>
                  <a:ea typeface="字魂59号-创粗黑"/>
                  <a:cs typeface="+mn-ea"/>
                  <a:sym typeface="+mn-lt"/>
                </a:rPr>
                <a:t>2-0-2-X</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Arial" panose="020B0604020202020204"/>
                <a:ea typeface="字魂59号-创粗黑"/>
                <a:cs typeface="+mn-ea"/>
                <a:sym typeface="+mn-lt"/>
              </a:endParaRPr>
            </a:p>
          </p:txBody>
        </p:sp>
        <p:sp>
          <p:nvSpPr>
            <p:cNvPr id="22" name="Synergistically utilize technically sound portals with frictionless chains. Dramatically customize…"/>
            <p:cNvSpPr txBox="1"/>
            <p:nvPr/>
          </p:nvSpPr>
          <p:spPr>
            <a:xfrm>
              <a:off x="11272434" y="388605"/>
              <a:ext cx="323165" cy="1540130"/>
            </a:xfrm>
            <a:prstGeom prst="rect">
              <a:avLst/>
            </a:prstGeom>
            <a:ln w="12700">
              <a:miter lim="400000"/>
            </a:ln>
          </p:spPr>
          <p:txBody>
            <a:bodyPr vert="eaVert" wrap="square" lIns="0" tIns="0" rIns="0" bIns="0">
              <a:spAutoFit/>
            </a:bodyPr>
            <a:lstStyle/>
            <a:p>
              <a:pPr marL="0" marR="0" lvl="0" indent="0" algn="l" defTabSz="412750" rtl="0" eaLnBrk="1" fontAlgn="auto" latinLnBrk="0" hangingPunct="0">
                <a:lnSpc>
                  <a:spcPct val="150000"/>
                </a:lnSpc>
                <a:spcBef>
                  <a:spcPts val="0"/>
                </a:spcBef>
                <a:spcAft>
                  <a:spcPts val="0"/>
                </a:spcAft>
                <a:buClrTx/>
                <a:buSzTx/>
                <a:buFontTx/>
                <a:buNone/>
                <a:defRPr sz="2000" b="0">
                  <a:solidFill>
                    <a:srgbClr val="1C1F25"/>
                  </a:solidFill>
                  <a:latin typeface="Roboto Bold"/>
                  <a:ea typeface="Roboto Bold"/>
                  <a:cs typeface="Roboto Bold"/>
                  <a:sym typeface="Roboto Bold"/>
                </a:defRPr>
              </a:pPr>
              <a:r>
                <a:rPr kumimoji="0" sz="700" b="0" i="0" u="none" strike="noStrike" kern="0" cap="none" spc="0" normalizeH="0" baseline="0" noProof="0" dirty="0">
                  <a:ln>
                    <a:noFill/>
                  </a:ln>
                  <a:solidFill>
                    <a:prstClr val="black">
                      <a:lumMod val="75000"/>
                      <a:lumOff val="25000"/>
                    </a:prstClr>
                  </a:solidFill>
                  <a:effectLst/>
                  <a:uLnTx/>
                  <a:uFillTx/>
                  <a:latin typeface="Roboto Bold"/>
                  <a:cs typeface="+mn-ea"/>
                  <a:sym typeface="+mn-lt"/>
                </a:rPr>
                <a:t>Synergistically utilize technically sound portals with</a:t>
              </a:r>
              <a:r>
                <a:rPr kumimoji="0" lang="en-US" sz="700" b="0" i="0" u="none" strike="noStrike" kern="0" cap="none" spc="0" normalizeH="0" baseline="0" noProof="0" dirty="0">
                  <a:ln>
                    <a:noFill/>
                  </a:ln>
                  <a:solidFill>
                    <a:prstClr val="black">
                      <a:lumMod val="75000"/>
                      <a:lumOff val="25000"/>
                    </a:prstClr>
                  </a:solidFill>
                  <a:effectLst/>
                  <a:uLnTx/>
                  <a:uFillTx/>
                  <a:latin typeface="Roboto Bold"/>
                  <a:cs typeface="+mn-ea"/>
                  <a:sym typeface="+mn-lt"/>
                </a:rPr>
                <a:t>,</a:t>
              </a:r>
              <a:r>
                <a:rPr kumimoji="0" lang="en-US" altLang="zh-CN" sz="700" b="0" i="0" u="none" strike="noStrike" kern="0" cap="none" spc="0" normalizeH="0" baseline="0" noProof="0" dirty="0">
                  <a:ln>
                    <a:noFill/>
                  </a:ln>
                  <a:solidFill>
                    <a:prstClr val="black">
                      <a:lumMod val="75000"/>
                      <a:lumOff val="25000"/>
                    </a:prstClr>
                  </a:solidFill>
                  <a:effectLst/>
                  <a:uLnTx/>
                  <a:uFillTx/>
                  <a:latin typeface="Roboto Bold"/>
                  <a:cs typeface="+mn-ea"/>
                  <a:sym typeface="+mn-lt"/>
                </a:rPr>
                <a:t> </a:t>
              </a:r>
              <a:endParaRPr kumimoji="0" lang="en-US" altLang="zh-CN" sz="700" b="0" i="0" u="none" strike="noStrike" kern="0" cap="none" spc="0" normalizeH="0" baseline="0" noProof="0" dirty="0">
                <a:ln>
                  <a:noFill/>
                </a:ln>
                <a:solidFill>
                  <a:prstClr val="black">
                    <a:lumMod val="75000"/>
                    <a:lumOff val="25000"/>
                  </a:prstClr>
                </a:solidFill>
                <a:effectLst/>
                <a:uLnTx/>
                <a:uFillTx/>
                <a:latin typeface="Roboto Bold"/>
                <a:cs typeface="+mn-ea"/>
                <a:sym typeface="+mn-lt"/>
              </a:endParaRPr>
            </a:p>
          </p:txBody>
        </p:sp>
      </p:grpSp>
      <p:sp>
        <p:nvSpPr>
          <p:cNvPr id="24" name="Synergistically utilize technically sound portals with frictionless chains. Dramatically customize…"/>
          <p:cNvSpPr txBox="1"/>
          <p:nvPr/>
        </p:nvSpPr>
        <p:spPr>
          <a:xfrm>
            <a:off x="10012695" y="5921927"/>
            <a:ext cx="1750239" cy="391004"/>
          </a:xfrm>
          <a:prstGeom prst="rect">
            <a:avLst/>
          </a:prstGeom>
          <a:ln w="12700">
            <a:miter lim="400000"/>
          </a:ln>
        </p:spPr>
        <p:txBody>
          <a:bodyPr vert="horz" wrap="square" lIns="0" tIns="0" rIns="0" bIns="0">
            <a:spAutoFit/>
          </a:bodyPr>
          <a:lstStyle/>
          <a:p>
            <a:pPr marL="0" marR="0" lvl="0" indent="0" algn="r" defTabSz="412750" rtl="0" eaLnBrk="1" fontAlgn="auto" latinLnBrk="0" hangingPunct="0">
              <a:lnSpc>
                <a:spcPct val="150000"/>
              </a:lnSpc>
              <a:spcBef>
                <a:spcPts val="0"/>
              </a:spcBef>
              <a:spcAft>
                <a:spcPts val="0"/>
              </a:spcAft>
              <a:buClrTx/>
              <a:buSzTx/>
              <a:buFontTx/>
              <a:buNone/>
              <a:defRPr sz="2000" b="0">
                <a:solidFill>
                  <a:srgbClr val="1C1F25"/>
                </a:solidFill>
                <a:latin typeface="Roboto Bold"/>
                <a:ea typeface="Roboto Bold"/>
                <a:cs typeface="Roboto Bold"/>
                <a:sym typeface="Roboto Bold"/>
              </a:defRPr>
            </a:pPr>
            <a:r>
              <a:rPr kumimoji="0" sz="900" b="0" i="0" u="none" strike="noStrike" kern="0" cap="none" spc="0" normalizeH="0" baseline="0" noProof="0" dirty="0">
                <a:ln>
                  <a:noFill/>
                </a:ln>
                <a:solidFill>
                  <a:prstClr val="white"/>
                </a:solidFill>
                <a:effectLst/>
                <a:uLnTx/>
                <a:uFillTx/>
                <a:latin typeface="Roboto Bold"/>
                <a:cs typeface="+mn-ea"/>
                <a:sym typeface="+mn-lt"/>
              </a:rPr>
              <a:t>Synergistically utilize technically sound portals with</a:t>
            </a:r>
            <a:r>
              <a:rPr kumimoji="0" lang="en-US" sz="900" b="0" i="0" u="none" strike="noStrike" kern="0" cap="none" spc="0" normalizeH="0" baseline="0" noProof="0" dirty="0">
                <a:ln>
                  <a:noFill/>
                </a:ln>
                <a:solidFill>
                  <a:prstClr val="white"/>
                </a:solidFill>
                <a:effectLst/>
                <a:uLnTx/>
                <a:uFillTx/>
                <a:latin typeface="Roboto Bold"/>
                <a:cs typeface="+mn-ea"/>
                <a:sym typeface="+mn-lt"/>
              </a:rPr>
              <a:t>,</a:t>
            </a:r>
            <a:r>
              <a:rPr kumimoji="0" lang="en-US" altLang="zh-CN" sz="900" b="0" i="0" u="none" strike="noStrike" kern="0" cap="none" spc="0" normalizeH="0" baseline="0" noProof="0" dirty="0">
                <a:ln>
                  <a:noFill/>
                </a:ln>
                <a:solidFill>
                  <a:prstClr val="white"/>
                </a:solidFill>
                <a:effectLst/>
                <a:uLnTx/>
                <a:uFillTx/>
                <a:latin typeface="Roboto Bold"/>
                <a:cs typeface="+mn-ea"/>
                <a:sym typeface="+mn-lt"/>
              </a:rPr>
              <a:t> </a:t>
            </a:r>
            <a:endParaRPr kumimoji="0" lang="en-US" altLang="zh-CN" sz="900" b="0" i="0" u="none" strike="noStrike" kern="0" cap="none" spc="0" normalizeH="0" baseline="0" noProof="0" dirty="0">
              <a:ln>
                <a:noFill/>
              </a:ln>
              <a:solidFill>
                <a:prstClr val="white"/>
              </a:solidFill>
              <a:effectLst/>
              <a:uLnTx/>
              <a:uFillTx/>
              <a:latin typeface="Roboto Bold"/>
              <a:cs typeface="+mn-ea"/>
              <a:sym typeface="+mn-lt"/>
            </a:endParaRPr>
          </a:p>
        </p:txBody>
      </p:sp>
      <p:sp>
        <p:nvSpPr>
          <p:cNvPr id="25" name="PA-文本框 24"/>
          <p:cNvSpPr txBox="1"/>
          <p:nvPr>
            <p:custDataLst>
              <p:tags r:id="rId6"/>
            </p:custDataLst>
          </p:nvPr>
        </p:nvSpPr>
        <p:spPr>
          <a:xfrm>
            <a:off x="2031281" y="2358510"/>
            <a:ext cx="7879635" cy="1445260"/>
          </a:xfrm>
          <a:prstGeom prst="rect">
            <a:avLst/>
          </a:prstGeom>
          <a:noFill/>
        </p:spPr>
        <p:txBody>
          <a:bodyPr wrap="square" rtlCol="0">
            <a:spAutoFit/>
          </a:bodyPr>
          <a:lstStyle/>
          <a:p>
            <a:pPr lvl="0" algn="ctr"/>
            <a:r>
              <a:rPr lang="zh-CN" altLang="en-US" sz="8800" dirty="0">
                <a:solidFill>
                  <a:prstClr val="black"/>
                </a:solidFill>
                <a:cs typeface="+mn-ea"/>
                <a:sym typeface="+mn-lt"/>
              </a:rPr>
              <a:t>感谢欣赏</a:t>
            </a:r>
            <a:endParaRPr lang="zh-CN" altLang="en-US" sz="8800" dirty="0">
              <a:solidFill>
                <a:prstClr val="black"/>
              </a:solidFill>
              <a:cs typeface="+mn-ea"/>
              <a:sym typeface="+mn-lt"/>
            </a:endParaRPr>
          </a:p>
        </p:txBody>
      </p:sp>
      <p:grpSp>
        <p:nvGrpSpPr>
          <p:cNvPr id="33" name="组合 32"/>
          <p:cNvGrpSpPr/>
          <p:nvPr/>
        </p:nvGrpSpPr>
        <p:grpSpPr>
          <a:xfrm flipV="1">
            <a:off x="5503865" y="1754713"/>
            <a:ext cx="1086866" cy="304832"/>
            <a:chOff x="2437384" y="1796333"/>
            <a:chExt cx="1721392" cy="482797"/>
          </a:xfrm>
        </p:grpSpPr>
        <p:sp>
          <p:nvSpPr>
            <p:cNvPr id="27" name="十字形 26"/>
            <p:cNvSpPr/>
            <p:nvPr/>
          </p:nvSpPr>
          <p:spPr>
            <a:xfrm>
              <a:off x="2437384" y="1796333"/>
              <a:ext cx="482797" cy="482797"/>
            </a:xfrm>
            <a:prstGeom prst="plus">
              <a:avLst>
                <a:gd name="adj" fmla="val 42949"/>
              </a:avLst>
            </a:prstGeom>
            <a:gradFill flip="none" rotWithShape="1">
              <a:gsLst>
                <a:gs pos="43000">
                  <a:srgbClr val="EEC990"/>
                </a:gs>
                <a:gs pos="100000">
                  <a:srgbClr val="BA7644"/>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字魂59号-创粗黑"/>
                <a:cs typeface="+mn-ea"/>
                <a:sym typeface="+mn-lt"/>
              </a:endParaRPr>
            </a:p>
          </p:txBody>
        </p:sp>
        <p:sp>
          <p:nvSpPr>
            <p:cNvPr id="31" name="十字形 30"/>
            <p:cNvSpPr/>
            <p:nvPr/>
          </p:nvSpPr>
          <p:spPr>
            <a:xfrm>
              <a:off x="3056681" y="1796333"/>
              <a:ext cx="482797" cy="482797"/>
            </a:xfrm>
            <a:prstGeom prst="plus">
              <a:avLst>
                <a:gd name="adj" fmla="val 42949"/>
              </a:avLst>
            </a:prstGeom>
            <a:gradFill flip="none" rotWithShape="1">
              <a:gsLst>
                <a:gs pos="43000">
                  <a:srgbClr val="EEC990"/>
                </a:gs>
                <a:gs pos="100000">
                  <a:srgbClr val="BA7644"/>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字魂59号-创粗黑"/>
                <a:cs typeface="+mn-ea"/>
                <a:sym typeface="+mn-lt"/>
              </a:endParaRPr>
            </a:p>
          </p:txBody>
        </p:sp>
        <p:sp>
          <p:nvSpPr>
            <p:cNvPr id="32" name="十字形 31"/>
            <p:cNvSpPr/>
            <p:nvPr/>
          </p:nvSpPr>
          <p:spPr>
            <a:xfrm>
              <a:off x="3675979" y="1796333"/>
              <a:ext cx="482797" cy="482797"/>
            </a:xfrm>
            <a:prstGeom prst="plus">
              <a:avLst>
                <a:gd name="adj" fmla="val 42949"/>
              </a:avLst>
            </a:prstGeom>
            <a:gradFill flip="none" rotWithShape="1">
              <a:gsLst>
                <a:gs pos="43000">
                  <a:srgbClr val="EEC990"/>
                </a:gs>
                <a:gs pos="100000">
                  <a:srgbClr val="BA7644"/>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字魂59号-创粗黑"/>
                <a:cs typeface="+mn-ea"/>
                <a:sym typeface="+mn-lt"/>
              </a:endParaRPr>
            </a:p>
          </p:txBody>
        </p:sp>
      </p:grpSp>
      <p:sp>
        <p:nvSpPr>
          <p:cNvPr id="34" name="文本框 33"/>
          <p:cNvSpPr txBox="1"/>
          <p:nvPr/>
        </p:nvSpPr>
        <p:spPr>
          <a:xfrm>
            <a:off x="2515635" y="3780696"/>
            <a:ext cx="6910927" cy="700576"/>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lumMod val="65000"/>
                  </a:prstClr>
                </a:solidFill>
                <a:effectLst/>
                <a:uLnTx/>
                <a:uFillTx/>
                <a:latin typeface="Arial" panose="020B0604020202020204"/>
                <a:ea typeface="字魂59号-创粗黑"/>
                <a:cs typeface="+mn-ea"/>
                <a:sym typeface="+mn-lt"/>
              </a:rPr>
              <a:t>The average person is always waiting for an opportunity to come The average person is always waiting for an</a:t>
            </a:r>
            <a:endParaRPr kumimoji="0" lang="zh-CN" altLang="en-US" sz="1400" b="0" i="0" u="none" strike="noStrike" kern="1200" cap="none" spc="0" normalizeH="0" baseline="0" noProof="0" dirty="0">
              <a:ln>
                <a:noFill/>
              </a:ln>
              <a:solidFill>
                <a:prstClr val="white">
                  <a:lumMod val="65000"/>
                </a:prstClr>
              </a:solidFill>
              <a:effectLst/>
              <a:uLnTx/>
              <a:uFillTx/>
              <a:latin typeface="Arial" panose="020B0604020202020204"/>
              <a:ea typeface="字魂59号-创粗黑"/>
              <a:cs typeface="+mn-ea"/>
              <a:sym typeface="+mn-lt"/>
            </a:endParaRPr>
          </a:p>
        </p:txBody>
      </p:sp>
      <p:grpSp>
        <p:nvGrpSpPr>
          <p:cNvPr id="40" name="组合 39"/>
          <p:cNvGrpSpPr/>
          <p:nvPr/>
        </p:nvGrpSpPr>
        <p:grpSpPr>
          <a:xfrm>
            <a:off x="4643580" y="4781898"/>
            <a:ext cx="2655037" cy="277000"/>
            <a:chOff x="4488713" y="4800948"/>
            <a:chExt cx="2655037" cy="277000"/>
          </a:xfrm>
        </p:grpSpPr>
        <p:sp>
          <p:nvSpPr>
            <p:cNvPr id="38" name="文本框 37"/>
            <p:cNvSpPr txBox="1"/>
            <p:nvPr/>
          </p:nvSpPr>
          <p:spPr>
            <a:xfrm>
              <a:off x="4488713" y="4800948"/>
              <a:ext cx="1283437" cy="276999"/>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Arial" panose="020B0604020202020204"/>
                  <a:ea typeface="字魂59号-创粗黑"/>
                  <a:cs typeface="+mn-ea"/>
                  <a:sym typeface="+mn-lt"/>
                </a:rPr>
                <a:t>策划：第一</a:t>
              </a:r>
              <a:r>
                <a:rPr kumimoji="0" lang="en-US" altLang="zh-CN" sz="1200" b="0" i="0" u="none" strike="noStrike" kern="1200" cap="none" spc="0" normalizeH="0" baseline="0" noProof="0" dirty="0">
                  <a:ln>
                    <a:noFill/>
                  </a:ln>
                  <a:solidFill>
                    <a:prstClr val="black"/>
                  </a:solidFill>
                  <a:effectLst/>
                  <a:uLnTx/>
                  <a:uFillTx/>
                  <a:latin typeface="Arial" panose="020B0604020202020204"/>
                  <a:ea typeface="字魂59号-创粗黑"/>
                  <a:cs typeface="+mn-ea"/>
                  <a:sym typeface="+mn-lt"/>
                </a:rPr>
                <a:t>PPT</a:t>
              </a:r>
              <a:endParaRPr kumimoji="0" lang="zh-CN" altLang="en-US" sz="1200" b="0" i="0" u="none" strike="noStrike" kern="1200" cap="none" spc="0" normalizeH="0" baseline="0" noProof="0" dirty="0">
                <a:ln>
                  <a:noFill/>
                </a:ln>
                <a:solidFill>
                  <a:prstClr val="black"/>
                </a:solidFill>
                <a:effectLst/>
                <a:uLnTx/>
                <a:uFillTx/>
                <a:latin typeface="Arial" panose="020B0604020202020204"/>
                <a:ea typeface="字魂59号-创粗黑"/>
                <a:cs typeface="+mn-ea"/>
                <a:sym typeface="+mn-lt"/>
              </a:endParaRPr>
            </a:p>
          </p:txBody>
        </p:sp>
        <p:sp>
          <p:nvSpPr>
            <p:cNvPr id="39" name="文本框 38"/>
            <p:cNvSpPr txBox="1"/>
            <p:nvPr/>
          </p:nvSpPr>
          <p:spPr>
            <a:xfrm>
              <a:off x="5967096" y="4800949"/>
              <a:ext cx="117665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Arial" panose="020B0604020202020204"/>
                  <a:ea typeface="字魂59号-创粗黑"/>
                  <a:cs typeface="+mn-ea"/>
                  <a:sym typeface="+mn-lt"/>
                </a:rPr>
                <a:t>时间：</a:t>
              </a:r>
              <a:r>
                <a:rPr kumimoji="0" lang="en-US" altLang="zh-CN" sz="1200" b="0" i="0" u="none" strike="noStrike" kern="1200" cap="none" spc="0" normalizeH="0" baseline="0" noProof="0" dirty="0">
                  <a:ln>
                    <a:noFill/>
                  </a:ln>
                  <a:solidFill>
                    <a:prstClr val="black"/>
                  </a:solidFill>
                  <a:effectLst/>
                  <a:uLnTx/>
                  <a:uFillTx/>
                  <a:latin typeface="Arial" panose="020B0604020202020204"/>
                  <a:ea typeface="字魂59号-创粗黑"/>
                  <a:cs typeface="+mn-ea"/>
                  <a:sym typeface="+mn-lt"/>
                </a:rPr>
                <a:t>202X/X</a:t>
              </a:r>
              <a:endParaRPr kumimoji="0" lang="zh-CN" altLang="en-US" sz="1200" b="0" i="0" u="none" strike="noStrike" kern="1200" cap="none" spc="0" normalizeH="0" baseline="0" noProof="0" dirty="0">
                <a:ln>
                  <a:noFill/>
                </a:ln>
                <a:solidFill>
                  <a:prstClr val="black"/>
                </a:solidFill>
                <a:effectLst/>
                <a:uLnTx/>
                <a:uFillTx/>
                <a:latin typeface="Arial" panose="020B0604020202020204"/>
                <a:ea typeface="字魂59号-创粗黑"/>
                <a:cs typeface="+mn-ea"/>
                <a:sym typeface="+mn-lt"/>
              </a:endParaRPr>
            </a:p>
          </p:txBody>
        </p:sp>
      </p:grpSp>
      <p:grpSp>
        <p:nvGrpSpPr>
          <p:cNvPr id="43" name="组合 42"/>
          <p:cNvGrpSpPr/>
          <p:nvPr/>
        </p:nvGrpSpPr>
        <p:grpSpPr>
          <a:xfrm>
            <a:off x="1948324" y="5243698"/>
            <a:ext cx="942570" cy="307183"/>
            <a:chOff x="1967374" y="5396098"/>
            <a:chExt cx="942570" cy="307183"/>
          </a:xfrm>
        </p:grpSpPr>
        <p:cxnSp>
          <p:nvCxnSpPr>
            <p:cNvPr id="36" name="直接连接符 35"/>
            <p:cNvCxnSpPr/>
            <p:nvPr/>
          </p:nvCxnSpPr>
          <p:spPr>
            <a:xfrm>
              <a:off x="2061700" y="5396098"/>
              <a:ext cx="274951"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1967374" y="5441671"/>
              <a:ext cx="942570"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solidFill>
                  <a:effectLst/>
                  <a:uLnTx/>
                  <a:uFillTx/>
                  <a:latin typeface="Arial" panose="020B0604020202020204"/>
                  <a:ea typeface="字魂59号-创粗黑"/>
                  <a:cs typeface="+mn-ea"/>
                  <a:sym typeface="+mn-lt"/>
                </a:rPr>
                <a:t>SCHEME</a:t>
              </a:r>
              <a:endParaRPr kumimoji="0" lang="zh-CN" altLang="en-US" sz="1100" b="0" i="0" u="none" strike="noStrike" kern="1200" cap="none" spc="0" normalizeH="0" baseline="0" noProof="0" dirty="0">
                <a:ln>
                  <a:noFill/>
                </a:ln>
                <a:solidFill>
                  <a:prstClr val="black"/>
                </a:solidFill>
                <a:effectLst/>
                <a:uLnTx/>
                <a:uFillTx/>
                <a:latin typeface="Arial" panose="020B0604020202020204"/>
                <a:ea typeface="字魂59号-创粗黑"/>
                <a:cs typeface="+mn-ea"/>
                <a:sym typeface="+mn-lt"/>
              </a:endParaRPr>
            </a:p>
          </p:txBody>
        </p:sp>
      </p:grpSp>
      <p:grpSp>
        <p:nvGrpSpPr>
          <p:cNvPr id="44" name="组合 43"/>
          <p:cNvGrpSpPr/>
          <p:nvPr/>
        </p:nvGrpSpPr>
        <p:grpSpPr>
          <a:xfrm>
            <a:off x="1945766" y="1308260"/>
            <a:ext cx="942570" cy="297327"/>
            <a:chOff x="1967374" y="5441671"/>
            <a:chExt cx="942570" cy="297327"/>
          </a:xfrm>
        </p:grpSpPr>
        <p:cxnSp>
          <p:nvCxnSpPr>
            <p:cNvPr id="45" name="直接连接符 44"/>
            <p:cNvCxnSpPr/>
            <p:nvPr/>
          </p:nvCxnSpPr>
          <p:spPr>
            <a:xfrm>
              <a:off x="2061700" y="5738998"/>
              <a:ext cx="274951"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1967374" y="5441671"/>
              <a:ext cx="942570"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solidFill>
                  <a:effectLst/>
                  <a:uLnTx/>
                  <a:uFillTx/>
                  <a:latin typeface="Arial" panose="020B0604020202020204"/>
                  <a:ea typeface="字魂59号-创粗黑"/>
                  <a:cs typeface="+mn-ea"/>
                  <a:sym typeface="+mn-lt"/>
                </a:rPr>
                <a:t>CREATIVE</a:t>
              </a:r>
              <a:endParaRPr kumimoji="0" lang="zh-CN" altLang="en-US" sz="1100" b="0" i="0" u="none" strike="noStrike" kern="1200" cap="none" spc="0" normalizeH="0" baseline="0" noProof="0" dirty="0">
                <a:ln>
                  <a:noFill/>
                </a:ln>
                <a:solidFill>
                  <a:prstClr val="black"/>
                </a:solidFill>
                <a:effectLst/>
                <a:uLnTx/>
                <a:uFillTx/>
                <a:latin typeface="Arial" panose="020B0604020202020204"/>
                <a:ea typeface="字魂59号-创粗黑"/>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750"/>
                                        <p:tgtEl>
                                          <p:spTgt spid="11"/>
                                        </p:tgtEl>
                                      </p:cBhvr>
                                    </p:animEffect>
                                  </p:childTnLst>
                                </p:cTn>
                              </p:par>
                              <p:par>
                                <p:cTn id="8" presetID="22" presetClass="entr" presetSubtype="2"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right)">
                                      <p:cBhvr>
                                        <p:cTn id="10" dur="750"/>
                                        <p:tgtEl>
                                          <p:spTgt spid="12"/>
                                        </p:tgtEl>
                                      </p:cBhvr>
                                    </p:animEffect>
                                  </p:childTnLst>
                                </p:cTn>
                              </p:par>
                            </p:childTnLst>
                          </p:cTn>
                        </p:par>
                        <p:par>
                          <p:cTn id="11" fill="hold">
                            <p:stCondLst>
                              <p:cond delay="1000"/>
                            </p:stCondLst>
                            <p:childTnLst>
                              <p:par>
                                <p:cTn id="12" presetID="16" presetClass="entr" presetSubtype="21" fill="hold" grpId="0" nodeType="after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barn(inVertical)">
                                      <p:cBhvr>
                                        <p:cTn id="14" dur="750"/>
                                        <p:tgtEl>
                                          <p:spTgt spid="14"/>
                                        </p:tgtEl>
                                      </p:cBhvr>
                                    </p:animEffect>
                                  </p:childTnLst>
                                </p:cTn>
                              </p:par>
                            </p:childTnLst>
                          </p:cTn>
                        </p:par>
                        <p:par>
                          <p:cTn id="15" fill="hold">
                            <p:stCondLst>
                              <p:cond delay="2000"/>
                            </p:stCondLst>
                            <p:childTnLst>
                              <p:par>
                                <p:cTn id="16" presetID="42" presetClass="entr" presetSubtype="0" fill="hold" grpId="0"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750"/>
                                        <p:tgtEl>
                                          <p:spTgt spid="16"/>
                                        </p:tgtEl>
                                      </p:cBhvr>
                                    </p:animEffect>
                                    <p:anim calcmode="lin" valueType="num">
                                      <p:cBhvr>
                                        <p:cTn id="19" dur="750" fill="hold"/>
                                        <p:tgtEl>
                                          <p:spTgt spid="16"/>
                                        </p:tgtEl>
                                        <p:attrNameLst>
                                          <p:attrName>ppt_x</p:attrName>
                                        </p:attrNameLst>
                                      </p:cBhvr>
                                      <p:tavLst>
                                        <p:tav tm="0">
                                          <p:val>
                                            <p:strVal val="#ppt_x"/>
                                          </p:val>
                                        </p:tav>
                                        <p:tav tm="100000">
                                          <p:val>
                                            <p:strVal val="#ppt_x"/>
                                          </p:val>
                                        </p:tav>
                                      </p:tavLst>
                                    </p:anim>
                                    <p:anim calcmode="lin" valueType="num">
                                      <p:cBhvr>
                                        <p:cTn id="20" dur="750" fill="hold"/>
                                        <p:tgtEl>
                                          <p:spTgt spid="16"/>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750"/>
                                        <p:tgtEl>
                                          <p:spTgt spid="15"/>
                                        </p:tgtEl>
                                      </p:cBhvr>
                                    </p:animEffect>
                                    <p:anim calcmode="lin" valueType="num">
                                      <p:cBhvr>
                                        <p:cTn id="24" dur="750" fill="hold"/>
                                        <p:tgtEl>
                                          <p:spTgt spid="15"/>
                                        </p:tgtEl>
                                        <p:attrNameLst>
                                          <p:attrName>ppt_x</p:attrName>
                                        </p:attrNameLst>
                                      </p:cBhvr>
                                      <p:tavLst>
                                        <p:tav tm="0">
                                          <p:val>
                                            <p:strVal val="#ppt_x"/>
                                          </p:val>
                                        </p:tav>
                                        <p:tav tm="100000">
                                          <p:val>
                                            <p:strVal val="#ppt_x"/>
                                          </p:val>
                                        </p:tav>
                                      </p:tavLst>
                                    </p:anim>
                                    <p:anim calcmode="lin" valueType="num">
                                      <p:cBhvr>
                                        <p:cTn id="25" dur="750" fill="hold"/>
                                        <p:tgtEl>
                                          <p:spTgt spid="15"/>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750"/>
                                        <p:tgtEl>
                                          <p:spTgt spid="18"/>
                                        </p:tgtEl>
                                      </p:cBhvr>
                                    </p:animEffect>
                                    <p:anim calcmode="lin" valueType="num">
                                      <p:cBhvr>
                                        <p:cTn id="29" dur="750" fill="hold"/>
                                        <p:tgtEl>
                                          <p:spTgt spid="18"/>
                                        </p:tgtEl>
                                        <p:attrNameLst>
                                          <p:attrName>ppt_x</p:attrName>
                                        </p:attrNameLst>
                                      </p:cBhvr>
                                      <p:tavLst>
                                        <p:tav tm="0">
                                          <p:val>
                                            <p:strVal val="#ppt_x"/>
                                          </p:val>
                                        </p:tav>
                                        <p:tav tm="100000">
                                          <p:val>
                                            <p:strVal val="#ppt_x"/>
                                          </p:val>
                                        </p:tav>
                                      </p:tavLst>
                                    </p:anim>
                                    <p:anim calcmode="lin" valueType="num">
                                      <p:cBhvr>
                                        <p:cTn id="30" dur="750" fill="hold"/>
                                        <p:tgtEl>
                                          <p:spTgt spid="18"/>
                                        </p:tgtEl>
                                        <p:attrNameLst>
                                          <p:attrName>ppt_y</p:attrName>
                                        </p:attrNameLst>
                                      </p:cBhvr>
                                      <p:tavLst>
                                        <p:tav tm="0">
                                          <p:val>
                                            <p:strVal val="#ppt_y+.1"/>
                                          </p:val>
                                        </p:tav>
                                        <p:tav tm="100000">
                                          <p:val>
                                            <p:strVal val="#ppt_y"/>
                                          </p:val>
                                        </p:tav>
                                      </p:tavLst>
                                    </p:anim>
                                  </p:childTnLst>
                                </p:cTn>
                              </p:par>
                            </p:childTnLst>
                          </p:cTn>
                        </p:par>
                        <p:par>
                          <p:cTn id="31" fill="hold">
                            <p:stCondLst>
                              <p:cond delay="3000"/>
                            </p:stCondLst>
                            <p:childTnLst>
                              <p:par>
                                <p:cTn id="32" presetID="53" presetClass="entr" presetSubtype="16" fill="hold" grpId="0" nodeType="afterEffect">
                                  <p:stCondLst>
                                    <p:cond delay="0"/>
                                  </p:stCondLst>
                                  <p:childTnLst>
                                    <p:set>
                                      <p:cBhvr>
                                        <p:cTn id="33" dur="1" fill="hold">
                                          <p:stCondLst>
                                            <p:cond delay="0"/>
                                          </p:stCondLst>
                                        </p:cTn>
                                        <p:tgtEl>
                                          <p:spTgt spid="19"/>
                                        </p:tgtEl>
                                        <p:attrNameLst>
                                          <p:attrName>style.visibility</p:attrName>
                                        </p:attrNameLst>
                                      </p:cBhvr>
                                      <p:to>
                                        <p:strVal val="visible"/>
                                      </p:to>
                                    </p:set>
                                    <p:anim calcmode="lin" valueType="num">
                                      <p:cBhvr>
                                        <p:cTn id="34" dur="750" fill="hold"/>
                                        <p:tgtEl>
                                          <p:spTgt spid="19"/>
                                        </p:tgtEl>
                                        <p:attrNameLst>
                                          <p:attrName>ppt_w</p:attrName>
                                        </p:attrNameLst>
                                      </p:cBhvr>
                                      <p:tavLst>
                                        <p:tav tm="0">
                                          <p:val>
                                            <p:fltVal val="0"/>
                                          </p:val>
                                        </p:tav>
                                        <p:tav tm="100000">
                                          <p:val>
                                            <p:strVal val="#ppt_w"/>
                                          </p:val>
                                        </p:tav>
                                      </p:tavLst>
                                    </p:anim>
                                    <p:anim calcmode="lin" valueType="num">
                                      <p:cBhvr>
                                        <p:cTn id="35" dur="750" fill="hold"/>
                                        <p:tgtEl>
                                          <p:spTgt spid="19"/>
                                        </p:tgtEl>
                                        <p:attrNameLst>
                                          <p:attrName>ppt_h</p:attrName>
                                        </p:attrNameLst>
                                      </p:cBhvr>
                                      <p:tavLst>
                                        <p:tav tm="0">
                                          <p:val>
                                            <p:fltVal val="0"/>
                                          </p:val>
                                        </p:tav>
                                        <p:tav tm="100000">
                                          <p:val>
                                            <p:strVal val="#ppt_h"/>
                                          </p:val>
                                        </p:tav>
                                      </p:tavLst>
                                    </p:anim>
                                    <p:animEffect transition="in" filter="fade">
                                      <p:cBhvr>
                                        <p:cTn id="36" dur="750"/>
                                        <p:tgtEl>
                                          <p:spTgt spid="19"/>
                                        </p:tgtEl>
                                      </p:cBhvr>
                                    </p:animEffect>
                                  </p:childTnLst>
                                </p:cTn>
                              </p:par>
                            </p:childTnLst>
                          </p:cTn>
                        </p:par>
                        <p:par>
                          <p:cTn id="37" fill="hold">
                            <p:stCondLst>
                              <p:cond delay="4000"/>
                            </p:stCondLst>
                            <p:childTnLst>
                              <p:par>
                                <p:cTn id="38" presetID="53" presetClass="entr" presetSubtype="16"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 calcmode="lin" valueType="num">
                                      <p:cBhvr>
                                        <p:cTn id="40" dur="750" fill="hold"/>
                                        <p:tgtEl>
                                          <p:spTgt spid="17"/>
                                        </p:tgtEl>
                                        <p:attrNameLst>
                                          <p:attrName>ppt_w</p:attrName>
                                        </p:attrNameLst>
                                      </p:cBhvr>
                                      <p:tavLst>
                                        <p:tav tm="0">
                                          <p:val>
                                            <p:fltVal val="0"/>
                                          </p:val>
                                        </p:tav>
                                        <p:tav tm="100000">
                                          <p:val>
                                            <p:strVal val="#ppt_w"/>
                                          </p:val>
                                        </p:tav>
                                      </p:tavLst>
                                    </p:anim>
                                    <p:anim calcmode="lin" valueType="num">
                                      <p:cBhvr>
                                        <p:cTn id="41" dur="750" fill="hold"/>
                                        <p:tgtEl>
                                          <p:spTgt spid="17"/>
                                        </p:tgtEl>
                                        <p:attrNameLst>
                                          <p:attrName>ppt_h</p:attrName>
                                        </p:attrNameLst>
                                      </p:cBhvr>
                                      <p:tavLst>
                                        <p:tav tm="0">
                                          <p:val>
                                            <p:fltVal val="0"/>
                                          </p:val>
                                        </p:tav>
                                        <p:tav tm="100000">
                                          <p:val>
                                            <p:strVal val="#ppt_h"/>
                                          </p:val>
                                        </p:tav>
                                      </p:tavLst>
                                    </p:anim>
                                    <p:animEffect transition="in" filter="fade">
                                      <p:cBhvr>
                                        <p:cTn id="42" dur="750"/>
                                        <p:tgtEl>
                                          <p:spTgt spid="17"/>
                                        </p:tgtEl>
                                      </p:cBhvr>
                                    </p:animEffect>
                                  </p:childTnLst>
                                </p:cTn>
                              </p:par>
                            </p:childTnLst>
                          </p:cTn>
                        </p:par>
                        <p:par>
                          <p:cTn id="43" fill="hold">
                            <p:stCondLst>
                              <p:cond delay="5000"/>
                            </p:stCondLst>
                            <p:childTnLst>
                              <p:par>
                                <p:cTn id="44" presetID="47" presetClass="entr" presetSubtype="0" fill="hold" nodeType="after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750"/>
                                        <p:tgtEl>
                                          <p:spTgt spid="23"/>
                                        </p:tgtEl>
                                      </p:cBhvr>
                                    </p:animEffect>
                                    <p:anim calcmode="lin" valueType="num">
                                      <p:cBhvr>
                                        <p:cTn id="47" dur="750" fill="hold"/>
                                        <p:tgtEl>
                                          <p:spTgt spid="23"/>
                                        </p:tgtEl>
                                        <p:attrNameLst>
                                          <p:attrName>ppt_x</p:attrName>
                                        </p:attrNameLst>
                                      </p:cBhvr>
                                      <p:tavLst>
                                        <p:tav tm="0">
                                          <p:val>
                                            <p:strVal val="#ppt_x"/>
                                          </p:val>
                                        </p:tav>
                                        <p:tav tm="100000">
                                          <p:val>
                                            <p:strVal val="#ppt_x"/>
                                          </p:val>
                                        </p:tav>
                                      </p:tavLst>
                                    </p:anim>
                                    <p:anim calcmode="lin" valueType="num">
                                      <p:cBhvr>
                                        <p:cTn id="48" dur="750" fill="hold"/>
                                        <p:tgtEl>
                                          <p:spTgt spid="23"/>
                                        </p:tgtEl>
                                        <p:attrNameLst>
                                          <p:attrName>ppt_y</p:attrName>
                                        </p:attrNameLst>
                                      </p:cBhvr>
                                      <p:tavLst>
                                        <p:tav tm="0">
                                          <p:val>
                                            <p:strVal val="#ppt_y-.1"/>
                                          </p:val>
                                        </p:tav>
                                        <p:tav tm="100000">
                                          <p:val>
                                            <p:strVal val="#ppt_y"/>
                                          </p:val>
                                        </p:tav>
                                      </p:tavLst>
                                    </p:anim>
                                  </p:childTnLst>
                                </p:cTn>
                              </p:par>
                            </p:childTnLst>
                          </p:cTn>
                        </p:par>
                        <p:par>
                          <p:cTn id="49" fill="hold">
                            <p:stCondLst>
                              <p:cond delay="6000"/>
                            </p:stCondLst>
                            <p:childTnLst>
                              <p:par>
                                <p:cTn id="50" presetID="22" presetClass="entr" presetSubtype="2" fill="hold" grpId="0" nodeType="after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right)">
                                      <p:cBhvr>
                                        <p:cTn id="52" dur="750"/>
                                        <p:tgtEl>
                                          <p:spTgt spid="24"/>
                                        </p:tgtEl>
                                      </p:cBhvr>
                                    </p:animEffect>
                                  </p:childTnLst>
                                </p:cTn>
                              </p:par>
                            </p:childTnLst>
                          </p:cTn>
                        </p:par>
                        <p:par>
                          <p:cTn id="53" fill="hold">
                            <p:stCondLst>
                              <p:cond delay="7000"/>
                            </p:stCondLst>
                            <p:childTnLst>
                              <p:par>
                                <p:cTn id="54" presetID="2" presetClass="entr" presetSubtype="8" fill="hold" nodeType="afterEffect">
                                  <p:stCondLst>
                                    <p:cond delay="0"/>
                                  </p:stCondLst>
                                  <p:childTnLst>
                                    <p:set>
                                      <p:cBhvr>
                                        <p:cTn id="55" dur="1" fill="hold">
                                          <p:stCondLst>
                                            <p:cond delay="0"/>
                                          </p:stCondLst>
                                        </p:cTn>
                                        <p:tgtEl>
                                          <p:spTgt spid="43"/>
                                        </p:tgtEl>
                                        <p:attrNameLst>
                                          <p:attrName>style.visibility</p:attrName>
                                        </p:attrNameLst>
                                      </p:cBhvr>
                                      <p:to>
                                        <p:strVal val="visible"/>
                                      </p:to>
                                    </p:set>
                                    <p:anim calcmode="lin" valueType="num">
                                      <p:cBhvr additive="base">
                                        <p:cTn id="56" dur="750" fill="hold"/>
                                        <p:tgtEl>
                                          <p:spTgt spid="43"/>
                                        </p:tgtEl>
                                        <p:attrNameLst>
                                          <p:attrName>ppt_x</p:attrName>
                                        </p:attrNameLst>
                                      </p:cBhvr>
                                      <p:tavLst>
                                        <p:tav tm="0">
                                          <p:val>
                                            <p:strVal val="0-#ppt_w/2"/>
                                          </p:val>
                                        </p:tav>
                                        <p:tav tm="100000">
                                          <p:val>
                                            <p:strVal val="#ppt_x"/>
                                          </p:val>
                                        </p:tav>
                                      </p:tavLst>
                                    </p:anim>
                                    <p:anim calcmode="lin" valueType="num">
                                      <p:cBhvr additive="base">
                                        <p:cTn id="57" dur="750" fill="hold"/>
                                        <p:tgtEl>
                                          <p:spTgt spid="43"/>
                                        </p:tgtEl>
                                        <p:attrNameLst>
                                          <p:attrName>ppt_y</p:attrName>
                                        </p:attrNameLst>
                                      </p:cBhvr>
                                      <p:tavLst>
                                        <p:tav tm="0">
                                          <p:val>
                                            <p:strVal val="#ppt_y"/>
                                          </p:val>
                                        </p:tav>
                                        <p:tav tm="100000">
                                          <p:val>
                                            <p:strVal val="#ppt_y"/>
                                          </p:val>
                                        </p:tav>
                                      </p:tavLst>
                                    </p:anim>
                                  </p:childTnLst>
                                </p:cTn>
                              </p:par>
                              <p:par>
                                <p:cTn id="58" presetID="2" presetClass="entr" presetSubtype="8" fill="hold" nodeType="withEffect">
                                  <p:stCondLst>
                                    <p:cond delay="0"/>
                                  </p:stCondLst>
                                  <p:childTnLst>
                                    <p:set>
                                      <p:cBhvr>
                                        <p:cTn id="59" dur="1" fill="hold">
                                          <p:stCondLst>
                                            <p:cond delay="0"/>
                                          </p:stCondLst>
                                        </p:cTn>
                                        <p:tgtEl>
                                          <p:spTgt spid="44"/>
                                        </p:tgtEl>
                                        <p:attrNameLst>
                                          <p:attrName>style.visibility</p:attrName>
                                        </p:attrNameLst>
                                      </p:cBhvr>
                                      <p:to>
                                        <p:strVal val="visible"/>
                                      </p:to>
                                    </p:set>
                                    <p:anim calcmode="lin" valueType="num">
                                      <p:cBhvr additive="base">
                                        <p:cTn id="60" dur="750" fill="hold"/>
                                        <p:tgtEl>
                                          <p:spTgt spid="44"/>
                                        </p:tgtEl>
                                        <p:attrNameLst>
                                          <p:attrName>ppt_x</p:attrName>
                                        </p:attrNameLst>
                                      </p:cBhvr>
                                      <p:tavLst>
                                        <p:tav tm="0">
                                          <p:val>
                                            <p:strVal val="0-#ppt_w/2"/>
                                          </p:val>
                                        </p:tav>
                                        <p:tav tm="100000">
                                          <p:val>
                                            <p:strVal val="#ppt_x"/>
                                          </p:val>
                                        </p:tav>
                                      </p:tavLst>
                                    </p:anim>
                                    <p:anim calcmode="lin" valueType="num">
                                      <p:cBhvr additive="base">
                                        <p:cTn id="61" dur="750" fill="hold"/>
                                        <p:tgtEl>
                                          <p:spTgt spid="44"/>
                                        </p:tgtEl>
                                        <p:attrNameLst>
                                          <p:attrName>ppt_y</p:attrName>
                                        </p:attrNameLst>
                                      </p:cBhvr>
                                      <p:tavLst>
                                        <p:tav tm="0">
                                          <p:val>
                                            <p:strVal val="#ppt_y"/>
                                          </p:val>
                                        </p:tav>
                                        <p:tav tm="100000">
                                          <p:val>
                                            <p:strVal val="#ppt_y"/>
                                          </p:val>
                                        </p:tav>
                                      </p:tavLst>
                                    </p:anim>
                                  </p:childTnLst>
                                </p:cTn>
                              </p:par>
                            </p:childTnLst>
                          </p:cTn>
                        </p:par>
                        <p:par>
                          <p:cTn id="62" fill="hold">
                            <p:stCondLst>
                              <p:cond delay="8000"/>
                            </p:stCondLst>
                            <p:childTnLst>
                              <p:par>
                                <p:cTn id="63" presetID="0" presetClass="entr" presetSubtype="0" fill="hold" grpId="0" nodeType="afterEffect">
                                  <p:stCondLst>
                                    <p:cond delay="0"/>
                                  </p:stCondLst>
                                  <p:iterate type="lt">
                                    <p:tmPct val="10000"/>
                                  </p:iterate>
                                  <p:childTnLst>
                                    <p:set>
                                      <p:cBhvr>
                                        <p:cTn id="64" dur="1" fill="hold">
                                          <p:stCondLst>
                                            <p:cond delay="0"/>
                                          </p:stCondLst>
                                        </p:cTn>
                                        <p:tgtEl>
                                          <p:spTgt spid="25"/>
                                        </p:tgtEl>
                                        <p:attrNameLst>
                                          <p:attrName>style.visibility</p:attrName>
                                        </p:attrNameLst>
                                      </p:cBhvr>
                                      <p:to>
                                        <p:strVal val="visible"/>
                                      </p:to>
                                    </p:set>
                                    <p:anim to="" calcmode="lin" valueType="num">
                                      <p:cBhvr>
                                        <p:cTn id="65" dur="750" fill="hold">
                                          <p:stCondLst>
                                            <p:cond delay="0"/>
                                          </p:stCondLst>
                                        </p:cTn>
                                        <p:tgtEl>
                                          <p:spTgt spid="25"/>
                                        </p:tgtEl>
                                        <p:attrNameLst>
                                          <p:attrName>ppt_x</p:attrName>
                                        </p:attrNameLst>
                                      </p:cBhvr>
                                      <p:tavLst>
                                        <p:tav tm="0" fmla="#ppt_x-(-#ppt_w/2*cos(ppt_r/180*pi))*((1.5-1.5*$)^2-(1.5-1.5*$)^3)">
                                          <p:val>
                                            <p:fltVal val="0"/>
                                          </p:val>
                                        </p:tav>
                                        <p:tav tm="100000">
                                          <p:val>
                                            <p:fltVal val="1"/>
                                          </p:val>
                                        </p:tav>
                                      </p:tavLst>
                                    </p:anim>
                                    <p:anim to="" calcmode="lin" valueType="num">
                                      <p:cBhvr>
                                        <p:cTn id="66" dur="750" fill="hold">
                                          <p:stCondLst>
                                            <p:cond delay="0"/>
                                          </p:stCondLst>
                                        </p:cTn>
                                        <p:tgtEl>
                                          <p:spTgt spid="25"/>
                                        </p:tgtEl>
                                        <p:attrNameLst>
                                          <p:attrName>ppt_y</p:attrName>
                                        </p:attrNameLst>
                                      </p:cBhvr>
                                      <p:tavLst>
                                        <p:tav tm="0" fmla="#ppt_y+(-#ppt_h/2*cos(ppt_r/180*pi))*((1.5-1.5*$)^2-(1.5-1.5*$)^3)">
                                          <p:val>
                                            <p:fltVal val="0"/>
                                          </p:val>
                                        </p:tav>
                                        <p:tav tm="100000">
                                          <p:val>
                                            <p:fltVal val="1"/>
                                          </p:val>
                                        </p:tav>
                                      </p:tavLst>
                                    </p:anim>
                                    <p:anim to="" calcmode="lin" valueType="num">
                                      <p:cBhvr>
                                        <p:cTn id="67" dur="750" fill="hold">
                                          <p:stCondLst>
                                            <p:cond delay="0"/>
                                          </p:stCondLst>
                                        </p:cTn>
                                        <p:tgtEl>
                                          <p:spTgt spid="25"/>
                                        </p:tgtEl>
                                        <p:attrNameLst>
                                          <p:attrName>ppt_h</p:attrName>
                                        </p:attrNameLst>
                                      </p:cBhvr>
                                      <p:tavLst>
                                        <p:tav tm="0" fmla="#ppt_h-(-#ppt_h)*((1.5-1.5*$)^2-(1.5-1.5*$)^3)">
                                          <p:val>
                                            <p:fltVal val="0"/>
                                          </p:val>
                                        </p:tav>
                                        <p:tav tm="100000">
                                          <p:val>
                                            <p:fltVal val="1"/>
                                          </p:val>
                                        </p:tav>
                                      </p:tavLst>
                                    </p:anim>
                                    <p:anim to="" calcmode="lin" valueType="num">
                                      <p:cBhvr>
                                        <p:cTn id="68" dur="750" fill="hold">
                                          <p:stCondLst>
                                            <p:cond delay="0"/>
                                          </p:stCondLst>
                                        </p:cTn>
                                        <p:tgtEl>
                                          <p:spTgt spid="25"/>
                                        </p:tgtEl>
                                        <p:attrNameLst>
                                          <p:attrName>ppt_w</p:attrName>
                                        </p:attrNameLst>
                                      </p:cBhvr>
                                      <p:tavLst>
                                        <p:tav tm="0" fmla="#ppt_w-(-#ppt_w)*((1.5-1.5*$)^2-(1.5-1.5*$)^3)">
                                          <p:val>
                                            <p:fltVal val="0"/>
                                          </p:val>
                                        </p:tav>
                                        <p:tav tm="100000">
                                          <p:val>
                                            <p:fltVal val="1"/>
                                          </p:val>
                                        </p:tav>
                                      </p:tavLst>
                                    </p:anim>
                                  </p:childTnLst>
                                </p:cTn>
                              </p:par>
                            </p:childTnLst>
                          </p:cTn>
                        </p:par>
                        <p:par>
                          <p:cTn id="69" fill="hold">
                            <p:stCondLst>
                              <p:cond delay="6974"/>
                            </p:stCondLst>
                            <p:childTnLst>
                              <p:par>
                                <p:cTn id="70" presetID="53" presetClass="entr" presetSubtype="16" fill="hold" nodeType="afterEffect">
                                  <p:stCondLst>
                                    <p:cond delay="0"/>
                                  </p:stCondLst>
                                  <p:childTnLst>
                                    <p:set>
                                      <p:cBhvr>
                                        <p:cTn id="71" dur="1" fill="hold">
                                          <p:stCondLst>
                                            <p:cond delay="0"/>
                                          </p:stCondLst>
                                        </p:cTn>
                                        <p:tgtEl>
                                          <p:spTgt spid="33"/>
                                        </p:tgtEl>
                                        <p:attrNameLst>
                                          <p:attrName>style.visibility</p:attrName>
                                        </p:attrNameLst>
                                      </p:cBhvr>
                                      <p:to>
                                        <p:strVal val="visible"/>
                                      </p:to>
                                    </p:set>
                                    <p:anim calcmode="lin" valueType="num">
                                      <p:cBhvr>
                                        <p:cTn id="72" dur="750" fill="hold"/>
                                        <p:tgtEl>
                                          <p:spTgt spid="33"/>
                                        </p:tgtEl>
                                        <p:attrNameLst>
                                          <p:attrName>ppt_w</p:attrName>
                                        </p:attrNameLst>
                                      </p:cBhvr>
                                      <p:tavLst>
                                        <p:tav tm="0">
                                          <p:val>
                                            <p:fltVal val="0"/>
                                          </p:val>
                                        </p:tav>
                                        <p:tav tm="100000">
                                          <p:val>
                                            <p:strVal val="#ppt_w"/>
                                          </p:val>
                                        </p:tav>
                                      </p:tavLst>
                                    </p:anim>
                                    <p:anim calcmode="lin" valueType="num">
                                      <p:cBhvr>
                                        <p:cTn id="73" dur="750" fill="hold"/>
                                        <p:tgtEl>
                                          <p:spTgt spid="33"/>
                                        </p:tgtEl>
                                        <p:attrNameLst>
                                          <p:attrName>ppt_h</p:attrName>
                                        </p:attrNameLst>
                                      </p:cBhvr>
                                      <p:tavLst>
                                        <p:tav tm="0">
                                          <p:val>
                                            <p:fltVal val="0"/>
                                          </p:val>
                                        </p:tav>
                                        <p:tav tm="100000">
                                          <p:val>
                                            <p:strVal val="#ppt_h"/>
                                          </p:val>
                                        </p:tav>
                                      </p:tavLst>
                                    </p:anim>
                                    <p:animEffect transition="in" filter="fade">
                                      <p:cBhvr>
                                        <p:cTn id="74" dur="750"/>
                                        <p:tgtEl>
                                          <p:spTgt spid="33"/>
                                        </p:tgtEl>
                                      </p:cBhvr>
                                    </p:animEffect>
                                  </p:childTnLst>
                                </p:cTn>
                              </p:par>
                            </p:childTnLst>
                          </p:cTn>
                        </p:par>
                        <p:par>
                          <p:cTn id="75" fill="hold">
                            <p:stCondLst>
                              <p:cond delay="7974"/>
                            </p:stCondLst>
                            <p:childTnLst>
                              <p:par>
                                <p:cTn id="76" presetID="42" presetClass="entr" presetSubtype="0" fill="hold" grpId="0" nodeType="after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fade">
                                      <p:cBhvr>
                                        <p:cTn id="78" dur="750"/>
                                        <p:tgtEl>
                                          <p:spTgt spid="34"/>
                                        </p:tgtEl>
                                      </p:cBhvr>
                                    </p:animEffect>
                                    <p:anim calcmode="lin" valueType="num">
                                      <p:cBhvr>
                                        <p:cTn id="79" dur="750" fill="hold"/>
                                        <p:tgtEl>
                                          <p:spTgt spid="34"/>
                                        </p:tgtEl>
                                        <p:attrNameLst>
                                          <p:attrName>ppt_x</p:attrName>
                                        </p:attrNameLst>
                                      </p:cBhvr>
                                      <p:tavLst>
                                        <p:tav tm="0">
                                          <p:val>
                                            <p:strVal val="#ppt_x"/>
                                          </p:val>
                                        </p:tav>
                                        <p:tav tm="100000">
                                          <p:val>
                                            <p:strVal val="#ppt_x"/>
                                          </p:val>
                                        </p:tav>
                                      </p:tavLst>
                                    </p:anim>
                                    <p:anim calcmode="lin" valueType="num">
                                      <p:cBhvr>
                                        <p:cTn id="80" dur="750" fill="hold"/>
                                        <p:tgtEl>
                                          <p:spTgt spid="34"/>
                                        </p:tgtEl>
                                        <p:attrNameLst>
                                          <p:attrName>ppt_y</p:attrName>
                                        </p:attrNameLst>
                                      </p:cBhvr>
                                      <p:tavLst>
                                        <p:tav tm="0">
                                          <p:val>
                                            <p:strVal val="#ppt_y+.1"/>
                                          </p:val>
                                        </p:tav>
                                        <p:tav tm="100000">
                                          <p:val>
                                            <p:strVal val="#ppt_y"/>
                                          </p:val>
                                        </p:tav>
                                      </p:tavLst>
                                    </p:anim>
                                  </p:childTnLst>
                                </p:cTn>
                              </p:par>
                            </p:childTnLst>
                          </p:cTn>
                        </p:par>
                        <p:par>
                          <p:cTn id="81" fill="hold">
                            <p:stCondLst>
                              <p:cond delay="8974"/>
                            </p:stCondLst>
                            <p:childTnLst>
                              <p:par>
                                <p:cTn id="82" presetID="53" presetClass="entr" presetSubtype="16" fill="hold" nodeType="afterEffect">
                                  <p:stCondLst>
                                    <p:cond delay="0"/>
                                  </p:stCondLst>
                                  <p:childTnLst>
                                    <p:set>
                                      <p:cBhvr>
                                        <p:cTn id="83" dur="1" fill="hold">
                                          <p:stCondLst>
                                            <p:cond delay="0"/>
                                          </p:stCondLst>
                                        </p:cTn>
                                        <p:tgtEl>
                                          <p:spTgt spid="40"/>
                                        </p:tgtEl>
                                        <p:attrNameLst>
                                          <p:attrName>style.visibility</p:attrName>
                                        </p:attrNameLst>
                                      </p:cBhvr>
                                      <p:to>
                                        <p:strVal val="visible"/>
                                      </p:to>
                                    </p:set>
                                    <p:anim calcmode="lin" valueType="num">
                                      <p:cBhvr>
                                        <p:cTn id="84" dur="750" fill="hold"/>
                                        <p:tgtEl>
                                          <p:spTgt spid="40"/>
                                        </p:tgtEl>
                                        <p:attrNameLst>
                                          <p:attrName>ppt_w</p:attrName>
                                        </p:attrNameLst>
                                      </p:cBhvr>
                                      <p:tavLst>
                                        <p:tav tm="0">
                                          <p:val>
                                            <p:fltVal val="0"/>
                                          </p:val>
                                        </p:tav>
                                        <p:tav tm="100000">
                                          <p:val>
                                            <p:strVal val="#ppt_w"/>
                                          </p:val>
                                        </p:tav>
                                      </p:tavLst>
                                    </p:anim>
                                    <p:anim calcmode="lin" valueType="num">
                                      <p:cBhvr>
                                        <p:cTn id="85" dur="750" fill="hold"/>
                                        <p:tgtEl>
                                          <p:spTgt spid="40"/>
                                        </p:tgtEl>
                                        <p:attrNameLst>
                                          <p:attrName>ppt_h</p:attrName>
                                        </p:attrNameLst>
                                      </p:cBhvr>
                                      <p:tavLst>
                                        <p:tav tm="0">
                                          <p:val>
                                            <p:fltVal val="0"/>
                                          </p:val>
                                        </p:tav>
                                        <p:tav tm="100000">
                                          <p:val>
                                            <p:strVal val="#ppt_h"/>
                                          </p:val>
                                        </p:tav>
                                      </p:tavLst>
                                    </p:anim>
                                    <p:animEffect transition="in" filter="fade">
                                      <p:cBhvr>
                                        <p:cTn id="86" dur="7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6" grpId="0" animBg="1"/>
      <p:bldP spid="14" grpId="0" animBg="1"/>
      <p:bldP spid="18" grpId="0" animBg="1"/>
      <p:bldP spid="15" grpId="0" animBg="1"/>
      <p:bldP spid="19" grpId="0" animBg="1"/>
      <p:bldP spid="24" grpId="0" animBg="1"/>
      <p:bldP spid="25" grpId="0"/>
      <p:bldP spid="34" grpId="0"/>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 name="文本框 21"/>
          <p:cNvSpPr txBox="1"/>
          <p:nvPr>
            <p:custDataLst>
              <p:tags r:id="rId1"/>
            </p:custDataLst>
          </p:nvPr>
        </p:nvSpPr>
        <p:spPr>
          <a:xfrm>
            <a:off x="481965" y="1243965"/>
            <a:ext cx="4679315" cy="460375"/>
          </a:xfrm>
          <a:prstGeom prst="rect">
            <a:avLst/>
          </a:prstGeom>
          <a:noFill/>
        </p:spPr>
        <p:txBody>
          <a:bodyPr wrap="square" rtlCol="0">
            <a:spAutoFit/>
          </a:bodyPr>
          <a:lstStyle/>
          <a:p>
            <a:pPr algn="l"/>
            <a:r>
              <a:rPr lang="en-US" altLang="zh-CN" sz="2400" b="1" dirty="0">
                <a:solidFill>
                  <a:srgbClr val="404040"/>
                </a:solidFill>
                <a:cs typeface="+mn-ea"/>
                <a:sym typeface="+mn-lt"/>
              </a:rPr>
              <a:t>1.</a:t>
            </a:r>
            <a:r>
              <a:rPr lang="en-US" altLang="en-US" sz="2400" b="1" dirty="0">
                <a:solidFill>
                  <a:srgbClr val="404040"/>
                </a:solidFill>
                <a:cs typeface="+mn-ea"/>
                <a:sym typeface="+mn-lt"/>
              </a:rPr>
              <a:t> </a:t>
            </a:r>
            <a:r>
              <a:rPr lang="zh-CN" altLang="en-US" sz="2400" b="1" dirty="0">
                <a:solidFill>
                  <a:srgbClr val="404040"/>
                </a:solidFill>
                <a:cs typeface="+mn-ea"/>
                <a:sym typeface="+mn-lt"/>
              </a:rPr>
              <a:t>精准定位，直击痛点</a:t>
            </a:r>
            <a:endParaRPr lang="zh-CN" altLang="en-US" sz="2400" b="1" dirty="0">
              <a:solidFill>
                <a:srgbClr val="404040"/>
              </a:solidFill>
              <a:cs typeface="+mn-ea"/>
              <a:sym typeface="+mn-lt"/>
            </a:endParaRPr>
          </a:p>
        </p:txBody>
      </p:sp>
      <p:sp>
        <p:nvSpPr>
          <p:cNvPr id="23" name="矩形 22"/>
          <p:cNvSpPr/>
          <p:nvPr>
            <p:custDataLst>
              <p:tags r:id="rId2"/>
            </p:custDataLst>
          </p:nvPr>
        </p:nvSpPr>
        <p:spPr>
          <a:xfrm>
            <a:off x="607060" y="1692910"/>
            <a:ext cx="8670925" cy="460375"/>
          </a:xfrm>
          <a:prstGeom prst="rect">
            <a:avLst/>
          </a:prstGeom>
        </p:spPr>
        <p:txBody>
          <a:bodyPr wrap="square">
            <a:spAutoFit/>
          </a:bodyPr>
          <a:lstStyle/>
          <a:p>
            <a:pPr>
              <a:lnSpc>
                <a:spcPct val="150000"/>
              </a:lnSpc>
            </a:pPr>
            <a:r>
              <a:rPr lang="zh-CN" altLang="en-US" sz="1600" dirty="0">
                <a:solidFill>
                  <a:srgbClr val="404040"/>
                </a:solidFill>
                <a:cs typeface="+mn-ea"/>
                <a:sym typeface="+mn-lt"/>
              </a:rPr>
              <a:t>针对大学生普遍面临的找资料难、入门迷茫问题，提供了高效的解决方案。</a:t>
            </a:r>
            <a:endParaRPr lang="zh-CN" altLang="en-US" sz="1600" dirty="0">
              <a:solidFill>
                <a:srgbClr val="404040"/>
              </a:solidFill>
              <a:cs typeface="+mn-ea"/>
              <a:sym typeface="+mn-lt"/>
            </a:endParaRPr>
          </a:p>
        </p:txBody>
      </p:sp>
      <p:sp>
        <p:nvSpPr>
          <p:cNvPr id="26" name="文本框 25"/>
          <p:cNvSpPr txBox="1"/>
          <p:nvPr>
            <p:custDataLst>
              <p:tags r:id="rId3"/>
            </p:custDataLst>
          </p:nvPr>
        </p:nvSpPr>
        <p:spPr>
          <a:xfrm>
            <a:off x="576580" y="2273300"/>
            <a:ext cx="4883785" cy="460375"/>
          </a:xfrm>
          <a:prstGeom prst="rect">
            <a:avLst/>
          </a:prstGeom>
          <a:noFill/>
        </p:spPr>
        <p:txBody>
          <a:bodyPr wrap="square" rtlCol="0">
            <a:spAutoFit/>
          </a:bodyPr>
          <a:lstStyle/>
          <a:p>
            <a:pPr algn="l"/>
            <a:r>
              <a:rPr lang="en-US" altLang="zh-CN" sz="2400" b="1" dirty="0">
                <a:solidFill>
                  <a:srgbClr val="404040"/>
                </a:solidFill>
                <a:cs typeface="+mn-ea"/>
                <a:sym typeface="+mn-lt"/>
              </a:rPr>
              <a:t>2.</a:t>
            </a:r>
            <a:r>
              <a:rPr lang="en-US" altLang="en-US" sz="2400" b="1" dirty="0">
                <a:solidFill>
                  <a:srgbClr val="404040"/>
                </a:solidFill>
                <a:cs typeface="+mn-ea"/>
                <a:sym typeface="+mn-lt"/>
              </a:rPr>
              <a:t> </a:t>
            </a:r>
            <a:r>
              <a:rPr lang="zh-CN" altLang="en-US" sz="2400" b="1" dirty="0">
                <a:solidFill>
                  <a:srgbClr val="404040"/>
                </a:solidFill>
                <a:cs typeface="+mn-ea"/>
                <a:sym typeface="+mn-lt"/>
              </a:rPr>
              <a:t>轻量级起步，试错成本低</a:t>
            </a:r>
            <a:endParaRPr lang="zh-CN" altLang="en-US" sz="2400" b="1" dirty="0">
              <a:solidFill>
                <a:srgbClr val="404040"/>
              </a:solidFill>
              <a:cs typeface="+mn-ea"/>
              <a:sym typeface="+mn-lt"/>
            </a:endParaRPr>
          </a:p>
        </p:txBody>
      </p:sp>
      <p:sp>
        <p:nvSpPr>
          <p:cNvPr id="27" name="矩形 26"/>
          <p:cNvSpPr/>
          <p:nvPr>
            <p:custDataLst>
              <p:tags r:id="rId4"/>
            </p:custDataLst>
          </p:nvPr>
        </p:nvSpPr>
        <p:spPr>
          <a:xfrm>
            <a:off x="549910" y="2704465"/>
            <a:ext cx="8150860" cy="829945"/>
          </a:xfrm>
          <a:prstGeom prst="rect">
            <a:avLst/>
          </a:prstGeom>
        </p:spPr>
        <p:txBody>
          <a:bodyPr wrap="square">
            <a:spAutoFit/>
          </a:bodyPr>
          <a:lstStyle/>
          <a:p>
            <a:pPr>
              <a:lnSpc>
                <a:spcPct val="150000"/>
              </a:lnSpc>
            </a:pPr>
            <a:r>
              <a:rPr lang="zh-CN" altLang="en-US" sz="1600" dirty="0">
                <a:solidFill>
                  <a:srgbClr val="404040"/>
                </a:solidFill>
                <a:cs typeface="+mn-ea"/>
                <a:sym typeface="+mn-lt"/>
              </a:rPr>
              <a:t>采用采用</a:t>
            </a:r>
            <a:r>
              <a:rPr lang="en-US" altLang="zh-CN" sz="1600" dirty="0">
                <a:solidFill>
                  <a:srgbClr val="404040"/>
                </a:solidFill>
                <a:cs typeface="+mn-ea"/>
                <a:sym typeface="+mn-lt"/>
              </a:rPr>
              <a:t>MVP</a:t>
            </a:r>
            <a:r>
              <a:rPr lang="zh-CN" altLang="en-US" sz="1600" dirty="0">
                <a:solidFill>
                  <a:srgbClr val="404040"/>
                </a:solidFill>
                <a:cs typeface="+mn-ea"/>
                <a:sym typeface="+mn-lt"/>
              </a:rPr>
              <a:t>开发模式，从单一学校或专业切入，降低初始投入风险。依赖用户自发分享，初期无需大规模资金投入即可启动。</a:t>
            </a:r>
            <a:endParaRPr lang="zh-CN" altLang="en-US" sz="1600" dirty="0">
              <a:solidFill>
                <a:srgbClr val="404040"/>
              </a:solidFill>
              <a:cs typeface="+mn-ea"/>
              <a:sym typeface="+mn-lt"/>
            </a:endParaRPr>
          </a:p>
        </p:txBody>
      </p:sp>
      <p:sp>
        <p:nvSpPr>
          <p:cNvPr id="28" name="文本框 27"/>
          <p:cNvSpPr txBox="1"/>
          <p:nvPr>
            <p:custDataLst>
              <p:tags r:id="rId5"/>
            </p:custDataLst>
          </p:nvPr>
        </p:nvSpPr>
        <p:spPr>
          <a:xfrm>
            <a:off x="576580" y="3434715"/>
            <a:ext cx="4628515" cy="460375"/>
          </a:xfrm>
          <a:prstGeom prst="rect">
            <a:avLst/>
          </a:prstGeom>
          <a:noFill/>
        </p:spPr>
        <p:txBody>
          <a:bodyPr wrap="square" rtlCol="0">
            <a:spAutoFit/>
          </a:bodyPr>
          <a:lstStyle/>
          <a:p>
            <a:pPr algn="l"/>
            <a:r>
              <a:rPr lang="en-US" altLang="zh-CN" sz="2400" b="1" dirty="0">
                <a:solidFill>
                  <a:srgbClr val="404040"/>
                </a:solidFill>
                <a:cs typeface="+mn-ea"/>
                <a:sym typeface="+mn-lt"/>
              </a:rPr>
              <a:t>3.</a:t>
            </a:r>
            <a:r>
              <a:rPr lang="en-US" altLang="en-US" sz="2400" b="1" dirty="0">
                <a:solidFill>
                  <a:srgbClr val="404040"/>
                </a:solidFill>
                <a:cs typeface="+mn-ea"/>
                <a:sym typeface="+mn-lt"/>
              </a:rPr>
              <a:t> </a:t>
            </a:r>
            <a:r>
              <a:rPr lang="zh-CN" altLang="en-US" sz="2400" b="1" dirty="0">
                <a:solidFill>
                  <a:srgbClr val="404040"/>
                </a:solidFill>
                <a:cs typeface="+mn-ea"/>
                <a:sym typeface="+mn-lt"/>
              </a:rPr>
              <a:t>激励机制促进内容沉淀</a:t>
            </a:r>
            <a:endParaRPr lang="zh-CN" altLang="en-US" sz="2400" b="1" dirty="0">
              <a:solidFill>
                <a:srgbClr val="404040"/>
              </a:solidFill>
              <a:cs typeface="+mn-ea"/>
              <a:sym typeface="+mn-lt"/>
            </a:endParaRPr>
          </a:p>
        </p:txBody>
      </p:sp>
      <p:sp>
        <p:nvSpPr>
          <p:cNvPr id="29" name="矩形 28"/>
          <p:cNvSpPr/>
          <p:nvPr>
            <p:custDataLst>
              <p:tags r:id="rId6"/>
            </p:custDataLst>
          </p:nvPr>
        </p:nvSpPr>
        <p:spPr>
          <a:xfrm>
            <a:off x="549910" y="3865880"/>
            <a:ext cx="8803005" cy="829945"/>
          </a:xfrm>
          <a:prstGeom prst="rect">
            <a:avLst/>
          </a:prstGeom>
        </p:spPr>
        <p:txBody>
          <a:bodyPr wrap="square">
            <a:spAutoFit/>
          </a:bodyPr>
          <a:lstStyle/>
          <a:p>
            <a:pPr>
              <a:lnSpc>
                <a:spcPct val="150000"/>
              </a:lnSpc>
            </a:pPr>
            <a:r>
              <a:rPr lang="zh-CN" altLang="en-US" sz="1600" dirty="0">
                <a:solidFill>
                  <a:srgbClr val="404040"/>
                </a:solidFill>
                <a:cs typeface="+mn-ea"/>
                <a:sym typeface="+mn-lt"/>
              </a:rPr>
              <a:t>设计了上传有礼、积分奖励、打赏等功能，鼓励用户贡献内容。为学长学姐提供了成就感和影响力的出口，增强用户粘性</a:t>
            </a:r>
            <a:endParaRPr lang="zh-CN" altLang="en-US" sz="1600" dirty="0">
              <a:solidFill>
                <a:srgbClr val="404040"/>
              </a:solidFill>
              <a:cs typeface="+mn-ea"/>
              <a:sym typeface="+mn-lt"/>
            </a:endParaRPr>
          </a:p>
        </p:txBody>
      </p:sp>
      <p:sp>
        <p:nvSpPr>
          <p:cNvPr id="30" name="文本框 29"/>
          <p:cNvSpPr txBox="1"/>
          <p:nvPr>
            <p:custDataLst>
              <p:tags r:id="rId7"/>
            </p:custDataLst>
          </p:nvPr>
        </p:nvSpPr>
        <p:spPr>
          <a:xfrm>
            <a:off x="673100" y="4534535"/>
            <a:ext cx="4276725" cy="460375"/>
          </a:xfrm>
          <a:prstGeom prst="rect">
            <a:avLst/>
          </a:prstGeom>
          <a:noFill/>
        </p:spPr>
        <p:txBody>
          <a:bodyPr wrap="square" rtlCol="0">
            <a:spAutoFit/>
          </a:bodyPr>
          <a:p>
            <a:pPr algn="l"/>
            <a:r>
              <a:rPr lang="en-US" altLang="zh-CN" sz="2400" b="1" dirty="0">
                <a:solidFill>
                  <a:srgbClr val="404040"/>
                </a:solidFill>
                <a:cs typeface="+mn-ea"/>
                <a:sym typeface="+mn-lt"/>
              </a:rPr>
              <a:t>4.</a:t>
            </a:r>
            <a:r>
              <a:rPr lang="en-US" altLang="en-US" sz="2400" b="1" dirty="0">
                <a:solidFill>
                  <a:srgbClr val="404040"/>
                </a:solidFill>
                <a:cs typeface="+mn-ea"/>
                <a:sym typeface="+mn-lt"/>
              </a:rPr>
              <a:t> </a:t>
            </a:r>
            <a:r>
              <a:rPr lang="zh-CN" altLang="en-US" sz="2400" b="1" dirty="0">
                <a:solidFill>
                  <a:srgbClr val="404040"/>
                </a:solidFill>
                <a:cs typeface="+mn-ea"/>
                <a:sym typeface="+mn-lt"/>
              </a:rPr>
              <a:t>团队背景契合</a:t>
            </a:r>
            <a:endParaRPr lang="zh-CN" altLang="en-US" sz="2400" b="1" dirty="0">
              <a:solidFill>
                <a:srgbClr val="404040"/>
              </a:solidFill>
              <a:cs typeface="+mn-ea"/>
              <a:sym typeface="+mn-lt"/>
            </a:endParaRPr>
          </a:p>
        </p:txBody>
      </p:sp>
      <p:sp>
        <p:nvSpPr>
          <p:cNvPr id="31" name="矩形 30"/>
          <p:cNvSpPr/>
          <p:nvPr>
            <p:custDataLst>
              <p:tags r:id="rId8"/>
            </p:custDataLst>
          </p:nvPr>
        </p:nvSpPr>
        <p:spPr>
          <a:xfrm>
            <a:off x="703580" y="4908550"/>
            <a:ext cx="7997190" cy="829945"/>
          </a:xfrm>
          <a:prstGeom prst="rect">
            <a:avLst/>
          </a:prstGeom>
        </p:spPr>
        <p:txBody>
          <a:bodyPr wrap="square">
            <a:spAutoFit/>
          </a:bodyPr>
          <a:p>
            <a:pPr>
              <a:lnSpc>
                <a:spcPct val="150000"/>
              </a:lnSpc>
            </a:pPr>
            <a:r>
              <a:rPr lang="zh-CN" altLang="en-US" sz="1600" dirty="0">
                <a:solidFill>
                  <a:srgbClr val="404040"/>
                </a:solidFill>
                <a:cs typeface="+mn-ea"/>
                <a:sym typeface="+mn-lt"/>
              </a:rPr>
              <a:t>设计了上传有礼、积分奖励、打赏等功能，鼓励用户贡献内容。为学长学姐提供了成就感和影响力的出口，增强用户粘性</a:t>
            </a:r>
            <a:endParaRPr lang="zh-CN" altLang="en-US" sz="1600" dirty="0">
              <a:solidFill>
                <a:srgbClr val="404040"/>
              </a:solidFill>
              <a:cs typeface="+mn-ea"/>
              <a:sym typeface="+mn-lt"/>
            </a:endParaRPr>
          </a:p>
        </p:txBody>
      </p:sp>
      <p:pic>
        <p:nvPicPr>
          <p:cNvPr id="32" name="图片 31"/>
          <p:cNvPicPr>
            <a:picLocks noChangeAspect="1"/>
          </p:cNvPicPr>
          <p:nvPr/>
        </p:nvPicPr>
        <p:blipFill>
          <a:blip r:embed="rId9" cstate="print">
            <a:extLst>
              <a:ext uri="{28A0092B-C50C-407E-A947-70E740481C1C}">
                <a14:useLocalDpi xmlns:a14="http://schemas.microsoft.com/office/drawing/2010/main" val="0"/>
              </a:ext>
            </a:extLst>
          </a:blip>
          <a:srcRect l="5982" t="1580" r="5982" b="5492"/>
          <a:stretch>
            <a:fillRect/>
          </a:stretch>
        </p:blipFill>
        <p:spPr>
          <a:xfrm>
            <a:off x="9404105" y="804859"/>
            <a:ext cx="2181844" cy="3454665"/>
          </a:xfrm>
          <a:custGeom>
            <a:avLst/>
            <a:gdLst>
              <a:gd name="connsiteX0" fmla="*/ 0 w 2181844"/>
              <a:gd name="connsiteY0" fmla="*/ 0 h 3454665"/>
              <a:gd name="connsiteX1" fmla="*/ 2181844 w 2181844"/>
              <a:gd name="connsiteY1" fmla="*/ 0 h 3454665"/>
              <a:gd name="connsiteX2" fmla="*/ 2181844 w 2181844"/>
              <a:gd name="connsiteY2" fmla="*/ 3454665 h 3454665"/>
              <a:gd name="connsiteX3" fmla="*/ 0 w 2181844"/>
              <a:gd name="connsiteY3" fmla="*/ 3454665 h 3454665"/>
            </a:gdLst>
            <a:ahLst/>
            <a:cxnLst>
              <a:cxn ang="0">
                <a:pos x="connsiteX0" y="connsiteY0"/>
              </a:cxn>
              <a:cxn ang="0">
                <a:pos x="connsiteX1" y="connsiteY1"/>
              </a:cxn>
              <a:cxn ang="0">
                <a:pos x="connsiteX2" y="connsiteY2"/>
              </a:cxn>
              <a:cxn ang="0">
                <a:pos x="connsiteX3" y="connsiteY3"/>
              </a:cxn>
            </a:cxnLst>
            <a:rect l="l" t="t" r="r" b="b"/>
            <a:pathLst>
              <a:path w="2181844" h="3454665">
                <a:moveTo>
                  <a:pt x="0" y="0"/>
                </a:moveTo>
                <a:lnTo>
                  <a:pt x="2181844" y="0"/>
                </a:lnTo>
                <a:lnTo>
                  <a:pt x="2181844" y="3454665"/>
                </a:lnTo>
                <a:lnTo>
                  <a:pt x="0" y="3454665"/>
                </a:lnTo>
                <a:close/>
              </a:path>
            </a:pathLst>
          </a:custGeom>
        </p:spPr>
      </p:pic>
      <p:sp>
        <p:nvSpPr>
          <p:cNvPr id="33" name="矩形 32"/>
          <p:cNvSpPr/>
          <p:nvPr/>
        </p:nvSpPr>
        <p:spPr>
          <a:xfrm>
            <a:off x="533400" y="22225"/>
            <a:ext cx="1691005" cy="58547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矩形 33"/>
          <p:cNvSpPr/>
          <p:nvPr/>
        </p:nvSpPr>
        <p:spPr>
          <a:xfrm>
            <a:off x="9404350" y="4629785"/>
            <a:ext cx="2019300" cy="1198880"/>
          </a:xfrm>
          <a:prstGeom prst="rect">
            <a:avLst/>
          </a:prstGeom>
          <a:noFill/>
          <a:ln>
            <a:noFill/>
          </a:ln>
        </p:spPr>
        <p:txBody>
          <a:bodyPr wrap="none" rtlCol="0" anchor="t">
            <a:spAutoFit/>
          </a:bodyPr>
          <a:p>
            <a:pPr algn="ctr"/>
            <a:r>
              <a:rPr lang="zh-CN" altLang="en-US" sz="7200" b="1">
                <a:solidFill>
                  <a:schemeClr val="accent1"/>
                </a:solidFill>
                <a:effectLst>
                  <a:outerShdw blurRad="38100" dist="25400" dir="5400000" algn="ctr" rotWithShape="0">
                    <a:srgbClr val="6E747A">
                      <a:alpha val="43000"/>
                    </a:srgbClr>
                  </a:outerShdw>
                </a:effectLst>
                <a:hlinkClick r:id="rId10" action="ppaction://hlinksldjump"/>
              </a:rPr>
              <a:t>返回</a:t>
            </a:r>
            <a:endParaRPr lang="zh-CN" altLang="en-US" sz="7200" b="1">
              <a:solidFill>
                <a:schemeClr val="accent1"/>
              </a:solidFill>
              <a:effectLst>
                <a:outerShdw blurRad="38100" dist="25400" dir="5400000" algn="ctr" rotWithShape="0">
                  <a:srgbClr val="6E747A">
                    <a:alpha val="43000"/>
                  </a:srgbClr>
                </a:outerShdw>
              </a:effectLst>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iterate type="lt">
                                    <p:tmPct val="10000"/>
                                  </p:iterate>
                                  <p:childTnLst>
                                    <p:set>
                                      <p:cBhvr>
                                        <p:cTn id="6" dur="1" fill="hold">
                                          <p:stCondLst>
                                            <p:cond delay="0"/>
                                          </p:stCondLst>
                                        </p:cTn>
                                        <p:tgtEl>
                                          <p:spTgt spid="22"/>
                                        </p:tgtEl>
                                        <p:attrNameLst>
                                          <p:attrName>style.visibility</p:attrName>
                                        </p:attrNameLst>
                                      </p:cBhvr>
                                      <p:to>
                                        <p:strVal val="visible"/>
                                      </p:to>
                                    </p:set>
                                    <p:animEffect transition="in" filter="fade">
                                      <p:cBhvr>
                                        <p:cTn id="7" dur="750"/>
                                        <p:tgtEl>
                                          <p:spTgt spid="22"/>
                                        </p:tgtEl>
                                      </p:cBhvr>
                                    </p:animEffect>
                                    <p:anim calcmode="lin" valueType="num">
                                      <p:cBhvr>
                                        <p:cTn id="8" dur="750" fill="hold"/>
                                        <p:tgtEl>
                                          <p:spTgt spid="22"/>
                                        </p:tgtEl>
                                        <p:attrNameLst>
                                          <p:attrName>ppt_x</p:attrName>
                                        </p:attrNameLst>
                                      </p:cBhvr>
                                      <p:tavLst>
                                        <p:tav tm="0">
                                          <p:val>
                                            <p:strVal val="#ppt_x"/>
                                          </p:val>
                                        </p:tav>
                                        <p:tav tm="100000">
                                          <p:val>
                                            <p:strVal val="#ppt_x"/>
                                          </p:val>
                                        </p:tav>
                                      </p:tavLst>
                                    </p:anim>
                                    <p:anim calcmode="lin" valueType="num">
                                      <p:cBhvr>
                                        <p:cTn id="9" dur="750" fill="hold"/>
                                        <p:tgtEl>
                                          <p:spTgt spid="2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1000"/>
                                        <p:tgtEl>
                                          <p:spTgt spid="23"/>
                                        </p:tgtEl>
                                      </p:cBhvr>
                                    </p:animEffect>
                                    <p:anim calcmode="lin" valueType="num">
                                      <p:cBhvr>
                                        <p:cTn id="13" dur="1000" fill="hold"/>
                                        <p:tgtEl>
                                          <p:spTgt spid="23"/>
                                        </p:tgtEl>
                                        <p:attrNameLst>
                                          <p:attrName>ppt_x</p:attrName>
                                        </p:attrNameLst>
                                      </p:cBhvr>
                                      <p:tavLst>
                                        <p:tav tm="0">
                                          <p:val>
                                            <p:strVal val="#ppt_x"/>
                                          </p:val>
                                        </p:tav>
                                        <p:tav tm="100000">
                                          <p:val>
                                            <p:strVal val="#ppt_x"/>
                                          </p:val>
                                        </p:tav>
                                      </p:tavLst>
                                    </p:anim>
                                    <p:anim calcmode="lin" valueType="num">
                                      <p:cBhvr>
                                        <p:cTn id="14" dur="1000" fill="hold"/>
                                        <p:tgtEl>
                                          <p:spTgt spid="23"/>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iterate type="lt">
                                    <p:tmPct val="10000"/>
                                  </p:iterate>
                                  <p:childTnLst>
                                    <p:set>
                                      <p:cBhvr>
                                        <p:cTn id="16" dur="1" fill="hold">
                                          <p:stCondLst>
                                            <p:cond delay="0"/>
                                          </p:stCondLst>
                                        </p:cTn>
                                        <p:tgtEl>
                                          <p:spTgt spid="26"/>
                                        </p:tgtEl>
                                        <p:attrNameLst>
                                          <p:attrName>style.visibility</p:attrName>
                                        </p:attrNameLst>
                                      </p:cBhvr>
                                      <p:to>
                                        <p:strVal val="visible"/>
                                      </p:to>
                                    </p:set>
                                    <p:animEffect transition="in" filter="fade">
                                      <p:cBhvr>
                                        <p:cTn id="17" dur="750"/>
                                        <p:tgtEl>
                                          <p:spTgt spid="26"/>
                                        </p:tgtEl>
                                      </p:cBhvr>
                                    </p:animEffect>
                                    <p:anim calcmode="lin" valueType="num">
                                      <p:cBhvr>
                                        <p:cTn id="18" dur="750" fill="hold"/>
                                        <p:tgtEl>
                                          <p:spTgt spid="26"/>
                                        </p:tgtEl>
                                        <p:attrNameLst>
                                          <p:attrName>ppt_x</p:attrName>
                                        </p:attrNameLst>
                                      </p:cBhvr>
                                      <p:tavLst>
                                        <p:tav tm="0">
                                          <p:val>
                                            <p:strVal val="#ppt_x"/>
                                          </p:val>
                                        </p:tav>
                                        <p:tav tm="100000">
                                          <p:val>
                                            <p:strVal val="#ppt_x"/>
                                          </p:val>
                                        </p:tav>
                                      </p:tavLst>
                                    </p:anim>
                                    <p:anim calcmode="lin" valueType="num">
                                      <p:cBhvr>
                                        <p:cTn id="19" dur="750" fill="hold"/>
                                        <p:tgtEl>
                                          <p:spTgt spid="26"/>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iterate type="lt">
                                    <p:tmPct val="10000"/>
                                  </p:iterate>
                                  <p:childTnLst>
                                    <p:set>
                                      <p:cBhvr>
                                        <p:cTn id="21" dur="1" fill="hold">
                                          <p:stCondLst>
                                            <p:cond delay="0"/>
                                          </p:stCondLst>
                                        </p:cTn>
                                        <p:tgtEl>
                                          <p:spTgt spid="28"/>
                                        </p:tgtEl>
                                        <p:attrNameLst>
                                          <p:attrName>style.visibility</p:attrName>
                                        </p:attrNameLst>
                                      </p:cBhvr>
                                      <p:to>
                                        <p:strVal val="visible"/>
                                      </p:to>
                                    </p:set>
                                    <p:animEffect transition="in" filter="fade">
                                      <p:cBhvr>
                                        <p:cTn id="22" dur="750"/>
                                        <p:tgtEl>
                                          <p:spTgt spid="28"/>
                                        </p:tgtEl>
                                      </p:cBhvr>
                                    </p:animEffect>
                                    <p:anim calcmode="lin" valueType="num">
                                      <p:cBhvr>
                                        <p:cTn id="23" dur="750" fill="hold"/>
                                        <p:tgtEl>
                                          <p:spTgt spid="28"/>
                                        </p:tgtEl>
                                        <p:attrNameLst>
                                          <p:attrName>ppt_x</p:attrName>
                                        </p:attrNameLst>
                                      </p:cBhvr>
                                      <p:tavLst>
                                        <p:tav tm="0">
                                          <p:val>
                                            <p:strVal val="#ppt_x"/>
                                          </p:val>
                                        </p:tav>
                                        <p:tav tm="100000">
                                          <p:val>
                                            <p:strVal val="#ppt_x"/>
                                          </p:val>
                                        </p:tav>
                                      </p:tavLst>
                                    </p:anim>
                                    <p:anim calcmode="lin" valueType="num">
                                      <p:cBhvr>
                                        <p:cTn id="24" dur="750" fill="hold"/>
                                        <p:tgtEl>
                                          <p:spTgt spid="2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1000"/>
                                        <p:tgtEl>
                                          <p:spTgt spid="27"/>
                                        </p:tgtEl>
                                      </p:cBhvr>
                                    </p:animEffect>
                                    <p:anim calcmode="lin" valueType="num">
                                      <p:cBhvr>
                                        <p:cTn id="28" dur="1000" fill="hold"/>
                                        <p:tgtEl>
                                          <p:spTgt spid="27"/>
                                        </p:tgtEl>
                                        <p:attrNameLst>
                                          <p:attrName>ppt_x</p:attrName>
                                        </p:attrNameLst>
                                      </p:cBhvr>
                                      <p:tavLst>
                                        <p:tav tm="0">
                                          <p:val>
                                            <p:strVal val="#ppt_x"/>
                                          </p:val>
                                        </p:tav>
                                        <p:tav tm="100000">
                                          <p:val>
                                            <p:strVal val="#ppt_x"/>
                                          </p:val>
                                        </p:tav>
                                      </p:tavLst>
                                    </p:anim>
                                    <p:anim calcmode="lin" valueType="num">
                                      <p:cBhvr>
                                        <p:cTn id="29" dur="1000" fill="hold"/>
                                        <p:tgtEl>
                                          <p:spTgt spid="27"/>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1000"/>
                                        <p:tgtEl>
                                          <p:spTgt spid="29"/>
                                        </p:tgtEl>
                                      </p:cBhvr>
                                    </p:animEffect>
                                    <p:anim calcmode="lin" valueType="num">
                                      <p:cBhvr>
                                        <p:cTn id="33" dur="1000" fill="hold"/>
                                        <p:tgtEl>
                                          <p:spTgt spid="29"/>
                                        </p:tgtEl>
                                        <p:attrNameLst>
                                          <p:attrName>ppt_x</p:attrName>
                                        </p:attrNameLst>
                                      </p:cBhvr>
                                      <p:tavLst>
                                        <p:tav tm="0">
                                          <p:val>
                                            <p:strVal val="#ppt_x"/>
                                          </p:val>
                                        </p:tav>
                                        <p:tav tm="100000">
                                          <p:val>
                                            <p:strVal val="#ppt_x"/>
                                          </p:val>
                                        </p:tav>
                                      </p:tavLst>
                                    </p:anim>
                                    <p:anim calcmode="lin" valueType="num">
                                      <p:cBhvr>
                                        <p:cTn id="34" dur="1000" fill="hold"/>
                                        <p:tgtEl>
                                          <p:spTgt spid="29"/>
                                        </p:tgtEl>
                                        <p:attrNameLst>
                                          <p:attrName>ppt_y</p:attrName>
                                        </p:attrNameLst>
                                      </p:cBhvr>
                                      <p:tavLst>
                                        <p:tav tm="0">
                                          <p:val>
                                            <p:strVal val="#ppt_y+.1"/>
                                          </p:val>
                                        </p:tav>
                                        <p:tav tm="100000">
                                          <p:val>
                                            <p:strVal val="#ppt_y"/>
                                          </p:val>
                                        </p:tav>
                                      </p:tavLst>
                                    </p:anim>
                                  </p:childTnLst>
                                </p:cTn>
                              </p:par>
                            </p:childTnLst>
                          </p:cTn>
                        </p:par>
                        <p:par>
                          <p:cTn id="35" fill="hold">
                            <p:stCondLst>
                              <p:cond delay="1725"/>
                            </p:stCondLst>
                            <p:childTnLst>
                              <p:par>
                                <p:cTn id="36" presetID="47" presetClass="entr" presetSubtype="0" fill="hold" grpId="0" nodeType="afterEffect">
                                  <p:stCondLst>
                                    <p:cond delay="0"/>
                                  </p:stCondLst>
                                  <p:iterate type="lt">
                                    <p:tmPct val="10000"/>
                                  </p:iterate>
                                  <p:childTnLst>
                                    <p:set>
                                      <p:cBhvr>
                                        <p:cTn id="37" dur="1" fill="hold">
                                          <p:stCondLst>
                                            <p:cond delay="0"/>
                                          </p:stCondLst>
                                        </p:cTn>
                                        <p:tgtEl>
                                          <p:spTgt spid="30"/>
                                        </p:tgtEl>
                                        <p:attrNameLst>
                                          <p:attrName>style.visibility</p:attrName>
                                        </p:attrNameLst>
                                      </p:cBhvr>
                                      <p:to>
                                        <p:strVal val="visible"/>
                                      </p:to>
                                    </p:set>
                                    <p:animEffect transition="in" filter="fade">
                                      <p:cBhvr>
                                        <p:cTn id="38" dur="750"/>
                                        <p:tgtEl>
                                          <p:spTgt spid="30"/>
                                        </p:tgtEl>
                                      </p:cBhvr>
                                    </p:animEffect>
                                    <p:anim calcmode="lin" valueType="num">
                                      <p:cBhvr>
                                        <p:cTn id="39" dur="750" fill="hold"/>
                                        <p:tgtEl>
                                          <p:spTgt spid="30"/>
                                        </p:tgtEl>
                                        <p:attrNameLst>
                                          <p:attrName>ppt_x</p:attrName>
                                        </p:attrNameLst>
                                      </p:cBhvr>
                                      <p:tavLst>
                                        <p:tav tm="0">
                                          <p:val>
                                            <p:strVal val="#ppt_x"/>
                                          </p:val>
                                        </p:tav>
                                        <p:tav tm="100000">
                                          <p:val>
                                            <p:strVal val="#ppt_x"/>
                                          </p:val>
                                        </p:tav>
                                      </p:tavLst>
                                    </p:anim>
                                    <p:anim calcmode="lin" valueType="num">
                                      <p:cBhvr>
                                        <p:cTn id="40" dur="750" fill="hold"/>
                                        <p:tgtEl>
                                          <p:spTgt spid="3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1000"/>
                                        <p:tgtEl>
                                          <p:spTgt spid="31"/>
                                        </p:tgtEl>
                                      </p:cBhvr>
                                    </p:animEffect>
                                    <p:anim calcmode="lin" valueType="num">
                                      <p:cBhvr>
                                        <p:cTn id="44" dur="1000" fill="hold"/>
                                        <p:tgtEl>
                                          <p:spTgt spid="31"/>
                                        </p:tgtEl>
                                        <p:attrNameLst>
                                          <p:attrName>ppt_x</p:attrName>
                                        </p:attrNameLst>
                                      </p:cBhvr>
                                      <p:tavLst>
                                        <p:tav tm="0">
                                          <p:val>
                                            <p:strVal val="#ppt_x"/>
                                          </p:val>
                                        </p:tav>
                                        <p:tav tm="100000">
                                          <p:val>
                                            <p:strVal val="#ppt_x"/>
                                          </p:val>
                                        </p:tav>
                                      </p:tavLst>
                                    </p:anim>
                                    <p:anim calcmode="lin" valueType="num">
                                      <p:cBhvr>
                                        <p:cTn id="45"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6" grpId="0"/>
      <p:bldP spid="27" grpId="0"/>
      <p:bldP spid="28" grpId="0"/>
      <p:bldP spid="29" grpId="0"/>
      <p:bldP spid="30" grpId="0"/>
      <p:bldP spid="31" grpId="0"/>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 name="文本框 21"/>
          <p:cNvSpPr txBox="1"/>
          <p:nvPr>
            <p:custDataLst>
              <p:tags r:id="rId1"/>
            </p:custDataLst>
          </p:nvPr>
        </p:nvSpPr>
        <p:spPr>
          <a:xfrm>
            <a:off x="525145" y="1187450"/>
            <a:ext cx="4679315" cy="460375"/>
          </a:xfrm>
          <a:prstGeom prst="rect">
            <a:avLst/>
          </a:prstGeom>
          <a:noFill/>
        </p:spPr>
        <p:txBody>
          <a:bodyPr wrap="square" rtlCol="0">
            <a:spAutoFit/>
          </a:bodyPr>
          <a:lstStyle/>
          <a:p>
            <a:pPr algn="l"/>
            <a:r>
              <a:rPr lang="en-US" altLang="zh-CN" sz="2400" b="1" dirty="0">
                <a:solidFill>
                  <a:srgbClr val="404040"/>
                </a:solidFill>
                <a:cs typeface="+mn-ea"/>
                <a:sym typeface="+mn-lt"/>
              </a:rPr>
              <a:t>1.</a:t>
            </a:r>
            <a:r>
              <a:rPr lang="en-US" altLang="en-US" sz="2400" b="1" dirty="0">
                <a:solidFill>
                  <a:srgbClr val="404040"/>
                </a:solidFill>
                <a:cs typeface="+mn-ea"/>
                <a:sym typeface="+mn-lt"/>
              </a:rPr>
              <a:t> </a:t>
            </a:r>
            <a:r>
              <a:rPr lang="zh-CN" altLang="en-US" sz="2400" b="1" dirty="0">
                <a:solidFill>
                  <a:srgbClr val="404040"/>
                </a:solidFill>
                <a:cs typeface="+mn-ea"/>
                <a:sym typeface="+mn-lt"/>
              </a:rPr>
              <a:t>内容质量控制难度大</a:t>
            </a:r>
            <a:endParaRPr lang="zh-CN" altLang="en-US" sz="2400" b="1" dirty="0">
              <a:solidFill>
                <a:srgbClr val="404040"/>
              </a:solidFill>
              <a:cs typeface="+mn-ea"/>
              <a:sym typeface="+mn-lt"/>
            </a:endParaRPr>
          </a:p>
        </p:txBody>
      </p:sp>
      <p:sp>
        <p:nvSpPr>
          <p:cNvPr id="23" name="矩形 22"/>
          <p:cNvSpPr/>
          <p:nvPr>
            <p:custDataLst>
              <p:tags r:id="rId2"/>
            </p:custDataLst>
          </p:nvPr>
        </p:nvSpPr>
        <p:spPr>
          <a:xfrm>
            <a:off x="555625" y="1547495"/>
            <a:ext cx="8670925" cy="829945"/>
          </a:xfrm>
          <a:prstGeom prst="rect">
            <a:avLst/>
          </a:prstGeom>
        </p:spPr>
        <p:txBody>
          <a:bodyPr wrap="square">
            <a:spAutoFit/>
          </a:bodyPr>
          <a:lstStyle/>
          <a:p>
            <a:pPr>
              <a:lnSpc>
                <a:spcPct val="150000"/>
              </a:lnSpc>
            </a:pPr>
            <a:r>
              <a:rPr lang="zh-CN" altLang="en-US" sz="1600" dirty="0">
                <a:solidFill>
                  <a:srgbClr val="404040"/>
                </a:solidFill>
                <a:cs typeface="+mn-ea"/>
                <a:sym typeface="+mn-lt"/>
              </a:rPr>
              <a:t>用户上传的内容可能存在重复、错误或不规范的情况，需要建立审核与管理机制。</a:t>
            </a:r>
            <a:endParaRPr lang="zh-CN" altLang="en-US" sz="1600" dirty="0">
              <a:solidFill>
                <a:srgbClr val="404040"/>
              </a:solidFill>
              <a:cs typeface="+mn-ea"/>
              <a:sym typeface="+mn-lt"/>
            </a:endParaRPr>
          </a:p>
          <a:p>
            <a:pPr>
              <a:lnSpc>
                <a:spcPct val="150000"/>
              </a:lnSpc>
            </a:pPr>
            <a:r>
              <a:rPr lang="zh-CN" altLang="en-US" sz="1600" dirty="0">
                <a:solidFill>
                  <a:srgbClr val="404040"/>
                </a:solidFill>
                <a:cs typeface="+mn-ea"/>
                <a:sym typeface="+mn-lt"/>
              </a:rPr>
              <a:t>虚假信息或低质量内容的传播会影响用户体验和平台信誉。</a:t>
            </a:r>
            <a:endParaRPr lang="zh-CN" altLang="en-US" sz="1600" dirty="0">
              <a:solidFill>
                <a:srgbClr val="404040"/>
              </a:solidFill>
              <a:cs typeface="+mn-ea"/>
              <a:sym typeface="+mn-lt"/>
            </a:endParaRPr>
          </a:p>
        </p:txBody>
      </p:sp>
      <p:sp>
        <p:nvSpPr>
          <p:cNvPr id="24" name="文本框 23"/>
          <p:cNvSpPr txBox="1"/>
          <p:nvPr>
            <p:custDataLst>
              <p:tags r:id="rId3"/>
            </p:custDataLst>
          </p:nvPr>
        </p:nvSpPr>
        <p:spPr>
          <a:xfrm>
            <a:off x="525145" y="2348865"/>
            <a:ext cx="4761230" cy="460375"/>
          </a:xfrm>
          <a:prstGeom prst="rect">
            <a:avLst/>
          </a:prstGeom>
          <a:noFill/>
        </p:spPr>
        <p:txBody>
          <a:bodyPr wrap="square" rtlCol="0">
            <a:spAutoFit/>
          </a:bodyPr>
          <a:lstStyle/>
          <a:p>
            <a:pPr algn="l"/>
            <a:r>
              <a:rPr lang="en-US" altLang="zh-CN" sz="2400" b="1" dirty="0">
                <a:solidFill>
                  <a:srgbClr val="404040"/>
                </a:solidFill>
                <a:cs typeface="+mn-ea"/>
                <a:sym typeface="+mn-lt"/>
              </a:rPr>
              <a:t>2.</a:t>
            </a:r>
            <a:r>
              <a:rPr lang="en-US" altLang="en-US" sz="2400" b="1" dirty="0">
                <a:solidFill>
                  <a:srgbClr val="404040"/>
                </a:solidFill>
                <a:cs typeface="+mn-ea"/>
                <a:sym typeface="+mn-lt"/>
              </a:rPr>
              <a:t> </a:t>
            </a:r>
            <a:r>
              <a:rPr lang="zh-CN" altLang="en-US" sz="2400" b="1" dirty="0">
                <a:solidFill>
                  <a:srgbClr val="404040"/>
                </a:solidFill>
                <a:cs typeface="+mn-ea"/>
                <a:sym typeface="+mn-lt"/>
              </a:rPr>
              <a:t>版权与合规风险</a:t>
            </a:r>
            <a:endParaRPr lang="zh-CN" altLang="en-US" sz="2400" b="1" dirty="0">
              <a:solidFill>
                <a:srgbClr val="404040"/>
              </a:solidFill>
              <a:cs typeface="+mn-ea"/>
              <a:sym typeface="+mn-lt"/>
            </a:endParaRPr>
          </a:p>
        </p:txBody>
      </p:sp>
      <p:sp>
        <p:nvSpPr>
          <p:cNvPr id="25" name="矩形 24"/>
          <p:cNvSpPr/>
          <p:nvPr>
            <p:custDataLst>
              <p:tags r:id="rId4"/>
            </p:custDataLst>
          </p:nvPr>
        </p:nvSpPr>
        <p:spPr>
          <a:xfrm>
            <a:off x="498475" y="2780030"/>
            <a:ext cx="7133590" cy="829945"/>
          </a:xfrm>
          <a:prstGeom prst="rect">
            <a:avLst/>
          </a:prstGeom>
        </p:spPr>
        <p:txBody>
          <a:bodyPr wrap="square">
            <a:spAutoFit/>
          </a:bodyPr>
          <a:lstStyle/>
          <a:p>
            <a:pPr>
              <a:lnSpc>
                <a:spcPct val="150000"/>
              </a:lnSpc>
            </a:pPr>
            <a:r>
              <a:rPr lang="zh-CN" altLang="en-US" sz="1600" dirty="0">
                <a:solidFill>
                  <a:srgbClr val="404040"/>
                </a:solidFill>
                <a:cs typeface="+mn-ea"/>
                <a:sym typeface="+mn-lt"/>
              </a:rPr>
              <a:t>涉及考试试卷、课件等内容时，可能引发版权争议。需注意与学校政策的协调，避免因泄题等问题引起校方干预。。</a:t>
            </a:r>
            <a:endParaRPr lang="zh-CN" altLang="en-US" sz="1600" dirty="0">
              <a:solidFill>
                <a:srgbClr val="404040"/>
              </a:solidFill>
              <a:cs typeface="+mn-ea"/>
              <a:sym typeface="+mn-lt"/>
            </a:endParaRPr>
          </a:p>
        </p:txBody>
      </p:sp>
      <p:sp>
        <p:nvSpPr>
          <p:cNvPr id="26" name="文本框 25"/>
          <p:cNvSpPr txBox="1"/>
          <p:nvPr>
            <p:custDataLst>
              <p:tags r:id="rId5"/>
            </p:custDataLst>
          </p:nvPr>
        </p:nvSpPr>
        <p:spPr>
          <a:xfrm>
            <a:off x="525145" y="3509645"/>
            <a:ext cx="4883785" cy="460375"/>
          </a:xfrm>
          <a:prstGeom prst="rect">
            <a:avLst/>
          </a:prstGeom>
          <a:noFill/>
        </p:spPr>
        <p:txBody>
          <a:bodyPr wrap="square" rtlCol="0">
            <a:spAutoFit/>
          </a:bodyPr>
          <a:lstStyle/>
          <a:p>
            <a:pPr algn="l"/>
            <a:r>
              <a:rPr lang="en-US" altLang="zh-CN" sz="2400" b="1" dirty="0">
                <a:solidFill>
                  <a:srgbClr val="404040"/>
                </a:solidFill>
                <a:cs typeface="+mn-ea"/>
                <a:sym typeface="+mn-lt"/>
              </a:rPr>
              <a:t>3.</a:t>
            </a:r>
            <a:r>
              <a:rPr lang="en-US" altLang="en-US" sz="2400" b="1" dirty="0">
                <a:solidFill>
                  <a:srgbClr val="404040"/>
                </a:solidFill>
                <a:cs typeface="+mn-ea"/>
                <a:sym typeface="+mn-lt"/>
              </a:rPr>
              <a:t> </a:t>
            </a:r>
            <a:r>
              <a:rPr lang="zh-CN" altLang="en-US" sz="2400" b="1" dirty="0">
                <a:solidFill>
                  <a:srgbClr val="404040"/>
                </a:solidFill>
                <a:cs typeface="+mn-ea"/>
                <a:sym typeface="+mn-lt"/>
              </a:rPr>
              <a:t>用户活跃度依赖性强</a:t>
            </a:r>
            <a:endParaRPr lang="zh-CN" altLang="en-US" sz="2400" b="1" dirty="0">
              <a:solidFill>
                <a:srgbClr val="404040"/>
              </a:solidFill>
              <a:cs typeface="+mn-ea"/>
              <a:sym typeface="+mn-lt"/>
            </a:endParaRPr>
          </a:p>
        </p:txBody>
      </p:sp>
      <p:sp>
        <p:nvSpPr>
          <p:cNvPr id="27" name="矩形 26"/>
          <p:cNvSpPr/>
          <p:nvPr>
            <p:custDataLst>
              <p:tags r:id="rId6"/>
            </p:custDataLst>
          </p:nvPr>
        </p:nvSpPr>
        <p:spPr>
          <a:xfrm>
            <a:off x="498475" y="3940810"/>
            <a:ext cx="8150860" cy="829945"/>
          </a:xfrm>
          <a:prstGeom prst="rect">
            <a:avLst/>
          </a:prstGeom>
        </p:spPr>
        <p:txBody>
          <a:bodyPr wrap="square">
            <a:spAutoFit/>
          </a:bodyPr>
          <a:lstStyle/>
          <a:p>
            <a:pPr>
              <a:lnSpc>
                <a:spcPct val="150000"/>
              </a:lnSpc>
            </a:pPr>
            <a:r>
              <a:rPr lang="zh-CN" altLang="en-US" sz="1600" dirty="0">
                <a:solidFill>
                  <a:srgbClr val="404040"/>
                </a:solidFill>
                <a:cs typeface="+mn-ea"/>
                <a:sym typeface="+mn-lt"/>
              </a:rPr>
              <a:t>平台的核心在于用户主动上传和互动，若内容更新不及时或互动氛围不浓，容易导致用户流失。</a:t>
            </a:r>
            <a:endParaRPr lang="zh-CN" altLang="en-US" sz="1600" dirty="0">
              <a:solidFill>
                <a:srgbClr val="404040"/>
              </a:solidFill>
              <a:cs typeface="+mn-ea"/>
              <a:sym typeface="+mn-lt"/>
            </a:endParaRPr>
          </a:p>
        </p:txBody>
      </p:sp>
      <p:pic>
        <p:nvPicPr>
          <p:cNvPr id="32" name="图片 31"/>
          <p:cNvPicPr>
            <a:picLocks noChangeAspect="1"/>
          </p:cNvPicPr>
          <p:nvPr/>
        </p:nvPicPr>
        <p:blipFill>
          <a:blip r:embed="rId7" cstate="print">
            <a:extLst>
              <a:ext uri="{28A0092B-C50C-407E-A947-70E740481C1C}">
                <a14:useLocalDpi xmlns:a14="http://schemas.microsoft.com/office/drawing/2010/main" val="0"/>
              </a:ext>
            </a:extLst>
          </a:blip>
          <a:srcRect l="5982" t="1580" r="5982" b="5492"/>
          <a:stretch>
            <a:fillRect/>
          </a:stretch>
        </p:blipFill>
        <p:spPr>
          <a:xfrm>
            <a:off x="9404105" y="804859"/>
            <a:ext cx="2181844" cy="3454665"/>
          </a:xfrm>
          <a:custGeom>
            <a:avLst/>
            <a:gdLst>
              <a:gd name="connsiteX0" fmla="*/ 0 w 2181844"/>
              <a:gd name="connsiteY0" fmla="*/ 0 h 3454665"/>
              <a:gd name="connsiteX1" fmla="*/ 2181844 w 2181844"/>
              <a:gd name="connsiteY1" fmla="*/ 0 h 3454665"/>
              <a:gd name="connsiteX2" fmla="*/ 2181844 w 2181844"/>
              <a:gd name="connsiteY2" fmla="*/ 3454665 h 3454665"/>
              <a:gd name="connsiteX3" fmla="*/ 0 w 2181844"/>
              <a:gd name="connsiteY3" fmla="*/ 3454665 h 3454665"/>
            </a:gdLst>
            <a:ahLst/>
            <a:cxnLst>
              <a:cxn ang="0">
                <a:pos x="connsiteX0" y="connsiteY0"/>
              </a:cxn>
              <a:cxn ang="0">
                <a:pos x="connsiteX1" y="connsiteY1"/>
              </a:cxn>
              <a:cxn ang="0">
                <a:pos x="connsiteX2" y="connsiteY2"/>
              </a:cxn>
              <a:cxn ang="0">
                <a:pos x="connsiteX3" y="connsiteY3"/>
              </a:cxn>
            </a:cxnLst>
            <a:rect l="l" t="t" r="r" b="b"/>
            <a:pathLst>
              <a:path w="2181844" h="3454665">
                <a:moveTo>
                  <a:pt x="0" y="0"/>
                </a:moveTo>
                <a:lnTo>
                  <a:pt x="2181844" y="0"/>
                </a:lnTo>
                <a:lnTo>
                  <a:pt x="2181844" y="3454665"/>
                </a:lnTo>
                <a:lnTo>
                  <a:pt x="0" y="3454665"/>
                </a:lnTo>
                <a:close/>
              </a:path>
            </a:pathLst>
          </a:custGeom>
        </p:spPr>
      </p:pic>
      <p:sp>
        <p:nvSpPr>
          <p:cNvPr id="33" name="矩形 32"/>
          <p:cNvSpPr/>
          <p:nvPr/>
        </p:nvSpPr>
        <p:spPr>
          <a:xfrm>
            <a:off x="533400" y="22225"/>
            <a:ext cx="1691005" cy="58547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9226550" y="5046980"/>
            <a:ext cx="6096000" cy="1198880"/>
          </a:xfrm>
          <a:prstGeom prst="rect">
            <a:avLst/>
          </a:prstGeom>
          <a:noFill/>
        </p:spPr>
        <p:txBody>
          <a:bodyPr wrap="square" rtlCol="0" anchor="t">
            <a:spAutoFit/>
          </a:bodyPr>
          <a:p>
            <a:r>
              <a:rPr lang="zh-CN" altLang="en-US" sz="7200" b="1">
                <a:solidFill>
                  <a:schemeClr val="accent1"/>
                </a:solidFill>
                <a:effectLst>
                  <a:outerShdw blurRad="38100" dist="25400" dir="5400000" algn="ctr" rotWithShape="0">
                    <a:srgbClr val="6E747A">
                      <a:alpha val="43000"/>
                    </a:srgbClr>
                  </a:outerShdw>
                </a:effectLst>
                <a:sym typeface="+mn-ea"/>
                <a:hlinkClick r:id="rId8" action="ppaction://hlinksldjump"/>
              </a:rPr>
              <a:t>返回</a:t>
            </a:r>
            <a:endParaRPr lang="zh-CN" altLang="en-US" sz="7200" b="1">
              <a:solidFill>
                <a:schemeClr val="accent1"/>
              </a:solidFill>
              <a:effectLst>
                <a:outerShdw blurRad="38100" dist="25400" dir="5400000" algn="ctr" rotWithShape="0">
                  <a:srgbClr val="6E747A">
                    <a:alpha val="43000"/>
                  </a:srgbClr>
                </a:outerShdw>
              </a:effectLst>
              <a:sym typeface="+mn-ea"/>
              <a:hlinkClick r:id="rId8" action="ppaction://hlinksldjump"/>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iterate type="lt">
                                    <p:tmPct val="10000"/>
                                  </p:iterate>
                                  <p:childTnLst>
                                    <p:set>
                                      <p:cBhvr>
                                        <p:cTn id="6" dur="1" fill="hold">
                                          <p:stCondLst>
                                            <p:cond delay="0"/>
                                          </p:stCondLst>
                                        </p:cTn>
                                        <p:tgtEl>
                                          <p:spTgt spid="22"/>
                                        </p:tgtEl>
                                        <p:attrNameLst>
                                          <p:attrName>style.visibility</p:attrName>
                                        </p:attrNameLst>
                                      </p:cBhvr>
                                      <p:to>
                                        <p:strVal val="visible"/>
                                      </p:to>
                                    </p:set>
                                    <p:animEffect transition="in" filter="fade">
                                      <p:cBhvr>
                                        <p:cTn id="7" dur="750"/>
                                        <p:tgtEl>
                                          <p:spTgt spid="22"/>
                                        </p:tgtEl>
                                      </p:cBhvr>
                                    </p:animEffect>
                                    <p:anim calcmode="lin" valueType="num">
                                      <p:cBhvr>
                                        <p:cTn id="8" dur="750" fill="hold"/>
                                        <p:tgtEl>
                                          <p:spTgt spid="22"/>
                                        </p:tgtEl>
                                        <p:attrNameLst>
                                          <p:attrName>ppt_x</p:attrName>
                                        </p:attrNameLst>
                                      </p:cBhvr>
                                      <p:tavLst>
                                        <p:tav tm="0">
                                          <p:val>
                                            <p:strVal val="#ppt_x"/>
                                          </p:val>
                                        </p:tav>
                                        <p:tav tm="100000">
                                          <p:val>
                                            <p:strVal val="#ppt_x"/>
                                          </p:val>
                                        </p:tav>
                                      </p:tavLst>
                                    </p:anim>
                                    <p:anim calcmode="lin" valueType="num">
                                      <p:cBhvr>
                                        <p:cTn id="9" dur="750" fill="hold"/>
                                        <p:tgtEl>
                                          <p:spTgt spid="2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1000"/>
                                        <p:tgtEl>
                                          <p:spTgt spid="23"/>
                                        </p:tgtEl>
                                      </p:cBhvr>
                                    </p:animEffect>
                                    <p:anim calcmode="lin" valueType="num">
                                      <p:cBhvr>
                                        <p:cTn id="13" dur="1000" fill="hold"/>
                                        <p:tgtEl>
                                          <p:spTgt spid="23"/>
                                        </p:tgtEl>
                                        <p:attrNameLst>
                                          <p:attrName>ppt_x</p:attrName>
                                        </p:attrNameLst>
                                      </p:cBhvr>
                                      <p:tavLst>
                                        <p:tav tm="0">
                                          <p:val>
                                            <p:strVal val="#ppt_x"/>
                                          </p:val>
                                        </p:tav>
                                        <p:tav tm="100000">
                                          <p:val>
                                            <p:strVal val="#ppt_x"/>
                                          </p:val>
                                        </p:tav>
                                      </p:tavLst>
                                    </p:anim>
                                    <p:anim calcmode="lin" valueType="num">
                                      <p:cBhvr>
                                        <p:cTn id="14" dur="1000" fill="hold"/>
                                        <p:tgtEl>
                                          <p:spTgt spid="23"/>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iterate type="lt">
                                    <p:tmPct val="10000"/>
                                  </p:iterate>
                                  <p:childTnLst>
                                    <p:set>
                                      <p:cBhvr>
                                        <p:cTn id="16" dur="1" fill="hold">
                                          <p:stCondLst>
                                            <p:cond delay="0"/>
                                          </p:stCondLst>
                                        </p:cTn>
                                        <p:tgtEl>
                                          <p:spTgt spid="24"/>
                                        </p:tgtEl>
                                        <p:attrNameLst>
                                          <p:attrName>style.visibility</p:attrName>
                                        </p:attrNameLst>
                                      </p:cBhvr>
                                      <p:to>
                                        <p:strVal val="visible"/>
                                      </p:to>
                                    </p:set>
                                    <p:animEffect transition="in" filter="fade">
                                      <p:cBhvr>
                                        <p:cTn id="17" dur="750"/>
                                        <p:tgtEl>
                                          <p:spTgt spid="24"/>
                                        </p:tgtEl>
                                      </p:cBhvr>
                                    </p:animEffect>
                                    <p:anim calcmode="lin" valueType="num">
                                      <p:cBhvr>
                                        <p:cTn id="18" dur="750" fill="hold"/>
                                        <p:tgtEl>
                                          <p:spTgt spid="24"/>
                                        </p:tgtEl>
                                        <p:attrNameLst>
                                          <p:attrName>ppt_x</p:attrName>
                                        </p:attrNameLst>
                                      </p:cBhvr>
                                      <p:tavLst>
                                        <p:tav tm="0">
                                          <p:val>
                                            <p:strVal val="#ppt_x"/>
                                          </p:val>
                                        </p:tav>
                                        <p:tav tm="100000">
                                          <p:val>
                                            <p:strVal val="#ppt_x"/>
                                          </p:val>
                                        </p:tav>
                                      </p:tavLst>
                                    </p:anim>
                                    <p:anim calcmode="lin" valueType="num">
                                      <p:cBhvr>
                                        <p:cTn id="19" dur="750" fill="hold"/>
                                        <p:tgtEl>
                                          <p:spTgt spid="24"/>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iterate type="lt">
                                    <p:tmPct val="10000"/>
                                  </p:iterate>
                                  <p:childTnLst>
                                    <p:set>
                                      <p:cBhvr>
                                        <p:cTn id="21" dur="1" fill="hold">
                                          <p:stCondLst>
                                            <p:cond delay="0"/>
                                          </p:stCondLst>
                                        </p:cTn>
                                        <p:tgtEl>
                                          <p:spTgt spid="26"/>
                                        </p:tgtEl>
                                        <p:attrNameLst>
                                          <p:attrName>style.visibility</p:attrName>
                                        </p:attrNameLst>
                                      </p:cBhvr>
                                      <p:to>
                                        <p:strVal val="visible"/>
                                      </p:to>
                                    </p:set>
                                    <p:animEffect transition="in" filter="fade">
                                      <p:cBhvr>
                                        <p:cTn id="22" dur="750"/>
                                        <p:tgtEl>
                                          <p:spTgt spid="26"/>
                                        </p:tgtEl>
                                      </p:cBhvr>
                                    </p:animEffect>
                                    <p:anim calcmode="lin" valueType="num">
                                      <p:cBhvr>
                                        <p:cTn id="23" dur="750" fill="hold"/>
                                        <p:tgtEl>
                                          <p:spTgt spid="26"/>
                                        </p:tgtEl>
                                        <p:attrNameLst>
                                          <p:attrName>ppt_x</p:attrName>
                                        </p:attrNameLst>
                                      </p:cBhvr>
                                      <p:tavLst>
                                        <p:tav tm="0">
                                          <p:val>
                                            <p:strVal val="#ppt_x"/>
                                          </p:val>
                                        </p:tav>
                                        <p:tav tm="100000">
                                          <p:val>
                                            <p:strVal val="#ppt_x"/>
                                          </p:val>
                                        </p:tav>
                                      </p:tavLst>
                                    </p:anim>
                                    <p:anim calcmode="lin" valueType="num">
                                      <p:cBhvr>
                                        <p:cTn id="24" dur="750" fill="hold"/>
                                        <p:tgtEl>
                                          <p:spTgt spid="2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1000"/>
                                        <p:tgtEl>
                                          <p:spTgt spid="25"/>
                                        </p:tgtEl>
                                      </p:cBhvr>
                                    </p:animEffect>
                                    <p:anim calcmode="lin" valueType="num">
                                      <p:cBhvr>
                                        <p:cTn id="28" dur="1000" fill="hold"/>
                                        <p:tgtEl>
                                          <p:spTgt spid="25"/>
                                        </p:tgtEl>
                                        <p:attrNameLst>
                                          <p:attrName>ppt_x</p:attrName>
                                        </p:attrNameLst>
                                      </p:cBhvr>
                                      <p:tavLst>
                                        <p:tav tm="0">
                                          <p:val>
                                            <p:strVal val="#ppt_x"/>
                                          </p:val>
                                        </p:tav>
                                        <p:tav tm="100000">
                                          <p:val>
                                            <p:strVal val="#ppt_x"/>
                                          </p:val>
                                        </p:tav>
                                      </p:tavLst>
                                    </p:anim>
                                    <p:anim calcmode="lin" valueType="num">
                                      <p:cBhvr>
                                        <p:cTn id="29" dur="1000" fill="hold"/>
                                        <p:tgtEl>
                                          <p:spTgt spid="2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1000"/>
                                        <p:tgtEl>
                                          <p:spTgt spid="27"/>
                                        </p:tgtEl>
                                      </p:cBhvr>
                                    </p:animEffect>
                                    <p:anim calcmode="lin" valueType="num">
                                      <p:cBhvr>
                                        <p:cTn id="33" dur="1000" fill="hold"/>
                                        <p:tgtEl>
                                          <p:spTgt spid="27"/>
                                        </p:tgtEl>
                                        <p:attrNameLst>
                                          <p:attrName>ppt_x</p:attrName>
                                        </p:attrNameLst>
                                      </p:cBhvr>
                                      <p:tavLst>
                                        <p:tav tm="0">
                                          <p:val>
                                            <p:strVal val="#ppt_x"/>
                                          </p:val>
                                        </p:tav>
                                        <p:tav tm="100000">
                                          <p:val>
                                            <p:strVal val="#ppt_x"/>
                                          </p:val>
                                        </p:tav>
                                      </p:tavLst>
                                    </p:anim>
                                    <p:anim calcmode="lin" valueType="num">
                                      <p:cBhvr>
                                        <p:cTn id="3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 name="文本框 21"/>
          <p:cNvSpPr txBox="1"/>
          <p:nvPr>
            <p:custDataLst>
              <p:tags r:id="rId1"/>
            </p:custDataLst>
          </p:nvPr>
        </p:nvSpPr>
        <p:spPr>
          <a:xfrm>
            <a:off x="525145" y="1187450"/>
            <a:ext cx="4679315" cy="460375"/>
          </a:xfrm>
          <a:prstGeom prst="rect">
            <a:avLst/>
          </a:prstGeom>
          <a:noFill/>
        </p:spPr>
        <p:txBody>
          <a:bodyPr wrap="square" rtlCol="0">
            <a:spAutoFit/>
          </a:bodyPr>
          <a:lstStyle/>
          <a:p>
            <a:pPr algn="l"/>
            <a:r>
              <a:rPr lang="en-US" altLang="zh-CN" sz="2400" b="1" dirty="0">
                <a:solidFill>
                  <a:srgbClr val="404040"/>
                </a:solidFill>
                <a:cs typeface="+mn-ea"/>
                <a:sym typeface="+mn-lt"/>
              </a:rPr>
              <a:t>1.</a:t>
            </a:r>
            <a:r>
              <a:rPr lang="en-US" altLang="en-US" sz="2400" b="1" dirty="0">
                <a:solidFill>
                  <a:srgbClr val="404040"/>
                </a:solidFill>
                <a:cs typeface="+mn-ea"/>
                <a:sym typeface="+mn-lt"/>
              </a:rPr>
              <a:t> </a:t>
            </a:r>
            <a:r>
              <a:rPr lang="zh-CN" altLang="en-US" sz="2400" b="1" dirty="0">
                <a:solidFill>
                  <a:srgbClr val="404040"/>
                </a:solidFill>
                <a:cs typeface="+mn-ea"/>
                <a:sym typeface="+mn-lt"/>
              </a:rPr>
              <a:t>需求大</a:t>
            </a:r>
            <a:endParaRPr lang="zh-CN" altLang="en-US" sz="2400" b="1" dirty="0">
              <a:solidFill>
                <a:srgbClr val="404040"/>
              </a:solidFill>
              <a:cs typeface="+mn-ea"/>
              <a:sym typeface="+mn-lt"/>
            </a:endParaRPr>
          </a:p>
        </p:txBody>
      </p:sp>
      <p:sp>
        <p:nvSpPr>
          <p:cNvPr id="23" name="矩形 22"/>
          <p:cNvSpPr/>
          <p:nvPr>
            <p:custDataLst>
              <p:tags r:id="rId2"/>
            </p:custDataLst>
          </p:nvPr>
        </p:nvSpPr>
        <p:spPr>
          <a:xfrm>
            <a:off x="555625" y="1547495"/>
            <a:ext cx="8670925" cy="829945"/>
          </a:xfrm>
          <a:prstGeom prst="rect">
            <a:avLst/>
          </a:prstGeom>
        </p:spPr>
        <p:txBody>
          <a:bodyPr wrap="square">
            <a:spAutoFit/>
          </a:bodyPr>
          <a:lstStyle/>
          <a:p>
            <a:pPr>
              <a:lnSpc>
                <a:spcPct val="150000"/>
              </a:lnSpc>
            </a:pPr>
            <a:r>
              <a:rPr lang="zh-CN" altLang="en-US" sz="1600" dirty="0">
                <a:solidFill>
                  <a:srgbClr val="404040"/>
                </a:solidFill>
                <a:cs typeface="+mn-ea"/>
                <a:sym typeface="+mn-lt"/>
              </a:rPr>
              <a:t>目前社会上高中到大学的信息差巨大，新生获取专业信息、就业风口、学习资料等高质量资源的渠道零散，</a:t>
            </a:r>
            <a:r>
              <a:rPr lang="en-US" altLang="zh-CN" sz="1600" dirty="0">
                <a:solidFill>
                  <a:srgbClr val="404040"/>
                </a:solidFill>
                <a:cs typeface="+mn-ea"/>
                <a:sym typeface="+mn-lt"/>
              </a:rPr>
              <a:t> </a:t>
            </a:r>
            <a:r>
              <a:rPr lang="zh-CN" altLang="en-US" sz="1600" dirty="0">
                <a:solidFill>
                  <a:srgbClr val="404040"/>
                </a:solidFill>
                <a:cs typeface="+mn-ea"/>
                <a:sym typeface="+mn-lt"/>
              </a:rPr>
              <a:t>渴望有可信有经验的过来人的指导。</a:t>
            </a:r>
            <a:endParaRPr lang="zh-CN" altLang="en-US" sz="1600" dirty="0">
              <a:solidFill>
                <a:srgbClr val="404040"/>
              </a:solidFill>
              <a:cs typeface="+mn-ea"/>
              <a:sym typeface="+mn-lt"/>
            </a:endParaRPr>
          </a:p>
        </p:txBody>
      </p:sp>
      <p:sp>
        <p:nvSpPr>
          <p:cNvPr id="24" name="文本框 23"/>
          <p:cNvSpPr txBox="1"/>
          <p:nvPr>
            <p:custDataLst>
              <p:tags r:id="rId3"/>
            </p:custDataLst>
          </p:nvPr>
        </p:nvSpPr>
        <p:spPr>
          <a:xfrm>
            <a:off x="525145" y="2348865"/>
            <a:ext cx="4761230" cy="460375"/>
          </a:xfrm>
          <a:prstGeom prst="rect">
            <a:avLst/>
          </a:prstGeom>
          <a:noFill/>
        </p:spPr>
        <p:txBody>
          <a:bodyPr wrap="square" rtlCol="0">
            <a:spAutoFit/>
          </a:bodyPr>
          <a:lstStyle/>
          <a:p>
            <a:pPr algn="l"/>
            <a:r>
              <a:rPr lang="en-US" altLang="zh-CN" sz="2400" b="1" dirty="0">
                <a:solidFill>
                  <a:srgbClr val="404040"/>
                </a:solidFill>
                <a:cs typeface="+mn-ea"/>
                <a:sym typeface="+mn-lt"/>
              </a:rPr>
              <a:t>2.</a:t>
            </a:r>
            <a:r>
              <a:rPr lang="en-US" altLang="en-US" sz="2400" b="1" dirty="0">
                <a:solidFill>
                  <a:srgbClr val="404040"/>
                </a:solidFill>
                <a:cs typeface="+mn-ea"/>
                <a:sym typeface="+mn-lt"/>
              </a:rPr>
              <a:t> </a:t>
            </a:r>
            <a:r>
              <a:rPr lang="zh-CN" altLang="en-US" sz="2400" b="1" dirty="0">
                <a:solidFill>
                  <a:srgbClr val="404040"/>
                </a:solidFill>
                <a:cs typeface="+mn-ea"/>
                <a:sym typeface="+mn-lt"/>
              </a:rPr>
              <a:t>骗子多</a:t>
            </a:r>
            <a:endParaRPr lang="zh-CN" altLang="en-US" sz="2400" b="1" dirty="0">
              <a:solidFill>
                <a:srgbClr val="404040"/>
              </a:solidFill>
              <a:cs typeface="+mn-ea"/>
              <a:sym typeface="+mn-lt"/>
            </a:endParaRPr>
          </a:p>
        </p:txBody>
      </p:sp>
      <p:sp>
        <p:nvSpPr>
          <p:cNvPr id="25" name="矩形 24"/>
          <p:cNvSpPr/>
          <p:nvPr>
            <p:custDataLst>
              <p:tags r:id="rId4"/>
            </p:custDataLst>
          </p:nvPr>
        </p:nvSpPr>
        <p:spPr>
          <a:xfrm>
            <a:off x="498475" y="2780030"/>
            <a:ext cx="7133590" cy="829945"/>
          </a:xfrm>
          <a:prstGeom prst="rect">
            <a:avLst/>
          </a:prstGeom>
        </p:spPr>
        <p:txBody>
          <a:bodyPr wrap="square">
            <a:spAutoFit/>
          </a:bodyPr>
          <a:lstStyle/>
          <a:p>
            <a:pPr>
              <a:lnSpc>
                <a:spcPct val="150000"/>
              </a:lnSpc>
            </a:pPr>
            <a:r>
              <a:rPr lang="zh-CN" altLang="en-US" sz="1600" dirty="0">
                <a:solidFill>
                  <a:srgbClr val="404040"/>
                </a:solidFill>
                <a:cs typeface="+mn-ea"/>
                <a:sym typeface="+mn-lt"/>
              </a:rPr>
              <a:t>网络上的经验方法缺乏交流沉淀，且涉及广泛真假难辨。缺乏一个权威专业的平台来整合管理这些信息，同时打击虚假和不良信息。</a:t>
            </a:r>
            <a:endParaRPr lang="zh-CN" altLang="en-US" sz="1600" dirty="0">
              <a:solidFill>
                <a:srgbClr val="404040"/>
              </a:solidFill>
              <a:cs typeface="+mn-ea"/>
              <a:sym typeface="+mn-lt"/>
            </a:endParaRPr>
          </a:p>
        </p:txBody>
      </p:sp>
      <p:sp>
        <p:nvSpPr>
          <p:cNvPr id="26" name="文本框 25"/>
          <p:cNvSpPr txBox="1"/>
          <p:nvPr>
            <p:custDataLst>
              <p:tags r:id="rId5"/>
            </p:custDataLst>
          </p:nvPr>
        </p:nvSpPr>
        <p:spPr>
          <a:xfrm>
            <a:off x="525145" y="3509645"/>
            <a:ext cx="4883785" cy="460375"/>
          </a:xfrm>
          <a:prstGeom prst="rect">
            <a:avLst/>
          </a:prstGeom>
          <a:noFill/>
        </p:spPr>
        <p:txBody>
          <a:bodyPr wrap="square" rtlCol="0">
            <a:spAutoFit/>
          </a:bodyPr>
          <a:lstStyle/>
          <a:p>
            <a:pPr algn="l"/>
            <a:r>
              <a:rPr lang="en-US" altLang="zh-CN" sz="2400" b="1" dirty="0">
                <a:solidFill>
                  <a:srgbClr val="404040"/>
                </a:solidFill>
                <a:cs typeface="+mn-ea"/>
                <a:sym typeface="+mn-lt"/>
              </a:rPr>
              <a:t>3.</a:t>
            </a:r>
            <a:r>
              <a:rPr lang="en-US" altLang="en-US" sz="2400" b="1" dirty="0">
                <a:solidFill>
                  <a:srgbClr val="404040"/>
                </a:solidFill>
                <a:cs typeface="+mn-ea"/>
                <a:sym typeface="+mn-lt"/>
              </a:rPr>
              <a:t> </a:t>
            </a:r>
            <a:r>
              <a:rPr lang="zh-CN" altLang="en-US" sz="2400" b="1" dirty="0">
                <a:solidFill>
                  <a:srgbClr val="404040"/>
                </a:solidFill>
                <a:cs typeface="+mn-ea"/>
                <a:sym typeface="+mn-lt"/>
              </a:rPr>
              <a:t>指向弱</a:t>
            </a:r>
            <a:endParaRPr lang="zh-CN" altLang="en-US" sz="2400" b="1" dirty="0">
              <a:solidFill>
                <a:srgbClr val="404040"/>
              </a:solidFill>
              <a:cs typeface="+mn-ea"/>
              <a:sym typeface="+mn-lt"/>
            </a:endParaRPr>
          </a:p>
        </p:txBody>
      </p:sp>
      <p:sp>
        <p:nvSpPr>
          <p:cNvPr id="27" name="矩形 26"/>
          <p:cNvSpPr/>
          <p:nvPr>
            <p:custDataLst>
              <p:tags r:id="rId6"/>
            </p:custDataLst>
          </p:nvPr>
        </p:nvSpPr>
        <p:spPr>
          <a:xfrm>
            <a:off x="498475" y="3940810"/>
            <a:ext cx="8150860" cy="1198880"/>
          </a:xfrm>
          <a:prstGeom prst="rect">
            <a:avLst/>
          </a:prstGeom>
        </p:spPr>
        <p:txBody>
          <a:bodyPr wrap="square">
            <a:spAutoFit/>
          </a:bodyPr>
          <a:lstStyle/>
          <a:p>
            <a:pPr>
              <a:lnSpc>
                <a:spcPct val="150000"/>
              </a:lnSpc>
            </a:pPr>
            <a:r>
              <a:rPr lang="zh-CN" altLang="en-US" sz="1600" dirty="0">
                <a:solidFill>
                  <a:srgbClr val="404040"/>
                </a:solidFill>
                <a:cs typeface="+mn-ea"/>
                <a:sym typeface="+mn-lt"/>
              </a:rPr>
              <a:t>现校内外资源分享平台没有针对性，不成体系，社会需要建立一个能够让资源流通、自我更新、灵活便利的高校学子成长生态系统。</a:t>
            </a:r>
            <a:endParaRPr lang="zh-CN" altLang="en-US" sz="1600" dirty="0">
              <a:solidFill>
                <a:srgbClr val="404040"/>
              </a:solidFill>
              <a:cs typeface="+mn-ea"/>
              <a:sym typeface="+mn-lt"/>
            </a:endParaRPr>
          </a:p>
          <a:p>
            <a:pPr>
              <a:lnSpc>
                <a:spcPct val="150000"/>
              </a:lnSpc>
            </a:pPr>
            <a:endParaRPr lang="zh-CN" altLang="en-US" sz="1600" dirty="0">
              <a:solidFill>
                <a:srgbClr val="404040"/>
              </a:solidFill>
              <a:cs typeface="+mn-ea"/>
              <a:sym typeface="+mn-lt"/>
            </a:endParaRPr>
          </a:p>
        </p:txBody>
      </p:sp>
      <p:pic>
        <p:nvPicPr>
          <p:cNvPr id="32" name="图片 31"/>
          <p:cNvPicPr>
            <a:picLocks noChangeAspect="1"/>
          </p:cNvPicPr>
          <p:nvPr/>
        </p:nvPicPr>
        <p:blipFill>
          <a:blip r:embed="rId7" cstate="print">
            <a:extLst>
              <a:ext uri="{28A0092B-C50C-407E-A947-70E740481C1C}">
                <a14:useLocalDpi xmlns:a14="http://schemas.microsoft.com/office/drawing/2010/main" val="0"/>
              </a:ext>
            </a:extLst>
          </a:blip>
          <a:srcRect l="5982" t="1580" r="5982" b="5492"/>
          <a:stretch>
            <a:fillRect/>
          </a:stretch>
        </p:blipFill>
        <p:spPr>
          <a:xfrm>
            <a:off x="9404105" y="804859"/>
            <a:ext cx="2181844" cy="3454665"/>
          </a:xfrm>
          <a:custGeom>
            <a:avLst/>
            <a:gdLst>
              <a:gd name="connsiteX0" fmla="*/ 0 w 2181844"/>
              <a:gd name="connsiteY0" fmla="*/ 0 h 3454665"/>
              <a:gd name="connsiteX1" fmla="*/ 2181844 w 2181844"/>
              <a:gd name="connsiteY1" fmla="*/ 0 h 3454665"/>
              <a:gd name="connsiteX2" fmla="*/ 2181844 w 2181844"/>
              <a:gd name="connsiteY2" fmla="*/ 3454665 h 3454665"/>
              <a:gd name="connsiteX3" fmla="*/ 0 w 2181844"/>
              <a:gd name="connsiteY3" fmla="*/ 3454665 h 3454665"/>
            </a:gdLst>
            <a:ahLst/>
            <a:cxnLst>
              <a:cxn ang="0">
                <a:pos x="connsiteX0" y="connsiteY0"/>
              </a:cxn>
              <a:cxn ang="0">
                <a:pos x="connsiteX1" y="connsiteY1"/>
              </a:cxn>
              <a:cxn ang="0">
                <a:pos x="connsiteX2" y="connsiteY2"/>
              </a:cxn>
              <a:cxn ang="0">
                <a:pos x="connsiteX3" y="connsiteY3"/>
              </a:cxn>
            </a:cxnLst>
            <a:rect l="l" t="t" r="r" b="b"/>
            <a:pathLst>
              <a:path w="2181844" h="3454665">
                <a:moveTo>
                  <a:pt x="0" y="0"/>
                </a:moveTo>
                <a:lnTo>
                  <a:pt x="2181844" y="0"/>
                </a:lnTo>
                <a:lnTo>
                  <a:pt x="2181844" y="3454665"/>
                </a:lnTo>
                <a:lnTo>
                  <a:pt x="0" y="3454665"/>
                </a:lnTo>
                <a:close/>
              </a:path>
            </a:pathLst>
          </a:custGeom>
        </p:spPr>
      </p:pic>
      <p:sp>
        <p:nvSpPr>
          <p:cNvPr id="33" name="矩形 32"/>
          <p:cNvSpPr/>
          <p:nvPr/>
        </p:nvSpPr>
        <p:spPr>
          <a:xfrm>
            <a:off x="533400" y="22225"/>
            <a:ext cx="1691005" cy="58547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9226550" y="4820285"/>
            <a:ext cx="6096000" cy="1198880"/>
          </a:xfrm>
          <a:prstGeom prst="rect">
            <a:avLst/>
          </a:prstGeom>
          <a:noFill/>
        </p:spPr>
        <p:txBody>
          <a:bodyPr wrap="square" rtlCol="0" anchor="t">
            <a:spAutoFit/>
          </a:bodyPr>
          <a:p>
            <a:r>
              <a:rPr lang="zh-CN" altLang="en-US" sz="7200" b="1">
                <a:solidFill>
                  <a:schemeClr val="accent1"/>
                </a:solidFill>
                <a:effectLst>
                  <a:outerShdw blurRad="38100" dist="25400" dir="5400000" algn="ctr" rotWithShape="0">
                    <a:srgbClr val="6E747A">
                      <a:alpha val="43000"/>
                    </a:srgbClr>
                  </a:outerShdw>
                </a:effectLst>
                <a:sym typeface="+mn-ea"/>
                <a:hlinkClick r:id="rId8" action="ppaction://hlinksldjump"/>
              </a:rPr>
              <a:t>返回</a:t>
            </a:r>
            <a:endParaRPr lang="zh-CN" altLang="en-US" sz="7200" b="1">
              <a:solidFill>
                <a:schemeClr val="accent1"/>
              </a:solidFill>
              <a:effectLst>
                <a:outerShdw blurRad="38100" dist="25400" dir="5400000" algn="ctr" rotWithShape="0">
                  <a:srgbClr val="6E747A">
                    <a:alpha val="43000"/>
                  </a:srgbClr>
                </a:outerShdw>
              </a:effectLst>
              <a:sym typeface="+mn-ea"/>
              <a:hlinkClick r:id="rId8" action="ppaction://hlinksldjump"/>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iterate type="lt">
                                    <p:tmPct val="10000"/>
                                  </p:iterate>
                                  <p:childTnLst>
                                    <p:set>
                                      <p:cBhvr>
                                        <p:cTn id="6" dur="1" fill="hold">
                                          <p:stCondLst>
                                            <p:cond delay="0"/>
                                          </p:stCondLst>
                                        </p:cTn>
                                        <p:tgtEl>
                                          <p:spTgt spid="22"/>
                                        </p:tgtEl>
                                        <p:attrNameLst>
                                          <p:attrName>style.visibility</p:attrName>
                                        </p:attrNameLst>
                                      </p:cBhvr>
                                      <p:to>
                                        <p:strVal val="visible"/>
                                      </p:to>
                                    </p:set>
                                    <p:animEffect transition="in" filter="fade">
                                      <p:cBhvr>
                                        <p:cTn id="7" dur="750"/>
                                        <p:tgtEl>
                                          <p:spTgt spid="22"/>
                                        </p:tgtEl>
                                      </p:cBhvr>
                                    </p:animEffect>
                                    <p:anim calcmode="lin" valueType="num">
                                      <p:cBhvr>
                                        <p:cTn id="8" dur="750" fill="hold"/>
                                        <p:tgtEl>
                                          <p:spTgt spid="22"/>
                                        </p:tgtEl>
                                        <p:attrNameLst>
                                          <p:attrName>ppt_x</p:attrName>
                                        </p:attrNameLst>
                                      </p:cBhvr>
                                      <p:tavLst>
                                        <p:tav tm="0">
                                          <p:val>
                                            <p:strVal val="#ppt_x"/>
                                          </p:val>
                                        </p:tav>
                                        <p:tav tm="100000">
                                          <p:val>
                                            <p:strVal val="#ppt_x"/>
                                          </p:val>
                                        </p:tav>
                                      </p:tavLst>
                                    </p:anim>
                                    <p:anim calcmode="lin" valueType="num">
                                      <p:cBhvr>
                                        <p:cTn id="9" dur="750" fill="hold"/>
                                        <p:tgtEl>
                                          <p:spTgt spid="2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1000"/>
                                        <p:tgtEl>
                                          <p:spTgt spid="23"/>
                                        </p:tgtEl>
                                      </p:cBhvr>
                                    </p:animEffect>
                                    <p:anim calcmode="lin" valueType="num">
                                      <p:cBhvr>
                                        <p:cTn id="13" dur="1000" fill="hold"/>
                                        <p:tgtEl>
                                          <p:spTgt spid="23"/>
                                        </p:tgtEl>
                                        <p:attrNameLst>
                                          <p:attrName>ppt_x</p:attrName>
                                        </p:attrNameLst>
                                      </p:cBhvr>
                                      <p:tavLst>
                                        <p:tav tm="0">
                                          <p:val>
                                            <p:strVal val="#ppt_x"/>
                                          </p:val>
                                        </p:tav>
                                        <p:tav tm="100000">
                                          <p:val>
                                            <p:strVal val="#ppt_x"/>
                                          </p:val>
                                        </p:tav>
                                      </p:tavLst>
                                    </p:anim>
                                    <p:anim calcmode="lin" valueType="num">
                                      <p:cBhvr>
                                        <p:cTn id="14" dur="1000" fill="hold"/>
                                        <p:tgtEl>
                                          <p:spTgt spid="23"/>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iterate type="lt">
                                    <p:tmPct val="10000"/>
                                  </p:iterate>
                                  <p:childTnLst>
                                    <p:set>
                                      <p:cBhvr>
                                        <p:cTn id="16" dur="1" fill="hold">
                                          <p:stCondLst>
                                            <p:cond delay="0"/>
                                          </p:stCondLst>
                                        </p:cTn>
                                        <p:tgtEl>
                                          <p:spTgt spid="24"/>
                                        </p:tgtEl>
                                        <p:attrNameLst>
                                          <p:attrName>style.visibility</p:attrName>
                                        </p:attrNameLst>
                                      </p:cBhvr>
                                      <p:to>
                                        <p:strVal val="visible"/>
                                      </p:to>
                                    </p:set>
                                    <p:animEffect transition="in" filter="fade">
                                      <p:cBhvr>
                                        <p:cTn id="17" dur="750"/>
                                        <p:tgtEl>
                                          <p:spTgt spid="24"/>
                                        </p:tgtEl>
                                      </p:cBhvr>
                                    </p:animEffect>
                                    <p:anim calcmode="lin" valueType="num">
                                      <p:cBhvr>
                                        <p:cTn id="18" dur="750" fill="hold"/>
                                        <p:tgtEl>
                                          <p:spTgt spid="24"/>
                                        </p:tgtEl>
                                        <p:attrNameLst>
                                          <p:attrName>ppt_x</p:attrName>
                                        </p:attrNameLst>
                                      </p:cBhvr>
                                      <p:tavLst>
                                        <p:tav tm="0">
                                          <p:val>
                                            <p:strVal val="#ppt_x"/>
                                          </p:val>
                                        </p:tav>
                                        <p:tav tm="100000">
                                          <p:val>
                                            <p:strVal val="#ppt_x"/>
                                          </p:val>
                                        </p:tav>
                                      </p:tavLst>
                                    </p:anim>
                                    <p:anim calcmode="lin" valueType="num">
                                      <p:cBhvr>
                                        <p:cTn id="19" dur="750" fill="hold"/>
                                        <p:tgtEl>
                                          <p:spTgt spid="24"/>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iterate type="lt">
                                    <p:tmPct val="10000"/>
                                  </p:iterate>
                                  <p:childTnLst>
                                    <p:set>
                                      <p:cBhvr>
                                        <p:cTn id="21" dur="1" fill="hold">
                                          <p:stCondLst>
                                            <p:cond delay="0"/>
                                          </p:stCondLst>
                                        </p:cTn>
                                        <p:tgtEl>
                                          <p:spTgt spid="26"/>
                                        </p:tgtEl>
                                        <p:attrNameLst>
                                          <p:attrName>style.visibility</p:attrName>
                                        </p:attrNameLst>
                                      </p:cBhvr>
                                      <p:to>
                                        <p:strVal val="visible"/>
                                      </p:to>
                                    </p:set>
                                    <p:animEffect transition="in" filter="fade">
                                      <p:cBhvr>
                                        <p:cTn id="22" dur="750"/>
                                        <p:tgtEl>
                                          <p:spTgt spid="26"/>
                                        </p:tgtEl>
                                      </p:cBhvr>
                                    </p:animEffect>
                                    <p:anim calcmode="lin" valueType="num">
                                      <p:cBhvr>
                                        <p:cTn id="23" dur="750" fill="hold"/>
                                        <p:tgtEl>
                                          <p:spTgt spid="26"/>
                                        </p:tgtEl>
                                        <p:attrNameLst>
                                          <p:attrName>ppt_x</p:attrName>
                                        </p:attrNameLst>
                                      </p:cBhvr>
                                      <p:tavLst>
                                        <p:tav tm="0">
                                          <p:val>
                                            <p:strVal val="#ppt_x"/>
                                          </p:val>
                                        </p:tav>
                                        <p:tav tm="100000">
                                          <p:val>
                                            <p:strVal val="#ppt_x"/>
                                          </p:val>
                                        </p:tav>
                                      </p:tavLst>
                                    </p:anim>
                                    <p:anim calcmode="lin" valueType="num">
                                      <p:cBhvr>
                                        <p:cTn id="24" dur="750" fill="hold"/>
                                        <p:tgtEl>
                                          <p:spTgt spid="2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1000"/>
                                        <p:tgtEl>
                                          <p:spTgt spid="25"/>
                                        </p:tgtEl>
                                      </p:cBhvr>
                                    </p:animEffect>
                                    <p:anim calcmode="lin" valueType="num">
                                      <p:cBhvr>
                                        <p:cTn id="28" dur="1000" fill="hold"/>
                                        <p:tgtEl>
                                          <p:spTgt spid="25"/>
                                        </p:tgtEl>
                                        <p:attrNameLst>
                                          <p:attrName>ppt_x</p:attrName>
                                        </p:attrNameLst>
                                      </p:cBhvr>
                                      <p:tavLst>
                                        <p:tav tm="0">
                                          <p:val>
                                            <p:strVal val="#ppt_x"/>
                                          </p:val>
                                        </p:tav>
                                        <p:tav tm="100000">
                                          <p:val>
                                            <p:strVal val="#ppt_x"/>
                                          </p:val>
                                        </p:tav>
                                      </p:tavLst>
                                    </p:anim>
                                    <p:anim calcmode="lin" valueType="num">
                                      <p:cBhvr>
                                        <p:cTn id="29" dur="1000" fill="hold"/>
                                        <p:tgtEl>
                                          <p:spTgt spid="2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1000"/>
                                        <p:tgtEl>
                                          <p:spTgt spid="27"/>
                                        </p:tgtEl>
                                      </p:cBhvr>
                                    </p:animEffect>
                                    <p:anim calcmode="lin" valueType="num">
                                      <p:cBhvr>
                                        <p:cTn id="33" dur="1000" fill="hold"/>
                                        <p:tgtEl>
                                          <p:spTgt spid="27"/>
                                        </p:tgtEl>
                                        <p:attrNameLst>
                                          <p:attrName>ppt_x</p:attrName>
                                        </p:attrNameLst>
                                      </p:cBhvr>
                                      <p:tavLst>
                                        <p:tav tm="0">
                                          <p:val>
                                            <p:strVal val="#ppt_x"/>
                                          </p:val>
                                        </p:tav>
                                        <p:tav tm="100000">
                                          <p:val>
                                            <p:strVal val="#ppt_x"/>
                                          </p:val>
                                        </p:tav>
                                      </p:tavLst>
                                    </p:anim>
                                    <p:anim calcmode="lin" valueType="num">
                                      <p:cBhvr>
                                        <p:cTn id="3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 name="文本框 21"/>
          <p:cNvSpPr txBox="1"/>
          <p:nvPr>
            <p:custDataLst>
              <p:tags r:id="rId1"/>
            </p:custDataLst>
          </p:nvPr>
        </p:nvSpPr>
        <p:spPr>
          <a:xfrm>
            <a:off x="525145" y="1187450"/>
            <a:ext cx="4679315" cy="460375"/>
          </a:xfrm>
          <a:prstGeom prst="rect">
            <a:avLst/>
          </a:prstGeom>
          <a:noFill/>
        </p:spPr>
        <p:txBody>
          <a:bodyPr wrap="square" rtlCol="0">
            <a:spAutoFit/>
          </a:bodyPr>
          <a:lstStyle/>
          <a:p>
            <a:pPr algn="l"/>
            <a:r>
              <a:rPr lang="en-US" altLang="zh-CN" sz="2400" b="1" dirty="0">
                <a:solidFill>
                  <a:srgbClr val="404040"/>
                </a:solidFill>
                <a:cs typeface="+mn-ea"/>
                <a:sym typeface="+mn-lt"/>
              </a:rPr>
              <a:t>1.</a:t>
            </a:r>
            <a:r>
              <a:rPr lang="en-US" altLang="en-US" sz="2400" b="1" dirty="0">
                <a:solidFill>
                  <a:srgbClr val="404040"/>
                </a:solidFill>
                <a:cs typeface="+mn-ea"/>
                <a:sym typeface="+mn-lt"/>
              </a:rPr>
              <a:t> </a:t>
            </a:r>
            <a:r>
              <a:rPr lang="zh-CN" altLang="en-US" sz="2400" b="1" dirty="0">
                <a:solidFill>
                  <a:srgbClr val="404040"/>
                </a:solidFill>
                <a:cs typeface="+mn-ea"/>
                <a:sym typeface="+mn-lt"/>
              </a:rPr>
              <a:t>平台竞品</a:t>
            </a:r>
            <a:endParaRPr lang="zh-CN" altLang="en-US" sz="2400" b="1" dirty="0">
              <a:solidFill>
                <a:srgbClr val="404040"/>
              </a:solidFill>
              <a:cs typeface="+mn-ea"/>
              <a:sym typeface="+mn-lt"/>
            </a:endParaRPr>
          </a:p>
        </p:txBody>
      </p:sp>
      <p:sp>
        <p:nvSpPr>
          <p:cNvPr id="23" name="矩形 22"/>
          <p:cNvSpPr/>
          <p:nvPr>
            <p:custDataLst>
              <p:tags r:id="rId2"/>
            </p:custDataLst>
          </p:nvPr>
        </p:nvSpPr>
        <p:spPr>
          <a:xfrm>
            <a:off x="555625" y="1547495"/>
            <a:ext cx="8670925" cy="829945"/>
          </a:xfrm>
          <a:prstGeom prst="rect">
            <a:avLst/>
          </a:prstGeom>
        </p:spPr>
        <p:txBody>
          <a:bodyPr wrap="square">
            <a:spAutoFit/>
          </a:bodyPr>
          <a:lstStyle/>
          <a:p>
            <a:pPr>
              <a:lnSpc>
                <a:spcPct val="150000"/>
              </a:lnSpc>
            </a:pPr>
            <a:r>
              <a:rPr lang="zh-CN" altLang="en-US" sz="1600" dirty="0">
                <a:solidFill>
                  <a:srgbClr val="404040"/>
                </a:solidFill>
                <a:cs typeface="+mn-ea"/>
                <a:sym typeface="+mn-lt"/>
              </a:rPr>
              <a:t>现有百度文库、道客巴巴等通用资料平台和知乎、小红书等在线分享平台，这些平台经营多年，占据用户搜索习惯优势，流量庞大。</a:t>
            </a:r>
            <a:endParaRPr lang="zh-CN" altLang="en-US" sz="1600" dirty="0">
              <a:solidFill>
                <a:srgbClr val="404040"/>
              </a:solidFill>
              <a:cs typeface="+mn-ea"/>
              <a:sym typeface="+mn-lt"/>
            </a:endParaRPr>
          </a:p>
        </p:txBody>
      </p:sp>
      <p:sp>
        <p:nvSpPr>
          <p:cNvPr id="24" name="文本框 23"/>
          <p:cNvSpPr txBox="1"/>
          <p:nvPr>
            <p:custDataLst>
              <p:tags r:id="rId3"/>
            </p:custDataLst>
          </p:nvPr>
        </p:nvSpPr>
        <p:spPr>
          <a:xfrm>
            <a:off x="525145" y="2348865"/>
            <a:ext cx="4761230" cy="460375"/>
          </a:xfrm>
          <a:prstGeom prst="rect">
            <a:avLst/>
          </a:prstGeom>
          <a:noFill/>
        </p:spPr>
        <p:txBody>
          <a:bodyPr wrap="square" rtlCol="0">
            <a:spAutoFit/>
          </a:bodyPr>
          <a:lstStyle/>
          <a:p>
            <a:pPr algn="l"/>
            <a:r>
              <a:rPr lang="en-US" altLang="zh-CN" sz="2400" b="1" dirty="0">
                <a:solidFill>
                  <a:srgbClr val="404040"/>
                </a:solidFill>
                <a:cs typeface="+mn-ea"/>
                <a:sym typeface="+mn-lt"/>
              </a:rPr>
              <a:t>2.</a:t>
            </a:r>
            <a:r>
              <a:rPr lang="en-US" altLang="en-US" sz="2400" b="1" dirty="0">
                <a:solidFill>
                  <a:srgbClr val="404040"/>
                </a:solidFill>
                <a:cs typeface="+mn-ea"/>
                <a:sym typeface="+mn-lt"/>
              </a:rPr>
              <a:t> </a:t>
            </a:r>
            <a:r>
              <a:rPr lang="zh-CN" altLang="en-US" sz="2400" b="1" dirty="0">
                <a:solidFill>
                  <a:srgbClr val="404040"/>
                </a:solidFill>
                <a:cs typeface="+mn-ea"/>
                <a:sym typeface="+mn-lt"/>
              </a:rPr>
              <a:t>民间竞品</a:t>
            </a:r>
            <a:endParaRPr lang="zh-CN" altLang="en-US" sz="2400" b="1" dirty="0">
              <a:solidFill>
                <a:srgbClr val="404040"/>
              </a:solidFill>
              <a:cs typeface="+mn-ea"/>
              <a:sym typeface="+mn-lt"/>
            </a:endParaRPr>
          </a:p>
        </p:txBody>
      </p:sp>
      <p:sp>
        <p:nvSpPr>
          <p:cNvPr id="25" name="矩形 24"/>
          <p:cNvSpPr/>
          <p:nvPr>
            <p:custDataLst>
              <p:tags r:id="rId4"/>
            </p:custDataLst>
          </p:nvPr>
        </p:nvSpPr>
        <p:spPr>
          <a:xfrm>
            <a:off x="498475" y="2780030"/>
            <a:ext cx="7133590" cy="829945"/>
          </a:xfrm>
          <a:prstGeom prst="rect">
            <a:avLst/>
          </a:prstGeom>
        </p:spPr>
        <p:txBody>
          <a:bodyPr wrap="square">
            <a:spAutoFit/>
          </a:bodyPr>
          <a:lstStyle/>
          <a:p>
            <a:pPr>
              <a:lnSpc>
                <a:spcPct val="150000"/>
              </a:lnSpc>
            </a:pPr>
            <a:r>
              <a:rPr lang="zh-CN" altLang="en-US" sz="1600" dirty="0">
                <a:solidFill>
                  <a:srgbClr val="404040"/>
                </a:solidFill>
                <a:cs typeface="+mn-ea"/>
                <a:sym typeface="+mn-lt"/>
              </a:rPr>
              <a:t>现在用户普遍习惯使用的</a:t>
            </a:r>
            <a:r>
              <a:rPr lang="en-US" altLang="zh-CN" sz="1600" dirty="0">
                <a:solidFill>
                  <a:srgbClr val="404040"/>
                </a:solidFill>
                <a:cs typeface="+mn-ea"/>
                <a:sym typeface="+mn-lt"/>
              </a:rPr>
              <a:t> QQ</a:t>
            </a:r>
            <a:r>
              <a:rPr lang="zh-CN" altLang="en-US" sz="1600" dirty="0">
                <a:solidFill>
                  <a:srgbClr val="404040"/>
                </a:solidFill>
                <a:cs typeface="+mn-ea"/>
                <a:sym typeface="+mn-lt"/>
              </a:rPr>
              <a:t>群、微信群等现有场景不仅搭建了资料分享交换的平台，还能满足投契用户建立深度联系的需求。</a:t>
            </a:r>
            <a:endParaRPr lang="zh-CN" altLang="en-US" sz="1600" dirty="0">
              <a:solidFill>
                <a:srgbClr val="404040"/>
              </a:solidFill>
              <a:cs typeface="+mn-ea"/>
              <a:sym typeface="+mn-lt"/>
            </a:endParaRPr>
          </a:p>
        </p:txBody>
      </p:sp>
      <p:sp>
        <p:nvSpPr>
          <p:cNvPr id="26" name="文本框 25"/>
          <p:cNvSpPr txBox="1"/>
          <p:nvPr>
            <p:custDataLst>
              <p:tags r:id="rId5"/>
            </p:custDataLst>
          </p:nvPr>
        </p:nvSpPr>
        <p:spPr>
          <a:xfrm>
            <a:off x="525145" y="3509645"/>
            <a:ext cx="4883785" cy="460375"/>
          </a:xfrm>
          <a:prstGeom prst="rect">
            <a:avLst/>
          </a:prstGeom>
          <a:noFill/>
        </p:spPr>
        <p:txBody>
          <a:bodyPr wrap="square" rtlCol="0">
            <a:spAutoFit/>
          </a:bodyPr>
          <a:lstStyle/>
          <a:p>
            <a:pPr algn="l"/>
            <a:r>
              <a:rPr lang="en-US" altLang="zh-CN" sz="2400" b="1" dirty="0">
                <a:solidFill>
                  <a:srgbClr val="404040"/>
                </a:solidFill>
                <a:cs typeface="+mn-ea"/>
                <a:sym typeface="+mn-lt"/>
              </a:rPr>
              <a:t>3.</a:t>
            </a:r>
            <a:r>
              <a:rPr lang="en-US" altLang="en-US" sz="2400" b="1" dirty="0">
                <a:solidFill>
                  <a:srgbClr val="404040"/>
                </a:solidFill>
                <a:cs typeface="+mn-ea"/>
                <a:sym typeface="+mn-lt"/>
              </a:rPr>
              <a:t> </a:t>
            </a:r>
            <a:r>
              <a:rPr lang="zh-CN" altLang="en-US" sz="2400" b="1" dirty="0">
                <a:solidFill>
                  <a:srgbClr val="404040"/>
                </a:solidFill>
                <a:cs typeface="+mn-ea"/>
                <a:sym typeface="+mn-lt"/>
              </a:rPr>
              <a:t>头部竞品</a:t>
            </a:r>
            <a:endParaRPr lang="zh-CN" altLang="en-US" sz="2400" b="1" dirty="0">
              <a:solidFill>
                <a:srgbClr val="404040"/>
              </a:solidFill>
              <a:cs typeface="+mn-ea"/>
              <a:sym typeface="+mn-lt"/>
            </a:endParaRPr>
          </a:p>
        </p:txBody>
      </p:sp>
      <p:sp>
        <p:nvSpPr>
          <p:cNvPr id="27" name="矩形 26"/>
          <p:cNvSpPr/>
          <p:nvPr>
            <p:custDataLst>
              <p:tags r:id="rId6"/>
            </p:custDataLst>
          </p:nvPr>
        </p:nvSpPr>
        <p:spPr>
          <a:xfrm>
            <a:off x="498475" y="3940810"/>
            <a:ext cx="8150860" cy="829945"/>
          </a:xfrm>
          <a:prstGeom prst="rect">
            <a:avLst/>
          </a:prstGeom>
        </p:spPr>
        <p:txBody>
          <a:bodyPr wrap="square">
            <a:spAutoFit/>
          </a:bodyPr>
          <a:lstStyle/>
          <a:p>
            <a:pPr>
              <a:lnSpc>
                <a:spcPct val="150000"/>
              </a:lnSpc>
            </a:pPr>
            <a:r>
              <a:rPr lang="zh-CN" altLang="en-US" sz="1600" dirty="0">
                <a:solidFill>
                  <a:srgbClr val="404040"/>
                </a:solidFill>
                <a:cs typeface="+mn-ea"/>
                <a:sym typeface="+mn-lt"/>
              </a:rPr>
              <a:t>一些头部竞品或高校合作平台是潜在同类垂直产品，他们可能凭借积累的资源、资金优势快速复制新平台的经营模式，挤压新平台启动空间。</a:t>
            </a:r>
            <a:endParaRPr lang="zh-CN" altLang="en-US" sz="1600" dirty="0">
              <a:solidFill>
                <a:srgbClr val="404040"/>
              </a:solidFill>
              <a:cs typeface="+mn-ea"/>
              <a:sym typeface="+mn-lt"/>
            </a:endParaRPr>
          </a:p>
        </p:txBody>
      </p:sp>
      <p:pic>
        <p:nvPicPr>
          <p:cNvPr id="32" name="图片 31"/>
          <p:cNvPicPr>
            <a:picLocks noChangeAspect="1"/>
          </p:cNvPicPr>
          <p:nvPr/>
        </p:nvPicPr>
        <p:blipFill>
          <a:blip r:embed="rId7" cstate="print">
            <a:extLst>
              <a:ext uri="{28A0092B-C50C-407E-A947-70E740481C1C}">
                <a14:useLocalDpi xmlns:a14="http://schemas.microsoft.com/office/drawing/2010/main" val="0"/>
              </a:ext>
            </a:extLst>
          </a:blip>
          <a:srcRect l="5982" t="1580" r="5982" b="5492"/>
          <a:stretch>
            <a:fillRect/>
          </a:stretch>
        </p:blipFill>
        <p:spPr>
          <a:xfrm>
            <a:off x="9404105" y="804859"/>
            <a:ext cx="2181844" cy="3454665"/>
          </a:xfrm>
          <a:custGeom>
            <a:avLst/>
            <a:gdLst>
              <a:gd name="connsiteX0" fmla="*/ 0 w 2181844"/>
              <a:gd name="connsiteY0" fmla="*/ 0 h 3454665"/>
              <a:gd name="connsiteX1" fmla="*/ 2181844 w 2181844"/>
              <a:gd name="connsiteY1" fmla="*/ 0 h 3454665"/>
              <a:gd name="connsiteX2" fmla="*/ 2181844 w 2181844"/>
              <a:gd name="connsiteY2" fmla="*/ 3454665 h 3454665"/>
              <a:gd name="connsiteX3" fmla="*/ 0 w 2181844"/>
              <a:gd name="connsiteY3" fmla="*/ 3454665 h 3454665"/>
            </a:gdLst>
            <a:ahLst/>
            <a:cxnLst>
              <a:cxn ang="0">
                <a:pos x="connsiteX0" y="connsiteY0"/>
              </a:cxn>
              <a:cxn ang="0">
                <a:pos x="connsiteX1" y="connsiteY1"/>
              </a:cxn>
              <a:cxn ang="0">
                <a:pos x="connsiteX2" y="connsiteY2"/>
              </a:cxn>
              <a:cxn ang="0">
                <a:pos x="connsiteX3" y="connsiteY3"/>
              </a:cxn>
            </a:cxnLst>
            <a:rect l="l" t="t" r="r" b="b"/>
            <a:pathLst>
              <a:path w="2181844" h="3454665">
                <a:moveTo>
                  <a:pt x="0" y="0"/>
                </a:moveTo>
                <a:lnTo>
                  <a:pt x="2181844" y="0"/>
                </a:lnTo>
                <a:lnTo>
                  <a:pt x="2181844" y="3454665"/>
                </a:lnTo>
                <a:lnTo>
                  <a:pt x="0" y="3454665"/>
                </a:lnTo>
                <a:close/>
              </a:path>
            </a:pathLst>
          </a:custGeom>
        </p:spPr>
      </p:pic>
      <p:sp>
        <p:nvSpPr>
          <p:cNvPr id="33" name="矩形 32"/>
          <p:cNvSpPr/>
          <p:nvPr/>
        </p:nvSpPr>
        <p:spPr>
          <a:xfrm>
            <a:off x="533400" y="22225"/>
            <a:ext cx="1691005" cy="58547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9226550" y="4820285"/>
            <a:ext cx="6096000" cy="1198880"/>
          </a:xfrm>
          <a:prstGeom prst="rect">
            <a:avLst/>
          </a:prstGeom>
          <a:noFill/>
        </p:spPr>
        <p:txBody>
          <a:bodyPr wrap="square" rtlCol="0" anchor="t">
            <a:spAutoFit/>
          </a:bodyPr>
          <a:p>
            <a:r>
              <a:rPr lang="zh-CN" altLang="en-US" sz="7200" b="1">
                <a:solidFill>
                  <a:schemeClr val="accent1"/>
                </a:solidFill>
                <a:effectLst>
                  <a:outerShdw blurRad="38100" dist="25400" dir="5400000" algn="ctr" rotWithShape="0">
                    <a:srgbClr val="6E747A">
                      <a:alpha val="43000"/>
                    </a:srgbClr>
                  </a:outerShdw>
                </a:effectLst>
                <a:sym typeface="+mn-ea"/>
                <a:hlinkClick r:id="rId8" action="ppaction://hlinksldjump"/>
              </a:rPr>
              <a:t>返回</a:t>
            </a:r>
            <a:endParaRPr lang="zh-CN" altLang="en-US" sz="7200" b="1">
              <a:solidFill>
                <a:schemeClr val="accent1"/>
              </a:solidFill>
              <a:effectLst>
                <a:outerShdw blurRad="38100" dist="25400" dir="5400000" algn="ctr" rotWithShape="0">
                  <a:srgbClr val="6E747A">
                    <a:alpha val="43000"/>
                  </a:srgbClr>
                </a:outerShdw>
              </a:effectLst>
              <a:sym typeface="+mn-ea"/>
              <a:hlinkClick r:id="rId8" action="ppaction://hlinksldjump"/>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iterate type="lt">
                                    <p:tmPct val="10000"/>
                                  </p:iterate>
                                  <p:childTnLst>
                                    <p:set>
                                      <p:cBhvr>
                                        <p:cTn id="6" dur="1" fill="hold">
                                          <p:stCondLst>
                                            <p:cond delay="0"/>
                                          </p:stCondLst>
                                        </p:cTn>
                                        <p:tgtEl>
                                          <p:spTgt spid="22"/>
                                        </p:tgtEl>
                                        <p:attrNameLst>
                                          <p:attrName>style.visibility</p:attrName>
                                        </p:attrNameLst>
                                      </p:cBhvr>
                                      <p:to>
                                        <p:strVal val="visible"/>
                                      </p:to>
                                    </p:set>
                                    <p:animEffect transition="in" filter="fade">
                                      <p:cBhvr>
                                        <p:cTn id="7" dur="750"/>
                                        <p:tgtEl>
                                          <p:spTgt spid="22"/>
                                        </p:tgtEl>
                                      </p:cBhvr>
                                    </p:animEffect>
                                    <p:anim calcmode="lin" valueType="num">
                                      <p:cBhvr>
                                        <p:cTn id="8" dur="750" fill="hold"/>
                                        <p:tgtEl>
                                          <p:spTgt spid="22"/>
                                        </p:tgtEl>
                                        <p:attrNameLst>
                                          <p:attrName>ppt_x</p:attrName>
                                        </p:attrNameLst>
                                      </p:cBhvr>
                                      <p:tavLst>
                                        <p:tav tm="0">
                                          <p:val>
                                            <p:strVal val="#ppt_x"/>
                                          </p:val>
                                        </p:tav>
                                        <p:tav tm="100000">
                                          <p:val>
                                            <p:strVal val="#ppt_x"/>
                                          </p:val>
                                        </p:tav>
                                      </p:tavLst>
                                    </p:anim>
                                    <p:anim calcmode="lin" valueType="num">
                                      <p:cBhvr>
                                        <p:cTn id="9" dur="750" fill="hold"/>
                                        <p:tgtEl>
                                          <p:spTgt spid="2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1000"/>
                                        <p:tgtEl>
                                          <p:spTgt spid="23"/>
                                        </p:tgtEl>
                                      </p:cBhvr>
                                    </p:animEffect>
                                    <p:anim calcmode="lin" valueType="num">
                                      <p:cBhvr>
                                        <p:cTn id="13" dur="1000" fill="hold"/>
                                        <p:tgtEl>
                                          <p:spTgt spid="23"/>
                                        </p:tgtEl>
                                        <p:attrNameLst>
                                          <p:attrName>ppt_x</p:attrName>
                                        </p:attrNameLst>
                                      </p:cBhvr>
                                      <p:tavLst>
                                        <p:tav tm="0">
                                          <p:val>
                                            <p:strVal val="#ppt_x"/>
                                          </p:val>
                                        </p:tav>
                                        <p:tav tm="100000">
                                          <p:val>
                                            <p:strVal val="#ppt_x"/>
                                          </p:val>
                                        </p:tav>
                                      </p:tavLst>
                                    </p:anim>
                                    <p:anim calcmode="lin" valueType="num">
                                      <p:cBhvr>
                                        <p:cTn id="14" dur="1000" fill="hold"/>
                                        <p:tgtEl>
                                          <p:spTgt spid="23"/>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iterate type="lt">
                                    <p:tmPct val="10000"/>
                                  </p:iterate>
                                  <p:childTnLst>
                                    <p:set>
                                      <p:cBhvr>
                                        <p:cTn id="16" dur="1" fill="hold">
                                          <p:stCondLst>
                                            <p:cond delay="0"/>
                                          </p:stCondLst>
                                        </p:cTn>
                                        <p:tgtEl>
                                          <p:spTgt spid="24"/>
                                        </p:tgtEl>
                                        <p:attrNameLst>
                                          <p:attrName>style.visibility</p:attrName>
                                        </p:attrNameLst>
                                      </p:cBhvr>
                                      <p:to>
                                        <p:strVal val="visible"/>
                                      </p:to>
                                    </p:set>
                                    <p:animEffect transition="in" filter="fade">
                                      <p:cBhvr>
                                        <p:cTn id="17" dur="750"/>
                                        <p:tgtEl>
                                          <p:spTgt spid="24"/>
                                        </p:tgtEl>
                                      </p:cBhvr>
                                    </p:animEffect>
                                    <p:anim calcmode="lin" valueType="num">
                                      <p:cBhvr>
                                        <p:cTn id="18" dur="750" fill="hold"/>
                                        <p:tgtEl>
                                          <p:spTgt spid="24"/>
                                        </p:tgtEl>
                                        <p:attrNameLst>
                                          <p:attrName>ppt_x</p:attrName>
                                        </p:attrNameLst>
                                      </p:cBhvr>
                                      <p:tavLst>
                                        <p:tav tm="0">
                                          <p:val>
                                            <p:strVal val="#ppt_x"/>
                                          </p:val>
                                        </p:tav>
                                        <p:tav tm="100000">
                                          <p:val>
                                            <p:strVal val="#ppt_x"/>
                                          </p:val>
                                        </p:tav>
                                      </p:tavLst>
                                    </p:anim>
                                    <p:anim calcmode="lin" valueType="num">
                                      <p:cBhvr>
                                        <p:cTn id="19" dur="750" fill="hold"/>
                                        <p:tgtEl>
                                          <p:spTgt spid="24"/>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iterate type="lt">
                                    <p:tmPct val="10000"/>
                                  </p:iterate>
                                  <p:childTnLst>
                                    <p:set>
                                      <p:cBhvr>
                                        <p:cTn id="21" dur="1" fill="hold">
                                          <p:stCondLst>
                                            <p:cond delay="0"/>
                                          </p:stCondLst>
                                        </p:cTn>
                                        <p:tgtEl>
                                          <p:spTgt spid="26"/>
                                        </p:tgtEl>
                                        <p:attrNameLst>
                                          <p:attrName>style.visibility</p:attrName>
                                        </p:attrNameLst>
                                      </p:cBhvr>
                                      <p:to>
                                        <p:strVal val="visible"/>
                                      </p:to>
                                    </p:set>
                                    <p:animEffect transition="in" filter="fade">
                                      <p:cBhvr>
                                        <p:cTn id="22" dur="750"/>
                                        <p:tgtEl>
                                          <p:spTgt spid="26"/>
                                        </p:tgtEl>
                                      </p:cBhvr>
                                    </p:animEffect>
                                    <p:anim calcmode="lin" valueType="num">
                                      <p:cBhvr>
                                        <p:cTn id="23" dur="750" fill="hold"/>
                                        <p:tgtEl>
                                          <p:spTgt spid="26"/>
                                        </p:tgtEl>
                                        <p:attrNameLst>
                                          <p:attrName>ppt_x</p:attrName>
                                        </p:attrNameLst>
                                      </p:cBhvr>
                                      <p:tavLst>
                                        <p:tav tm="0">
                                          <p:val>
                                            <p:strVal val="#ppt_x"/>
                                          </p:val>
                                        </p:tav>
                                        <p:tav tm="100000">
                                          <p:val>
                                            <p:strVal val="#ppt_x"/>
                                          </p:val>
                                        </p:tav>
                                      </p:tavLst>
                                    </p:anim>
                                    <p:anim calcmode="lin" valueType="num">
                                      <p:cBhvr>
                                        <p:cTn id="24" dur="750" fill="hold"/>
                                        <p:tgtEl>
                                          <p:spTgt spid="2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1000"/>
                                        <p:tgtEl>
                                          <p:spTgt spid="25"/>
                                        </p:tgtEl>
                                      </p:cBhvr>
                                    </p:animEffect>
                                    <p:anim calcmode="lin" valueType="num">
                                      <p:cBhvr>
                                        <p:cTn id="28" dur="1000" fill="hold"/>
                                        <p:tgtEl>
                                          <p:spTgt spid="25"/>
                                        </p:tgtEl>
                                        <p:attrNameLst>
                                          <p:attrName>ppt_x</p:attrName>
                                        </p:attrNameLst>
                                      </p:cBhvr>
                                      <p:tavLst>
                                        <p:tav tm="0">
                                          <p:val>
                                            <p:strVal val="#ppt_x"/>
                                          </p:val>
                                        </p:tav>
                                        <p:tav tm="100000">
                                          <p:val>
                                            <p:strVal val="#ppt_x"/>
                                          </p:val>
                                        </p:tav>
                                      </p:tavLst>
                                    </p:anim>
                                    <p:anim calcmode="lin" valueType="num">
                                      <p:cBhvr>
                                        <p:cTn id="29" dur="1000" fill="hold"/>
                                        <p:tgtEl>
                                          <p:spTgt spid="2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1000"/>
                                        <p:tgtEl>
                                          <p:spTgt spid="27"/>
                                        </p:tgtEl>
                                      </p:cBhvr>
                                    </p:animEffect>
                                    <p:anim calcmode="lin" valueType="num">
                                      <p:cBhvr>
                                        <p:cTn id="33" dur="1000" fill="hold"/>
                                        <p:tgtEl>
                                          <p:spTgt spid="27"/>
                                        </p:tgtEl>
                                        <p:attrNameLst>
                                          <p:attrName>ppt_x</p:attrName>
                                        </p:attrNameLst>
                                      </p:cBhvr>
                                      <p:tavLst>
                                        <p:tav tm="0">
                                          <p:val>
                                            <p:strVal val="#ppt_x"/>
                                          </p:val>
                                        </p:tav>
                                        <p:tav tm="100000">
                                          <p:val>
                                            <p:strVal val="#ppt_x"/>
                                          </p:val>
                                        </p:tav>
                                      </p:tavLst>
                                    </p:anim>
                                    <p:anim calcmode="lin" valueType="num">
                                      <p:cBhvr>
                                        <p:cTn id="3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Lst>
  </p:timing>
</p:sld>
</file>

<file path=ppt/tags/tag1.xml><?xml version="1.0" encoding="utf-8"?>
<p:tagLst xmlns:p="http://schemas.openxmlformats.org/presentationml/2006/main">
  <p:tag name="PA" val="v5.2.10"/>
  <p:tag name="RESOURCELIBID_ANIM" val="451"/>
</p:tagLst>
</file>

<file path=ppt/tags/tag2.xml><?xml version="1.0" encoding="utf-8"?>
<p:tagLst xmlns:p="http://schemas.openxmlformats.org/presentationml/2006/main">
  <p:tag name="PA" val="v5.2.10"/>
  <p:tag name="RESOURCELIBID_ANIM" val="451"/>
</p:tagLst>
</file>

<file path=ppt/tags/tag3.xml><?xml version="1.0" encoding="utf-8"?>
<p:tagLst xmlns:p="http://schemas.openxmlformats.org/presentationml/2006/main">
  <p:tag name="PA" val="v5.2.10"/>
  <p:tag name="RESOURCELIBID_ANIM" val="451"/>
</p:tagLst>
</file>

<file path=ppt/tags/tag4.xml><?xml version="1.0" encoding="utf-8"?>
<p:tagLst xmlns:p="http://schemas.openxmlformats.org/presentationml/2006/main">
  <p:tag name="PA" val="v5.2.10"/>
  <p:tag name="RESOURCELIBID_ANIM" val="451"/>
</p:tagLst>
</file>

<file path=ppt/tags/tag5.xml><?xml version="1.0" encoding="utf-8"?>
<p:tagLst xmlns:p="http://schemas.openxmlformats.org/presentationml/2006/main">
  <p:tag name="PA" val="v5.2.10"/>
  <p:tag name="RESOURCELIBID_ANIM" val="451"/>
</p:tagLst>
</file>

<file path=ppt/tags/tag6.xml><?xml version="1.0" encoding="utf-8"?>
<p:tagLst xmlns:p="http://schemas.openxmlformats.org/presentationml/2006/main">
  <p:tag name="PA" val="v5.2.10"/>
  <p:tag name="RESOURCELIBID_ANIM" val="451"/>
</p:tagLst>
</file>

<file path=ppt/tags/tag7.xml><?xml version="1.0" encoding="utf-8"?>
<p:tagLst xmlns:p="http://schemas.openxmlformats.org/presentationml/2006/main">
  <p:tag name="PA" val="v5.2.10"/>
  <p:tag name="RESOURCELIBID_ANIM" val="451"/>
</p:tagLst>
</file>

<file path=ppt/tags/tag8.xml><?xml version="1.0" encoding="utf-8"?>
<p:tagLst xmlns:p="http://schemas.openxmlformats.org/presentationml/2006/main">
  <p:tag name="PA" val="v5.2.10"/>
  <p:tag name="RESOURCELIBID_ANIM" val="451"/>
</p:tagLst>
</file>

<file path=ppt/tags/tag9.xml><?xml version="1.0" encoding="utf-8"?>
<p:tagLst xmlns:p="http://schemas.openxmlformats.org/presentationml/2006/main">
  <p:tag name="PA" val="v5.2.10"/>
  <p:tag name="RESOURCELIBID_ANIM" val="451"/>
</p:tagLst>
</file>

<file path=ppt/tags/tag10.xml><?xml version="1.0" encoding="utf-8"?>
<p:tagLst xmlns:p="http://schemas.openxmlformats.org/presentationml/2006/main">
  <p:tag name="PA" val="v5.2.10"/>
  <p:tag name="RESOURCELIBID_ANIM" val="451"/>
</p:tagLst>
</file>

<file path=ppt/tags/tag11.xml><?xml version="1.0" encoding="utf-8"?>
<p:tagLst xmlns:p="http://schemas.openxmlformats.org/presentationml/2006/main">
  <p:tag name="PA" val="v5.2.10"/>
  <p:tag name="RESOURCELIBID_ANIM" val="451"/>
</p:tagLst>
</file>

<file path=ppt/tags/tag12.xml><?xml version="1.0" encoding="utf-8"?>
<p:tagLst xmlns:p="http://schemas.openxmlformats.org/presentationml/2006/main">
  <p:tag name="PA" val="v5.2.10"/>
  <p:tag name="RESOURCELIBID_ANIM" val="451"/>
</p:tagLst>
</file>

<file path=ppt/tags/tag13.xml><?xml version="1.0" encoding="utf-8"?>
<p:tagLst xmlns:p="http://schemas.openxmlformats.org/presentationml/2006/main">
  <p:tag name="PA" val="v5.2.10"/>
  <p:tag name="RESOURCELIBID_ANIM" val="451"/>
</p:tagLst>
</file>

<file path=ppt/tags/tag14.xml><?xml version="1.0" encoding="utf-8"?>
<p:tagLst xmlns:p="http://schemas.openxmlformats.org/presentationml/2006/main">
  <p:tag name="PA" val="v5.2.10"/>
  <p:tag name="RESOURCELIBID_ANIM" val="451"/>
</p:tagLst>
</file>

<file path=ppt/tags/tag15.xml><?xml version="1.0" encoding="utf-8"?>
<p:tagLst xmlns:p="http://schemas.openxmlformats.org/presentationml/2006/main">
  <p:tag name="PA" val="v5.2.10"/>
  <p:tag name="RESOURCELIBID_ANIM" val="451"/>
</p:tagLst>
</file>

<file path=ppt/tags/tag16.xml><?xml version="1.0" encoding="utf-8"?>
<p:tagLst xmlns:p="http://schemas.openxmlformats.org/presentationml/2006/main">
  <p:tag name="PA" val="v5.2.10"/>
  <p:tag name="RESOURCELIBID_ANIM" val="451"/>
</p:tagLst>
</file>

<file path=ppt/tags/tag17.xml><?xml version="1.0" encoding="utf-8"?>
<p:tagLst xmlns:p="http://schemas.openxmlformats.org/presentationml/2006/main">
  <p:tag name="PA" val="v5.2.10"/>
  <p:tag name="RESOURCELIBID_ANIM" val="451"/>
</p:tagLst>
</file>

<file path=ppt/tags/tag18.xml><?xml version="1.0" encoding="utf-8"?>
<p:tagLst xmlns:p="http://schemas.openxmlformats.org/presentationml/2006/main">
  <p:tag name="PA" val="v5.2.10"/>
  <p:tag name="RESOURCELIBID_ANIM" val="451"/>
</p:tagLst>
</file>

<file path=ppt/tags/tag19.xml><?xml version="1.0" encoding="utf-8"?>
<p:tagLst xmlns:p="http://schemas.openxmlformats.org/presentationml/2006/main">
  <p:tag name="PA" val="v5.2.10"/>
  <p:tag name="RESOURCELIBID_ANIM" val="451"/>
</p:tagLst>
</file>

<file path=ppt/tags/tag20.xml><?xml version="1.0" encoding="utf-8"?>
<p:tagLst xmlns:p="http://schemas.openxmlformats.org/presentationml/2006/main">
  <p:tag name="PA" val="v5.2.10"/>
  <p:tag name="RESOURCELIBID_ANIM" val="451"/>
</p:tagLst>
</file>

<file path=ppt/tags/tag21.xml><?xml version="1.0" encoding="utf-8"?>
<p:tagLst xmlns:p="http://schemas.openxmlformats.org/presentationml/2006/main">
  <p:tag name="PA" val="v5.2.10"/>
  <p:tag name="RESOURCELIBID_ANIM" val="451"/>
</p:tagLst>
</file>

<file path=ppt/tags/tag22.xml><?xml version="1.0" encoding="utf-8"?>
<p:tagLst xmlns:p="http://schemas.openxmlformats.org/presentationml/2006/main">
  <p:tag name="PA" val="v5.2.10"/>
  <p:tag name="RESOURCELIBID_ANIM" val="451"/>
</p:tagLst>
</file>

<file path=ppt/tags/tag23.xml><?xml version="1.0" encoding="utf-8"?>
<p:tagLst xmlns:p="http://schemas.openxmlformats.org/presentationml/2006/main">
  <p:tag name="PA" val="v5.2.10"/>
  <p:tag name="RESOURCELIBID_ANIM" val="451"/>
</p:tagLst>
</file>

<file path=ppt/tags/tag24.xml><?xml version="1.0" encoding="utf-8"?>
<p:tagLst xmlns:p="http://schemas.openxmlformats.org/presentationml/2006/main">
  <p:tag name="PA" val="v5.2.10"/>
  <p:tag name="RESOURCELIBID_ANIM" val="451"/>
</p:tagLst>
</file>

<file path=ppt/tags/tag25.xml><?xml version="1.0" encoding="utf-8"?>
<p:tagLst xmlns:p="http://schemas.openxmlformats.org/presentationml/2006/main">
  <p:tag name="PA" val="v5.2.10"/>
  <p:tag name="RESOURCELIBID_ANIM" val="451"/>
</p:tagLst>
</file>

<file path=ppt/tags/tag26.xml><?xml version="1.0" encoding="utf-8"?>
<p:tagLst xmlns:p="http://schemas.openxmlformats.org/presentationml/2006/main">
  <p:tag name="PA" val="v5.2.10"/>
  <p:tag name="RESOURCELIBID_ANIM" val="451"/>
</p:tagLst>
</file>

<file path=ppt/tags/tag27.xml><?xml version="1.0" encoding="utf-8"?>
<p:tagLst xmlns:p="http://schemas.openxmlformats.org/presentationml/2006/main">
  <p:tag name="PA" val="v5.2.10"/>
  <p:tag name="RESOURCELIBID_ANIM" val="451"/>
</p:tagLst>
</file>

<file path=ppt/tags/tag28.xml><?xml version="1.0" encoding="utf-8"?>
<p:tagLst xmlns:p="http://schemas.openxmlformats.org/presentationml/2006/main">
  <p:tag name="PA" val="v5.2.10"/>
  <p:tag name="RESOURCELIBID_ANIM" val="451"/>
</p:tagLst>
</file>

<file path=ppt/tags/tag29.xml><?xml version="1.0" encoding="utf-8"?>
<p:tagLst xmlns:p="http://schemas.openxmlformats.org/presentationml/2006/main">
  <p:tag name="PA" val="v5.2.10"/>
  <p:tag name="RESOURCELIBID_ANIM" val="451"/>
</p:tagLst>
</file>

<file path=ppt/tags/tag30.xml><?xml version="1.0" encoding="utf-8"?>
<p:tagLst xmlns:p="http://schemas.openxmlformats.org/presentationml/2006/main">
  <p:tag name="PA" val="v5.2.10"/>
  <p:tag name="RESOURCELIBID_ANIM" val="451"/>
</p:tagLst>
</file>

<file path=ppt/tags/tag31.xml><?xml version="1.0" encoding="utf-8"?>
<p:tagLst xmlns:p="http://schemas.openxmlformats.org/presentationml/2006/main">
  <p:tag name="PA" val="v5.2.10"/>
  <p:tag name="RESOURCELIBID_ANIM" val="451"/>
</p:tagLst>
</file>

<file path=ppt/tags/tag32.xml><?xml version="1.0" encoding="utf-8"?>
<p:tagLst xmlns:p="http://schemas.openxmlformats.org/presentationml/2006/main">
  <p:tag name="PA" val="v5.2.10"/>
  <p:tag name="RESOURCELIBID_ANIM" val="451"/>
</p:tagLst>
</file>

<file path=ppt/tags/tag33.xml><?xml version="1.0" encoding="utf-8"?>
<p:tagLst xmlns:p="http://schemas.openxmlformats.org/presentationml/2006/main">
  <p:tag name="PA" val="v5.2.10"/>
  <p:tag name="RESOURCELIBID_ANIM" val="451"/>
</p:tagLst>
</file>

<file path=ppt/tags/tag34.xml><?xml version="1.0" encoding="utf-8"?>
<p:tagLst xmlns:p="http://schemas.openxmlformats.org/presentationml/2006/main">
  <p:tag name="PA" val="v5.2.10"/>
  <p:tag name="RESOURCELIBID_ANIM" val="451"/>
</p:tagLst>
</file>

<file path=ppt/tags/tag35.xml><?xml version="1.0" encoding="utf-8"?>
<p:tagLst xmlns:p="http://schemas.openxmlformats.org/presentationml/2006/main">
  <p:tag name="PA" val="v5.2.10"/>
  <p:tag name="RESOURCELIBID_ANIM" val="451"/>
</p:tagLst>
</file>

<file path=ppt/tags/tag36.xml><?xml version="1.0" encoding="utf-8"?>
<p:tagLst xmlns:p="http://schemas.openxmlformats.org/presentationml/2006/main">
  <p:tag name="PA" val="v5.2.10"/>
  <p:tag name="RESOURCELIBID_ANIM" val="451"/>
</p:tagLst>
</file>

<file path=ppt/tags/tag37.xml><?xml version="1.0" encoding="utf-8"?>
<p:tagLst xmlns:p="http://schemas.openxmlformats.org/presentationml/2006/main">
  <p:tag name="PA" val="v5.2.10"/>
  <p:tag name="RESOURCELIBID_ANIM" val="451"/>
</p:tagLst>
</file>

<file path=ppt/tags/tag38.xml><?xml version="1.0" encoding="utf-8"?>
<p:tagLst xmlns:p="http://schemas.openxmlformats.org/presentationml/2006/main">
  <p:tag name="PA" val="v5.2.10"/>
  <p:tag name="RESOURCELIBID_ANIM" val="451"/>
</p:tagLst>
</file>

<file path=ppt/tags/tag39.xml><?xml version="1.0" encoding="utf-8"?>
<p:tagLst xmlns:p="http://schemas.openxmlformats.org/presentationml/2006/main">
  <p:tag name="PA" val="v5.2.10"/>
  <p:tag name="RESOURCELIBID_ANIM" val="451"/>
</p:tagLst>
</file>

<file path=ppt/tags/tag40.xml><?xml version="1.0" encoding="utf-8"?>
<p:tagLst xmlns:p="http://schemas.openxmlformats.org/presentationml/2006/main">
  <p:tag name="PA" val="v5.2.10"/>
  <p:tag name="RESOURCELIBID_ANIM" val="451"/>
</p:tagLst>
</file>

<file path=ppt/tags/tag41.xml><?xml version="1.0" encoding="utf-8"?>
<p:tagLst xmlns:p="http://schemas.openxmlformats.org/presentationml/2006/main">
  <p:tag name="PA" val="v5.2.10"/>
  <p:tag name="RESOURCELIBID_ANIM" val="451"/>
</p:tagLst>
</file>

<file path=ppt/tags/tag42.xml><?xml version="1.0" encoding="utf-8"?>
<p:tagLst xmlns:p="http://schemas.openxmlformats.org/presentationml/2006/main">
  <p:tag name="PA" val="v5.2.10"/>
  <p:tag name="RESOURCELIBID_ANIM" val="451"/>
</p:tagLst>
</file>

<file path=ppt/tags/tag43.xml><?xml version="1.0" encoding="utf-8"?>
<p:tagLst xmlns:p="http://schemas.openxmlformats.org/presentationml/2006/main">
  <p:tag name="PA" val="v5.2.10"/>
  <p:tag name="RESOURCELIBID_ANIM" val="462"/>
</p:tagLst>
</file>

<file path=ppt/tags/tag44.xml><?xml version="1.0" encoding="utf-8"?>
<p:tagLst xmlns:p="http://schemas.openxmlformats.org/presentationml/2006/main">
  <p:tag name="PA" val="v5.2.10"/>
  <p:tag name="RESOURCELIBID_ANIM" val="451"/>
</p:tagLst>
</file>

<file path=ppt/tags/tag45.xml><?xml version="1.0" encoding="utf-8"?>
<p:tagLst xmlns:p="http://schemas.openxmlformats.org/presentationml/2006/main">
  <p:tag name="PA" val="v5.2.10"/>
  <p:tag name="RESOURCELIBID_ANIM" val="451"/>
</p:tagLst>
</file>

<file path=ppt/tags/tag46.xml><?xml version="1.0" encoding="utf-8"?>
<p:tagLst xmlns:p="http://schemas.openxmlformats.org/presentationml/2006/main">
  <p:tag name="PA" val="v5.2.10"/>
  <p:tag name="RESOURCELIBID_ANIM" val="451"/>
</p:tagLst>
</file>

<file path=ppt/tags/tag47.xml><?xml version="1.0" encoding="utf-8"?>
<p:tagLst xmlns:p="http://schemas.openxmlformats.org/presentationml/2006/main">
  <p:tag name="KSO_WM_DIAGRAM_VIRTUALLY_FRAME" val="{&quot;height&quot;:313.82881889763786,&quot;left&quot;:326.25188976377956,&quot;top&quot;:154.5612598425197,&quot;width&quot;:582.0774803149607}"/>
</p:tagLst>
</file>

<file path=ppt/tags/tag48.xml><?xml version="1.0" encoding="utf-8"?>
<p:tagLst xmlns:p="http://schemas.openxmlformats.org/presentationml/2006/main">
  <p:tag name="PA" val="v5.2.10"/>
  <p:tag name="RESOURCELIBID_ANIM" val="451"/>
  <p:tag name="KSO_WM_DIAGRAM_VIRTUALLY_FRAME" val="{&quot;height&quot;:313.82881889763786,&quot;left&quot;:326.25188976377956,&quot;top&quot;:154.5612598425197,&quot;width&quot;:582.0774803149607}"/>
</p:tagLst>
</file>

<file path=ppt/tags/tag49.xml><?xml version="1.0" encoding="utf-8"?>
<p:tagLst xmlns:p="http://schemas.openxmlformats.org/presentationml/2006/main">
  <p:tag name="PA" val="v5.2.10"/>
  <p:tag name="RESOURCELIBID_ANIM" val="451"/>
  <p:tag name="KSO_WM_DIAGRAM_VIRTUALLY_FRAME" val="{&quot;height&quot;:313.82881889763786,&quot;left&quot;:326.25188976377956,&quot;top&quot;:154.5612598425197,&quot;width&quot;:582.0774803149607}"/>
</p:tagLst>
</file>

<file path=ppt/tags/tag50.xml><?xml version="1.0" encoding="utf-8"?>
<p:tagLst xmlns:p="http://schemas.openxmlformats.org/presentationml/2006/main">
  <p:tag name="KSO_WM_DIAGRAM_VIRTUALLY_FRAME" val="{&quot;height&quot;:313.82881889763786,&quot;left&quot;:326.25188976377956,&quot;top&quot;:154.5612598425197,&quot;width&quot;:582.0774803149607}"/>
</p:tagLst>
</file>

<file path=ppt/tags/tag51.xml><?xml version="1.0" encoding="utf-8"?>
<p:tagLst xmlns:p="http://schemas.openxmlformats.org/presentationml/2006/main">
  <p:tag name="KSO_WM_DIAGRAM_VIRTUALLY_FRAME" val="{&quot;height&quot;:313.82881889763786,&quot;left&quot;:326.25188976377956,&quot;top&quot;:154.5612598425197,&quot;width&quot;:582.0774803149607}"/>
</p:tagLst>
</file>

<file path=ppt/tags/tag52.xml><?xml version="1.0" encoding="utf-8"?>
<p:tagLst xmlns:p="http://schemas.openxmlformats.org/presentationml/2006/main">
  <p:tag name="PA" val="v5.2.10"/>
  <p:tag name="RESOURCELIBID_ANIM" val="451"/>
  <p:tag name="KSO_WM_DIAGRAM_VIRTUALLY_FRAME" val="{&quot;height&quot;:313.82881889763786,&quot;left&quot;:326.25188976377956,&quot;top&quot;:154.5612598425197,&quot;width&quot;:582.0774803149607}"/>
</p:tagLst>
</file>

<file path=ppt/tags/tag53.xml><?xml version="1.0" encoding="utf-8"?>
<p:tagLst xmlns:p="http://schemas.openxmlformats.org/presentationml/2006/main">
  <p:tag name="PA" val="v5.2.10"/>
  <p:tag name="RESOURCELIBID_ANIM" val="451"/>
  <p:tag name="KSO_WM_DIAGRAM_VIRTUALLY_FRAME" val="{&quot;height&quot;:313.82881889763786,&quot;left&quot;:326.25188976377956,&quot;top&quot;:154.5612598425197,&quot;width&quot;:582.0774803149607}"/>
</p:tagLst>
</file>

<file path=ppt/tags/tag54.xml><?xml version="1.0" encoding="utf-8"?>
<p:tagLst xmlns:p="http://schemas.openxmlformats.org/presentationml/2006/main">
  <p:tag name="KSO_WM_DIAGRAM_VIRTUALLY_FRAME" val="{&quot;height&quot;:313.82881889763786,&quot;left&quot;:326.25188976377956,&quot;top&quot;:154.5612598425197,&quot;width&quot;:582.0774803149607}"/>
</p:tagLst>
</file>

<file path=ppt/tags/tag55.xml><?xml version="1.0" encoding="utf-8"?>
<p:tagLst xmlns:p="http://schemas.openxmlformats.org/presentationml/2006/main">
  <p:tag name="KSO_WM_DIAGRAM_VIRTUALLY_FRAME" val="{&quot;height&quot;:313.82881889763786,&quot;left&quot;:326.25188976377956,&quot;top&quot;:154.5612598425197,&quot;width&quot;:582.0774803149607}"/>
</p:tagLst>
</file>

<file path=ppt/tags/tag56.xml><?xml version="1.0" encoding="utf-8"?>
<p:tagLst xmlns:p="http://schemas.openxmlformats.org/presentationml/2006/main">
  <p:tag name="PA" val="v5.2.10"/>
  <p:tag name="RESOURCELIBID_ANIM" val="451"/>
  <p:tag name="KSO_WM_DIAGRAM_VIRTUALLY_FRAME" val="{&quot;height&quot;:313.82881889763786,&quot;left&quot;:326.25188976377956,&quot;top&quot;:154.5612598425197,&quot;width&quot;:582.0774803149607}"/>
</p:tagLst>
</file>

<file path=ppt/tags/tag57.xml><?xml version="1.0" encoding="utf-8"?>
<p:tagLst xmlns:p="http://schemas.openxmlformats.org/presentationml/2006/main">
  <p:tag name="PA" val="v5.2.10"/>
  <p:tag name="RESOURCELIBID_ANIM" val="451"/>
  <p:tag name="KSO_WM_DIAGRAM_VIRTUALLY_FRAME" val="{&quot;height&quot;:313.82881889763786,&quot;left&quot;:326.25188976377956,&quot;top&quot;:154.5612598425197,&quot;width&quot;:582.0774803149607}"/>
</p:tagLst>
</file>

<file path=ppt/tags/tag58.xml><?xml version="1.0" encoding="utf-8"?>
<p:tagLst xmlns:p="http://schemas.openxmlformats.org/presentationml/2006/main">
  <p:tag name="KSO_WM_DIAGRAM_VIRTUALLY_FRAME" val="{&quot;height&quot;:313.82881889763786,&quot;left&quot;:326.25188976377956,&quot;top&quot;:154.5612598425197,&quot;width&quot;:582.0774803149607}"/>
</p:tagLst>
</file>

<file path=ppt/tags/tag59.xml><?xml version="1.0" encoding="utf-8"?>
<p:tagLst xmlns:p="http://schemas.openxmlformats.org/presentationml/2006/main">
  <p:tag name="KSO_WM_DIAGRAM_VIRTUALLY_FRAME" val="{&quot;height&quot;:313.82881889763786,&quot;left&quot;:326.25188976377956,&quot;top&quot;:154.5612598425197,&quot;width&quot;:582.0774803149607}"/>
</p:tagLst>
</file>

<file path=ppt/tags/tag60.xml><?xml version="1.0" encoding="utf-8"?>
<p:tagLst xmlns:p="http://schemas.openxmlformats.org/presentationml/2006/main">
  <p:tag name="PA" val="v5.2.10"/>
  <p:tag name="RESOURCELIBID_ANIM" val="451"/>
  <p:tag name="KSO_WM_DIAGRAM_VIRTUALLY_FRAME" val="{&quot;height&quot;:313.82881889763786,&quot;left&quot;:326.25188976377956,&quot;top&quot;:154.5612598425197,&quot;width&quot;:582.0774803149607}"/>
</p:tagLst>
</file>

<file path=ppt/tags/tag61.xml><?xml version="1.0" encoding="utf-8"?>
<p:tagLst xmlns:p="http://schemas.openxmlformats.org/presentationml/2006/main">
  <p:tag name="PA" val="v5.2.10"/>
  <p:tag name="RESOURCELIBID_ANIM" val="451"/>
  <p:tag name="KSO_WM_DIAGRAM_VIRTUALLY_FRAME" val="{&quot;height&quot;:313.82881889763786,&quot;left&quot;:326.25188976377956,&quot;top&quot;:154.5612598425197,&quot;width&quot;:582.0774803149607}"/>
</p:tagLst>
</file>

<file path=ppt/tags/tag62.xml><?xml version="1.0" encoding="utf-8"?>
<p:tagLst xmlns:p="http://schemas.openxmlformats.org/presentationml/2006/main">
  <p:tag name="KSO_WM_DIAGRAM_VIRTUALLY_FRAME" val="{&quot;height&quot;:313.82881889763786,&quot;left&quot;:326.25188976377956,&quot;top&quot;:154.5612598425197,&quot;width&quot;:582.0774803149607}"/>
</p:tagLst>
</file>

<file path=ppt/tags/tag63.xml><?xml version="1.0" encoding="utf-8"?>
<p:tagLst xmlns:p="http://schemas.openxmlformats.org/presentationml/2006/main">
  <p:tag name="PA" val="v5.2.10"/>
  <p:tag name="RESOURCELIBID_ANIM" val="451"/>
</p:tagLst>
</file>

<file path=ppt/tags/tag64.xml><?xml version="1.0" encoding="utf-8"?>
<p:tagLst xmlns:p="http://schemas.openxmlformats.org/presentationml/2006/main">
  <p:tag name="PA" val="v5.2.10"/>
  <p:tag name="RESOURCELIBID_ANIM" val="451"/>
</p:tagLst>
</file>

<file path=ppt/tags/tag65.xml><?xml version="1.0" encoding="utf-8"?>
<p:tagLst xmlns:p="http://schemas.openxmlformats.org/presentationml/2006/main">
  <p:tag name="KSO_WM_DIAGRAM_VIRTUALLY_FRAME" val="{&quot;height&quot;:333.966062992126,&quot;left&quot;:454.8947244094488,&quot;top&quot;:93.85,&quot;width&quot;:435.6052755905512}"/>
</p:tagLst>
</file>

<file path=ppt/tags/tag66.xml><?xml version="1.0" encoding="utf-8"?>
<p:tagLst xmlns:p="http://schemas.openxmlformats.org/presentationml/2006/main">
  <p:tag name="KSO_WM_DIAGRAM_VIRTUALLY_FRAME" val="{&quot;height&quot;:333.966062992126,&quot;left&quot;:454.8947244094488,&quot;top&quot;:93.85,&quot;width&quot;:435.6052755905512}"/>
</p:tagLst>
</file>

<file path=ppt/tags/tag67.xml><?xml version="1.0" encoding="utf-8"?>
<p:tagLst xmlns:p="http://schemas.openxmlformats.org/presentationml/2006/main">
  <p:tag name="KSO_WM_DIAGRAM_VIRTUALLY_FRAME" val="{&quot;height&quot;:333.966062992126,&quot;left&quot;:454.8947244094488,&quot;top&quot;:93.85,&quot;width&quot;:435.6052755905512}"/>
</p:tagLst>
</file>

<file path=ppt/tags/tag68.xml><?xml version="1.0" encoding="utf-8"?>
<p:tagLst xmlns:p="http://schemas.openxmlformats.org/presentationml/2006/main">
  <p:tag name="KSO_WM_DIAGRAM_VIRTUALLY_FRAME" val="{&quot;height&quot;:333.966062992126,&quot;left&quot;:454.8947244094488,&quot;top&quot;:93.85,&quot;width&quot;:435.6052755905512}"/>
</p:tagLst>
</file>

<file path=ppt/tags/tag69.xml><?xml version="1.0" encoding="utf-8"?>
<p:tagLst xmlns:p="http://schemas.openxmlformats.org/presentationml/2006/main">
  <p:tag name="KSO_WM_DIAGRAM_VIRTUALLY_FRAME" val="{&quot;height&quot;:333.966062992126,&quot;left&quot;:454.8947244094488,&quot;top&quot;:93.85,&quot;width&quot;:435.6052755905512}"/>
</p:tagLst>
</file>

<file path=ppt/tags/tag70.xml><?xml version="1.0" encoding="utf-8"?>
<p:tagLst xmlns:p="http://schemas.openxmlformats.org/presentationml/2006/main">
  <p:tag name="KSO_WM_DIAGRAM_VIRTUALLY_FRAME" val="{&quot;height&quot;:333.966062992126,&quot;left&quot;:454.8947244094488,&quot;top&quot;:93.85,&quot;width&quot;:435.6052755905512}"/>
</p:tagLst>
</file>

<file path=ppt/tags/tag71.xml><?xml version="1.0" encoding="utf-8"?>
<p:tagLst xmlns:p="http://schemas.openxmlformats.org/presentationml/2006/main">
  <p:tag name="KSO_WM_DIAGRAM_VIRTUALLY_FRAME" val="{&quot;height&quot;:333.966062992126,&quot;left&quot;:454.8947244094488,&quot;top&quot;:93.85,&quot;width&quot;:435.6052755905512}"/>
</p:tagLst>
</file>

<file path=ppt/tags/tag72.xml><?xml version="1.0" encoding="utf-8"?>
<p:tagLst xmlns:p="http://schemas.openxmlformats.org/presentationml/2006/main">
  <p:tag name="KSO_WM_DIAGRAM_VIRTUALLY_FRAME" val="{&quot;height&quot;:333.966062992126,&quot;left&quot;:454.8947244094488,&quot;top&quot;:93.85,&quot;width&quot;:435.6052755905512}"/>
</p:tagLst>
</file>

<file path=ppt/tags/tag73.xml><?xml version="1.0" encoding="utf-8"?>
<p:tagLst xmlns:p="http://schemas.openxmlformats.org/presentationml/2006/main">
  <p:tag name="KSO_WM_DIAGRAM_VIRTUALLY_FRAME" val="{&quot;height&quot;:333.966062992126,&quot;left&quot;:454.8947244094488,&quot;top&quot;:93.85,&quot;width&quot;:435.6052755905512}"/>
</p:tagLst>
</file>

<file path=ppt/tags/tag74.xml><?xml version="1.0" encoding="utf-8"?>
<p:tagLst xmlns:p="http://schemas.openxmlformats.org/presentationml/2006/main">
  <p:tag name="KSO_WM_DIAGRAM_VIRTUALLY_FRAME" val="{&quot;height&quot;:333.966062992126,&quot;left&quot;:454.8947244094488,&quot;top&quot;:93.85,&quot;width&quot;:435.6052755905512}"/>
</p:tagLst>
</file>

<file path=ppt/tags/tag75.xml><?xml version="1.0" encoding="utf-8"?>
<p:tagLst xmlns:p="http://schemas.openxmlformats.org/presentationml/2006/main">
  <p:tag name="KSO_WM_DIAGRAM_VIRTUALLY_FRAME" val="{&quot;height&quot;:333.966062992126,&quot;left&quot;:454.8947244094488,&quot;top&quot;:93.85,&quot;width&quot;:435.6052755905512}"/>
</p:tagLst>
</file>

<file path=ppt/tags/tag76.xml><?xml version="1.0" encoding="utf-8"?>
<p:tagLst xmlns:p="http://schemas.openxmlformats.org/presentationml/2006/main">
  <p:tag name="KSO_WM_DIAGRAM_VIRTUALLY_FRAME" val="{&quot;height&quot;:333.966062992126,&quot;left&quot;:454.8947244094488,&quot;top&quot;:93.85,&quot;width&quot;:435.6052755905512}"/>
</p:tagLst>
</file>

<file path=ppt/tags/tag77.xml><?xml version="1.0" encoding="utf-8"?>
<p:tagLst xmlns:p="http://schemas.openxmlformats.org/presentationml/2006/main">
  <p:tag name="KSO_WM_DIAGRAM_VIRTUALLY_FRAME" val="{&quot;height&quot;:333.966062992126,&quot;left&quot;:454.8947244094488,&quot;top&quot;:93.85,&quot;width&quot;:435.6052755905512}"/>
</p:tagLst>
</file>

<file path=ppt/tags/tag78.xml><?xml version="1.0" encoding="utf-8"?>
<p:tagLst xmlns:p="http://schemas.openxmlformats.org/presentationml/2006/main">
  <p:tag name="KSO_WM_DIAGRAM_VIRTUALLY_FRAME" val="{&quot;height&quot;:333.966062992126,&quot;left&quot;:454.8947244094488,&quot;top&quot;:93.85,&quot;width&quot;:435.6052755905512}"/>
</p:tagLst>
</file>

<file path=ppt/tags/tag79.xml><?xml version="1.0" encoding="utf-8"?>
<p:tagLst xmlns:p="http://schemas.openxmlformats.org/presentationml/2006/main">
  <p:tag name="KSO_WM_DIAGRAM_VIRTUALLY_FRAME" val="{&quot;height&quot;:333.966062992126,&quot;left&quot;:454.8947244094488,&quot;top&quot;:93.85,&quot;width&quot;:435.6052755905512}"/>
</p:tagLst>
</file>

<file path=ppt/tags/tag80.xml><?xml version="1.0" encoding="utf-8"?>
<p:tagLst xmlns:p="http://schemas.openxmlformats.org/presentationml/2006/main">
  <p:tag name="KSO_WM_DIAGRAM_VIRTUALLY_FRAME" val="{&quot;height&quot;:333.966062992126,&quot;left&quot;:454.8947244094488,&quot;top&quot;:93.85,&quot;width&quot;:435.6052755905512}"/>
</p:tagLst>
</file>

<file path=ppt/tags/tag81.xml><?xml version="1.0" encoding="utf-8"?>
<p:tagLst xmlns:p="http://schemas.openxmlformats.org/presentationml/2006/main">
  <p:tag name="KSO_WM_DIAGRAM_VIRTUALLY_FRAME" val="{&quot;height&quot;:333.966062992126,&quot;left&quot;:454.8947244094488,&quot;top&quot;:93.85,&quot;width&quot;:435.6052755905512}"/>
</p:tagLst>
</file>

<file path=ppt/tags/tag82.xml><?xml version="1.0" encoding="utf-8"?>
<p:tagLst xmlns:p="http://schemas.openxmlformats.org/presentationml/2006/main">
  <p:tag name="KSO_WM_DIAGRAM_VIRTUALLY_FRAME" val="{&quot;height&quot;:333.966062992126,&quot;left&quot;:454.8947244094488,&quot;top&quot;:93.85,&quot;width&quot;:435.6052755905512}"/>
</p:tagLst>
</file>

<file path=ppt/tags/tag83.xml><?xml version="1.0" encoding="utf-8"?>
<p:tagLst xmlns:p="http://schemas.openxmlformats.org/presentationml/2006/main">
  <p:tag name="KSO_WM_DIAGRAM_VIRTUALLY_FRAME" val="{&quot;height&quot;:333.966062992126,&quot;left&quot;:454.8947244094488,&quot;top&quot;:93.85,&quot;width&quot;:435.6052755905512}"/>
</p:tagLst>
</file>

<file path=ppt/tags/tag84.xml><?xml version="1.0" encoding="utf-8"?>
<p:tagLst xmlns:p="http://schemas.openxmlformats.org/presentationml/2006/main">
  <p:tag name="KSO_WM_DIAGRAM_VIRTUALLY_FRAME" val="{&quot;height&quot;:333.966062992126,&quot;left&quot;:454.8947244094488,&quot;top&quot;:93.85,&quot;width&quot;:435.6052755905512}"/>
</p:tagLst>
</file>

<file path=ppt/tags/tag85.xml><?xml version="1.0" encoding="utf-8"?>
<p:tagLst xmlns:p="http://schemas.openxmlformats.org/presentationml/2006/main">
  <p:tag name="KSO_WM_DIAGRAM_VIRTUALLY_FRAME" val="{&quot;height&quot;:333.966062992126,&quot;left&quot;:454.8947244094488,&quot;top&quot;:93.85,&quot;width&quot;:435.6052755905512}"/>
</p:tagLst>
</file>

<file path=ppt/tags/tag86.xml><?xml version="1.0" encoding="utf-8"?>
<p:tagLst xmlns:p="http://schemas.openxmlformats.org/presentationml/2006/main">
  <p:tag name="KSO_WM_DIAGRAM_VIRTUALLY_FRAME" val="{&quot;height&quot;:333.966062992126,&quot;left&quot;:454.8947244094488,&quot;top&quot;:93.85,&quot;width&quot;:435.6052755905512}"/>
</p:tagLst>
</file>

<file path=ppt/tags/tag87.xml><?xml version="1.0" encoding="utf-8"?>
<p:tagLst xmlns:p="http://schemas.openxmlformats.org/presentationml/2006/main">
  <p:tag name="KSO_WM_DIAGRAM_VIRTUALLY_FRAME" val="{&quot;height&quot;:333.966062992126,&quot;left&quot;:454.8947244094488,&quot;top&quot;:93.85,&quot;width&quot;:435.6052755905512}"/>
</p:tagLst>
</file>

<file path=ppt/tags/tag88.xml><?xml version="1.0" encoding="utf-8"?>
<p:tagLst xmlns:p="http://schemas.openxmlformats.org/presentationml/2006/main">
  <p:tag name="KSO_WM_DIAGRAM_VIRTUALLY_FRAME" val="{&quot;height&quot;:333.966062992126,&quot;left&quot;:454.8947244094488,&quot;top&quot;:93.85,&quot;width&quot;:435.6052755905512}"/>
</p:tagLst>
</file>

<file path=ppt/tags/tag89.xml><?xml version="1.0" encoding="utf-8"?>
<p:tagLst xmlns:p="http://schemas.openxmlformats.org/presentationml/2006/main">
  <p:tag name="KSO_WM_DIAGRAM_VIRTUALLY_FRAME" val="{&quot;height&quot;:333.966062992126,&quot;left&quot;:454.8947244094488,&quot;top&quot;:93.85,&quot;width&quot;:435.6052755905512}"/>
</p:tagLst>
</file>

<file path=ppt/tags/tag90.xml><?xml version="1.0" encoding="utf-8"?>
<p:tagLst xmlns:p="http://schemas.openxmlformats.org/presentationml/2006/main">
  <p:tag name="KSO_WM_DIAGRAM_VIRTUALLY_FRAME" val="{&quot;height&quot;:347.3651181102362,&quot;left&quot;:454.8947244094488,&quot;top&quot;:93.85,&quot;width&quot;:435.6052755905512}"/>
</p:tagLst>
</file>

<file path=ppt/tags/tag91.xml><?xml version="1.0" encoding="utf-8"?>
<p:tagLst xmlns:p="http://schemas.openxmlformats.org/presentationml/2006/main">
  <p:tag name="KSO_WM_DIAGRAM_VIRTUALLY_FRAME" val="{&quot;height&quot;:347.3651181102362,&quot;left&quot;:454.8947244094488,&quot;top&quot;:93.85,&quot;width&quot;:435.6052755905512}"/>
</p:tagLst>
</file>

<file path=ppt/tags/tag92.xml><?xml version="1.0" encoding="utf-8"?>
<p:tagLst xmlns:p="http://schemas.openxmlformats.org/presentationml/2006/main">
  <p:tag name="KSO_WM_DIAGRAM_VIRTUALLY_FRAME" val="{&quot;height&quot;:347.3651181102362,&quot;left&quot;:454.8947244094488,&quot;top&quot;:93.85,&quot;width&quot;:435.6052755905512}"/>
</p:tagLst>
</file>

<file path=ppt/tags/tag93.xml><?xml version="1.0" encoding="utf-8"?>
<p:tagLst xmlns:p="http://schemas.openxmlformats.org/presentationml/2006/main">
  <p:tag name="KSO_WM_DIAGRAM_VIRTUALLY_FRAME" val="{&quot;height&quot;:347.3651181102362,&quot;left&quot;:454.8947244094488,&quot;top&quot;:93.85,&quot;width&quot;:435.6052755905512}"/>
</p:tagLst>
</file>

<file path=ppt/tags/tag94.xml><?xml version="1.0" encoding="utf-8"?>
<p:tagLst xmlns:p="http://schemas.openxmlformats.org/presentationml/2006/main">
  <p:tag name="KSO_WM_DIAGRAM_VIRTUALLY_FRAME" val="{&quot;height&quot;:347.3651181102362,&quot;left&quot;:454.8947244094488,&quot;top&quot;:93.85,&quot;width&quot;:435.6052755905512}"/>
</p:tagLst>
</file>

<file path=ppt/tags/tag95.xml><?xml version="1.0" encoding="utf-8"?>
<p:tagLst xmlns:p="http://schemas.openxmlformats.org/presentationml/2006/main">
  <p:tag name="KSO_WM_DIAGRAM_VIRTUALLY_FRAME" val="{&quot;height&quot;:347.3651181102362,&quot;left&quot;:454.8947244094488,&quot;top&quot;:93.85,&quot;width&quot;:435.6052755905512}"/>
</p:tagLst>
</file>

<file path=ppt/tags/tag96.xml><?xml version="1.0" encoding="utf-8"?>
<p:tagLst xmlns:p="http://schemas.openxmlformats.org/presentationml/2006/main">
  <p:tag name="KSO_WM_DIAGRAM_VIRTUALLY_FRAME" val="{&quot;height&quot;:347.3651181102362,&quot;left&quot;:454.8947244094488,&quot;top&quot;:93.85,&quot;width&quot;:435.6052755905512}"/>
</p:tagLst>
</file>

<file path=ppt/tags/tag97.xml><?xml version="1.0" encoding="utf-8"?>
<p:tagLst xmlns:p="http://schemas.openxmlformats.org/presentationml/2006/main">
  <p:tag name="KSO_WM_DIAGRAM_VIRTUALLY_FRAME" val="{&quot;height&quot;:347.3651181102362,&quot;left&quot;:454.8947244094488,&quot;top&quot;:93.85,&quot;width&quot;:435.6052755905512}"/>
</p:tagLst>
</file>

<file path=ppt/tags/tag98.xml><?xml version="1.0" encoding="utf-8"?>
<p:tagLst xmlns:p="http://schemas.openxmlformats.org/presentationml/2006/main">
  <p:tag name="KSO_WM_DIAGRAM_VIRTUALLY_FRAME" val="{&quot;height&quot;:347.3651181102362,&quot;left&quot;:454.8947244094488,&quot;top&quot;:93.85,&quot;width&quot;:435.6052755905512}"/>
</p:tagLst>
</file>

<file path=ppt/tags/tag99.xml><?xml version="1.0" encoding="utf-8"?>
<p:tagLst xmlns:p="http://schemas.openxmlformats.org/presentationml/2006/main">
  <p:tag name="KSO_WM_DIAGRAM_VIRTUALLY_FRAME" val="{&quot;height&quot;:347.3651181102362,&quot;left&quot;:454.8947244094488,&quot;top&quot;:93.85,&quot;width&quot;:435.6052755905512}"/>
</p:tagLst>
</file>

<file path=ppt/tags/tag100.xml><?xml version="1.0" encoding="utf-8"?>
<p:tagLst xmlns:p="http://schemas.openxmlformats.org/presentationml/2006/main">
  <p:tag name="KSO_WM_DIAGRAM_VIRTUALLY_FRAME" val="{&quot;height&quot;:347.3651181102362,&quot;left&quot;:454.8947244094488,&quot;top&quot;:93.85,&quot;width&quot;:435.6052755905512}"/>
</p:tagLst>
</file>

<file path=ppt/tags/tag101.xml><?xml version="1.0" encoding="utf-8"?>
<p:tagLst xmlns:p="http://schemas.openxmlformats.org/presentationml/2006/main">
  <p:tag name="KSO_WM_DIAGRAM_VIRTUALLY_FRAME" val="{&quot;height&quot;:347.3651181102362,&quot;left&quot;:454.8947244094488,&quot;top&quot;:93.85,&quot;width&quot;:435.6052755905512}"/>
</p:tagLst>
</file>

<file path=ppt/tags/tag102.xml><?xml version="1.0" encoding="utf-8"?>
<p:tagLst xmlns:p="http://schemas.openxmlformats.org/presentationml/2006/main">
  <p:tag name="KSO_WM_DIAGRAM_VIRTUALLY_FRAME" val="{&quot;height&quot;:347.3651181102362,&quot;left&quot;:454.8947244094488,&quot;top&quot;:93.85,&quot;width&quot;:435.6052755905512}"/>
</p:tagLst>
</file>

<file path=ppt/tags/tag103.xml><?xml version="1.0" encoding="utf-8"?>
<p:tagLst xmlns:p="http://schemas.openxmlformats.org/presentationml/2006/main">
  <p:tag name="KSO_WM_DIAGRAM_VIRTUALLY_FRAME" val="{&quot;height&quot;:347.3651181102362,&quot;left&quot;:454.8947244094488,&quot;top&quot;:93.85,&quot;width&quot;:435.6052755905512}"/>
</p:tagLst>
</file>

<file path=ppt/tags/tag104.xml><?xml version="1.0" encoding="utf-8"?>
<p:tagLst xmlns:p="http://schemas.openxmlformats.org/presentationml/2006/main">
  <p:tag name="KSO_WM_DIAGRAM_VIRTUALLY_FRAME" val="{&quot;height&quot;:347.3651181102362,&quot;left&quot;:454.8947244094488,&quot;top&quot;:93.85,&quot;width&quot;:435.6052755905512}"/>
</p:tagLst>
</file>

<file path=ppt/tags/tag105.xml><?xml version="1.0" encoding="utf-8"?>
<p:tagLst xmlns:p="http://schemas.openxmlformats.org/presentationml/2006/main">
  <p:tag name="KSO_WM_DIAGRAM_VIRTUALLY_FRAME" val="{&quot;height&quot;:347.3651181102362,&quot;left&quot;:454.8947244094488,&quot;top&quot;:93.85,&quot;width&quot;:435.6052755905512}"/>
</p:tagLst>
</file>

<file path=ppt/tags/tag106.xml><?xml version="1.0" encoding="utf-8"?>
<p:tagLst xmlns:p="http://schemas.openxmlformats.org/presentationml/2006/main">
  <p:tag name="KSO_WM_DIAGRAM_VIRTUALLY_FRAME" val="{&quot;height&quot;:347.3651181102362,&quot;left&quot;:454.8947244094488,&quot;top&quot;:93.85,&quot;width&quot;:435.6052755905512}"/>
</p:tagLst>
</file>

<file path=ppt/tags/tag107.xml><?xml version="1.0" encoding="utf-8"?>
<p:tagLst xmlns:p="http://schemas.openxmlformats.org/presentationml/2006/main">
  <p:tag name="KSO_WM_DIAGRAM_VIRTUALLY_FRAME" val="{&quot;height&quot;:347.3651181102362,&quot;left&quot;:454.8947244094488,&quot;top&quot;:93.85,&quot;width&quot;:435.6052755905512}"/>
</p:tagLst>
</file>

<file path=ppt/tags/tag108.xml><?xml version="1.0" encoding="utf-8"?>
<p:tagLst xmlns:p="http://schemas.openxmlformats.org/presentationml/2006/main">
  <p:tag name="KSO_WM_DIAGRAM_VIRTUALLY_FRAME" val="{&quot;height&quot;:347.3651181102362,&quot;left&quot;:454.8947244094488,&quot;top&quot;:93.85,&quot;width&quot;:435.6052755905512}"/>
</p:tagLst>
</file>

<file path=ppt/tags/tag109.xml><?xml version="1.0" encoding="utf-8"?>
<p:tagLst xmlns:p="http://schemas.openxmlformats.org/presentationml/2006/main">
  <p:tag name="KSO_WM_DIAGRAM_VIRTUALLY_FRAME" val="{&quot;height&quot;:347.3651181102362,&quot;left&quot;:454.8947244094488,&quot;top&quot;:93.85,&quot;width&quot;:435.6052755905512}"/>
</p:tagLst>
</file>

<file path=ppt/tags/tag110.xml><?xml version="1.0" encoding="utf-8"?>
<p:tagLst xmlns:p="http://schemas.openxmlformats.org/presentationml/2006/main">
  <p:tag name="KSO_WM_DIAGRAM_VIRTUALLY_FRAME" val="{&quot;height&quot;:347.3651181102362,&quot;left&quot;:454.8947244094488,&quot;top&quot;:93.85,&quot;width&quot;:435.6052755905512}"/>
</p:tagLst>
</file>

<file path=ppt/tags/tag111.xml><?xml version="1.0" encoding="utf-8"?>
<p:tagLst xmlns:p="http://schemas.openxmlformats.org/presentationml/2006/main">
  <p:tag name="KSO_WM_DIAGRAM_VIRTUALLY_FRAME" val="{&quot;height&quot;:347.3651181102362,&quot;left&quot;:454.8947244094488,&quot;top&quot;:93.85,&quot;width&quot;:435.6052755905512}"/>
</p:tagLst>
</file>

<file path=ppt/tags/tag112.xml><?xml version="1.0" encoding="utf-8"?>
<p:tagLst xmlns:p="http://schemas.openxmlformats.org/presentationml/2006/main">
  <p:tag name="KSO_WM_DIAGRAM_VIRTUALLY_FRAME" val="{&quot;height&quot;:347.3651181102362,&quot;left&quot;:454.8947244094488,&quot;top&quot;:93.85,&quot;width&quot;:435.6052755905512}"/>
</p:tagLst>
</file>

<file path=ppt/tags/tag113.xml><?xml version="1.0" encoding="utf-8"?>
<p:tagLst xmlns:p="http://schemas.openxmlformats.org/presentationml/2006/main">
  <p:tag name="KSO_WM_DIAGRAM_VIRTUALLY_FRAME" val="{&quot;height&quot;:347.3651181102362,&quot;left&quot;:454.8947244094488,&quot;top&quot;:93.85,&quot;width&quot;:435.6052755905512}"/>
</p:tagLst>
</file>

<file path=ppt/tags/tag114.xml><?xml version="1.0" encoding="utf-8"?>
<p:tagLst xmlns:p="http://schemas.openxmlformats.org/presentationml/2006/main">
  <p:tag name="KSO_WM_DIAGRAM_VIRTUALLY_FRAME" val="{&quot;height&quot;:347.3651181102362,&quot;left&quot;:454.8947244094488,&quot;top&quot;:93.85,&quot;width&quot;:435.6052755905512}"/>
</p:tagLst>
</file>

<file path=ppt/tags/tag115.xml><?xml version="1.0" encoding="utf-8"?>
<p:tagLst xmlns:p="http://schemas.openxmlformats.org/presentationml/2006/main">
  <p:tag name="KSO_WM_DIAGRAM_VIRTUALLY_FRAME" val="{&quot;height&quot;:347.3651181102362,&quot;left&quot;:454.8947244094488,&quot;top&quot;:93.85,&quot;width&quot;:435.6052755905512}"/>
</p:tagLst>
</file>

<file path=ppt/tags/tag116.xml><?xml version="1.0" encoding="utf-8"?>
<p:tagLst xmlns:p="http://schemas.openxmlformats.org/presentationml/2006/main">
  <p:tag name="KSO_WM_DIAGRAM_VIRTUALLY_FRAME" val="{&quot;height&quot;:347.3651181102362,&quot;left&quot;:454.8947244094488,&quot;top&quot;:93.85,&quot;width&quot;:435.6052755905512}"/>
</p:tagLst>
</file>

<file path=ppt/tags/tag117.xml><?xml version="1.0" encoding="utf-8"?>
<p:tagLst xmlns:p="http://schemas.openxmlformats.org/presentationml/2006/main">
  <p:tag name="KSO_WM_DIAGRAM_VIRTUALLY_FRAME" val="{&quot;height&quot;:347.3651181102362,&quot;left&quot;:454.8947244094488,&quot;top&quot;:93.85,&quot;width&quot;:435.6052755905512}"/>
</p:tagLst>
</file>

<file path=ppt/tags/tag118.xml><?xml version="1.0" encoding="utf-8"?>
<p:tagLst xmlns:p="http://schemas.openxmlformats.org/presentationml/2006/main">
  <p:tag name="KSO_WM_DIAGRAM_VIRTUALLY_FRAME" val="{&quot;height&quot;:347.3651181102362,&quot;left&quot;:454.8947244094488,&quot;top&quot;:93.85,&quot;width&quot;:435.6052755905512}"/>
</p:tagLst>
</file>

<file path=ppt/tags/tag119.xml><?xml version="1.0" encoding="utf-8"?>
<p:tagLst xmlns:p="http://schemas.openxmlformats.org/presentationml/2006/main">
  <p:tag name="KSO_WM_DIAGRAM_VIRTUALLY_FRAME" val="{&quot;height&quot;:347.3651181102362,&quot;left&quot;:454.8947244094488,&quot;top&quot;:93.85,&quot;width&quot;:435.6052755905512}"/>
</p:tagLst>
</file>

<file path=ppt/tags/tag120.xml><?xml version="1.0" encoding="utf-8"?>
<p:tagLst xmlns:p="http://schemas.openxmlformats.org/presentationml/2006/main">
  <p:tag name="PA" val="v5.2.10"/>
  <p:tag name="RESOURCELIBID_ANIM" val="451"/>
</p:tagLst>
</file>

<file path=ppt/tags/tag121.xml><?xml version="1.0" encoding="utf-8"?>
<p:tagLst xmlns:p="http://schemas.openxmlformats.org/presentationml/2006/main">
  <p:tag name="PA" val="v5.2.10"/>
  <p:tag name="RESOURCELIBID_ANIM" val="451"/>
</p:tagLst>
</file>

<file path=ppt/tags/tag122.xml><?xml version="1.0" encoding="utf-8"?>
<p:tagLst xmlns:p="http://schemas.openxmlformats.org/presentationml/2006/main">
  <p:tag name="PA" val="v5.2.10"/>
  <p:tag name="RESOURCELIBID_ANIM" val="451"/>
</p:tagLst>
</file>

<file path=ppt/tags/tag123.xml><?xml version="1.0" encoding="utf-8"?>
<p:tagLst xmlns:p="http://schemas.openxmlformats.org/presentationml/2006/main">
  <p:tag name="PA" val="v5.2.10"/>
  <p:tag name="RESOURCELIBID_ANIM" val="451"/>
</p:tagLst>
</file>

<file path=ppt/tags/tag124.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25.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26.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27.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28.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29.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30.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31.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32.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33.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34.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35.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36.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37.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38.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39.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40.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41.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42.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43.xml><?xml version="1.0" encoding="utf-8"?>
<p:tagLst xmlns:p="http://schemas.openxmlformats.org/presentationml/2006/main">
  <p:tag name="KSO_WM_DIAGRAM_VIRTUALLY_FRAME" val="{&quot;height&quot;:386.254957567258,&quot;left&quot;:67.63070866141732,&quot;top&quot;:118.63314960629923,&quot;width&quot;:804.0801574803148}"/>
</p:tagLst>
</file>

<file path=ppt/tags/tag144.xml><?xml version="1.0" encoding="utf-8"?>
<p:tagLst xmlns:p="http://schemas.openxmlformats.org/presentationml/2006/main">
  <p:tag name="PA" val="v5.2.10"/>
  <p:tag name="RESOURCELIBID_ANIM" val="451"/>
</p:tagLst>
</file>

<file path=ppt/tags/tag145.xml><?xml version="1.0" encoding="utf-8"?>
<p:tagLst xmlns:p="http://schemas.openxmlformats.org/presentationml/2006/main">
  <p:tag name="PA" val="v5.2.10"/>
  <p:tag name="RESOURCELIBID_ANIM" val="451"/>
</p:tagLst>
</file>

<file path=ppt/tags/tag146.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47.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48.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49.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50.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51.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52.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53.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54.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55.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56.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57.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58.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59.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60.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61.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62.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63.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64.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65.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66.xml><?xml version="1.0" encoding="utf-8"?>
<p:tagLst xmlns:p="http://schemas.openxmlformats.org/presentationml/2006/main">
  <p:tag name="KSO_WM_DIAGRAM_VIRTUALLY_FRAME" val="{&quot;height&quot;:329.2930708661417,&quot;left&quot;:80.92590551181102,&quot;top&quot;:111.7507874015748,&quot;width&quot;:532.7369291338583}"/>
</p:tagLst>
</file>

<file path=ppt/tags/tag167.xml><?xml version="1.0" encoding="utf-8"?>
<p:tagLst xmlns:p="http://schemas.openxmlformats.org/presentationml/2006/main">
  <p:tag name="PA" val="v5.2.10"/>
  <p:tag name="RESOURCELIBID_ANIM" val="462"/>
</p:tagLst>
</file>

<file path=ppt/tags/tag168.xml><?xml version="1.0" encoding="utf-8"?>
<p:tagLst xmlns:p="http://schemas.openxmlformats.org/presentationml/2006/main">
  <p:tag name="PA" val="v5.2.10"/>
  <p:tag name="RESOURCELIBID_ANIM" val="451"/>
</p:tagLst>
</file>

<file path=ppt/tags/tag169.xml><?xml version="1.0" encoding="utf-8"?>
<p:tagLst xmlns:p="http://schemas.openxmlformats.org/presentationml/2006/main">
  <p:tag name="KSO_WM_DIAGRAM_VIRTUALLY_FRAME" val="{&quot;height&quot;:455.7,&quot;left&quot;:37.95,&quot;top&quot;:-3.85,&quot;width&quot;:698.5}"/>
</p:tagLst>
</file>

<file path=ppt/tags/tag170.xml><?xml version="1.0" encoding="utf-8"?>
<p:tagLst xmlns:p="http://schemas.openxmlformats.org/presentationml/2006/main">
  <p:tag name="KSO_WM_DIAGRAM_VIRTUALLY_FRAME" val="{&quot;height&quot;:455.7,&quot;left&quot;:37.95,&quot;top&quot;:-3.85,&quot;width&quot;:698.5}"/>
</p:tagLst>
</file>

<file path=ppt/tags/tag171.xml><?xml version="1.0" encoding="utf-8"?>
<p:tagLst xmlns:p="http://schemas.openxmlformats.org/presentationml/2006/main">
  <p:tag name="KSO_WM_DIAGRAM_VIRTUALLY_FRAME" val="{&quot;height&quot;:455.7,&quot;left&quot;:37.95,&quot;top&quot;:-3.85,&quot;width&quot;:698.5}"/>
</p:tagLst>
</file>

<file path=ppt/tags/tag172.xml><?xml version="1.0" encoding="utf-8"?>
<p:tagLst xmlns:p="http://schemas.openxmlformats.org/presentationml/2006/main">
  <p:tag name="KSO_WM_DIAGRAM_VIRTUALLY_FRAME" val="{&quot;height&quot;:455.7,&quot;left&quot;:37.95,&quot;top&quot;:-3.85,&quot;width&quot;:698.5}"/>
</p:tagLst>
</file>

<file path=ppt/tags/tag173.xml><?xml version="1.0" encoding="utf-8"?>
<p:tagLst xmlns:p="http://schemas.openxmlformats.org/presentationml/2006/main">
  <p:tag name="KSO_WM_DIAGRAM_VIRTUALLY_FRAME" val="{&quot;height&quot;:455.7,&quot;left&quot;:37.95,&quot;top&quot;:-3.85,&quot;width&quot;:698.5}"/>
</p:tagLst>
</file>

<file path=ppt/tags/tag174.xml><?xml version="1.0" encoding="utf-8"?>
<p:tagLst xmlns:p="http://schemas.openxmlformats.org/presentationml/2006/main">
  <p:tag name="KSO_WM_DIAGRAM_VIRTUALLY_FRAME" val="{&quot;height&quot;:455.7,&quot;left&quot;:37.95,&quot;top&quot;:-3.85,&quot;width&quot;:698.5}"/>
</p:tagLst>
</file>

<file path=ppt/tags/tag175.xml><?xml version="1.0" encoding="utf-8"?>
<p:tagLst xmlns:p="http://schemas.openxmlformats.org/presentationml/2006/main">
  <p:tag name="KSO_WM_DIAGRAM_VIRTUALLY_FRAME" val="{&quot;height&quot;:455.7,&quot;left&quot;:37.95,&quot;top&quot;:-3.85,&quot;width&quot;:698.5}"/>
</p:tagLst>
</file>

<file path=ppt/tags/tag176.xml><?xml version="1.0" encoding="utf-8"?>
<p:tagLst xmlns:p="http://schemas.openxmlformats.org/presentationml/2006/main">
  <p:tag name="KSO_WM_DIAGRAM_VIRTUALLY_FRAME" val="{&quot;height&quot;:455.7,&quot;left&quot;:37.95,&quot;top&quot;:-3.85,&quot;width&quot;:698.5}"/>
</p:tagLst>
</file>

<file path=ppt/tags/tag177.xml><?xml version="1.0" encoding="utf-8"?>
<p:tagLst xmlns:p="http://schemas.openxmlformats.org/presentationml/2006/main">
  <p:tag name="KSO_WM_DIAGRAM_VIRTUALLY_FRAME" val="{&quot;height&quot;:455.7,&quot;left&quot;:39.235511811023564,&quot;top&quot;:93.5,&quot;width&quot;:693.1644881889764}"/>
</p:tagLst>
</file>

<file path=ppt/tags/tag178.xml><?xml version="1.0" encoding="utf-8"?>
<p:tagLst xmlns:p="http://schemas.openxmlformats.org/presentationml/2006/main">
  <p:tag name="KSO_WM_DIAGRAM_VIRTUALLY_FRAME" val="{&quot;height&quot;:455.7,&quot;left&quot;:39.235511811023564,&quot;top&quot;:93.5,&quot;width&quot;:693.1644881889764}"/>
</p:tagLst>
</file>

<file path=ppt/tags/tag179.xml><?xml version="1.0" encoding="utf-8"?>
<p:tagLst xmlns:p="http://schemas.openxmlformats.org/presentationml/2006/main">
  <p:tag name="KSO_WM_DIAGRAM_VIRTUALLY_FRAME" val="{&quot;height&quot;:455.7,&quot;left&quot;:39.235511811023564,&quot;top&quot;:93.5,&quot;width&quot;:693.1644881889764}"/>
</p:tagLst>
</file>

<file path=ppt/tags/tag180.xml><?xml version="1.0" encoding="utf-8"?>
<p:tagLst xmlns:p="http://schemas.openxmlformats.org/presentationml/2006/main">
  <p:tag name="KSO_WM_DIAGRAM_VIRTUALLY_FRAME" val="{&quot;height&quot;:455.7,&quot;left&quot;:39.235511811023564,&quot;top&quot;:93.5,&quot;width&quot;:693.1644881889764}"/>
</p:tagLst>
</file>

<file path=ppt/tags/tag181.xml><?xml version="1.0" encoding="utf-8"?>
<p:tagLst xmlns:p="http://schemas.openxmlformats.org/presentationml/2006/main">
  <p:tag name="KSO_WM_DIAGRAM_VIRTUALLY_FRAME" val="{&quot;height&quot;:455.7,&quot;left&quot;:39.235511811023564,&quot;top&quot;:93.5,&quot;width&quot;:693.1644881889764}"/>
</p:tagLst>
</file>

<file path=ppt/tags/tag182.xml><?xml version="1.0" encoding="utf-8"?>
<p:tagLst xmlns:p="http://schemas.openxmlformats.org/presentationml/2006/main">
  <p:tag name="KSO_WM_DIAGRAM_VIRTUALLY_FRAME" val="{&quot;height&quot;:455.7,&quot;left&quot;:39.235511811023564,&quot;top&quot;:93.5,&quot;width&quot;:693.1644881889764}"/>
</p:tagLst>
</file>

<file path=ppt/tags/tag183.xml><?xml version="1.0" encoding="utf-8"?>
<p:tagLst xmlns:p="http://schemas.openxmlformats.org/presentationml/2006/main">
  <p:tag name="KSO_WM_DIAGRAM_VIRTUALLY_FRAME" val="{&quot;height&quot;:455.7,&quot;left&quot;:39.235511811023564,&quot;top&quot;:93.5,&quot;width&quot;:693.1644881889764}"/>
</p:tagLst>
</file>

<file path=ppt/tags/tag184.xml><?xml version="1.0" encoding="utf-8"?>
<p:tagLst xmlns:p="http://schemas.openxmlformats.org/presentationml/2006/main">
  <p:tag name="KSO_WM_DIAGRAM_VIRTUALLY_FRAME" val="{&quot;height&quot;:455.7,&quot;left&quot;:39.235511811023564,&quot;top&quot;:93.5,&quot;width&quot;:693.1644881889764}"/>
</p:tagLst>
</file>

<file path=ppt/tags/tag185.xml><?xml version="1.0" encoding="utf-8"?>
<p:tagLst xmlns:p="http://schemas.openxmlformats.org/presentationml/2006/main">
  <p:tag name="KSO_WM_DIAGRAM_VIRTUALLY_FRAME" val="{&quot;height&quot;:455.7,&quot;left&quot;:39.235511811023564,&quot;top&quot;:93.5,&quot;width&quot;:693.1644881889764}"/>
</p:tagLst>
</file>

<file path=ppt/tags/tag186.xml><?xml version="1.0" encoding="utf-8"?>
<p:tagLst xmlns:p="http://schemas.openxmlformats.org/presentationml/2006/main">
  <p:tag name="KSO_WM_DIAGRAM_VIRTUALLY_FRAME" val="{&quot;height&quot;:455.7,&quot;left&quot;:39.235511811023564,&quot;top&quot;:93.5,&quot;width&quot;:693.1644881889764}"/>
</p:tagLst>
</file>

<file path=ppt/tags/tag187.xml><?xml version="1.0" encoding="utf-8"?>
<p:tagLst xmlns:p="http://schemas.openxmlformats.org/presentationml/2006/main">
  <p:tag name="KSO_WM_DIAGRAM_VIRTUALLY_FRAME" val="{&quot;height&quot;:455.7,&quot;left&quot;:39.235511811023564,&quot;top&quot;:93.5,&quot;width&quot;:693.1644881889764}"/>
</p:tagLst>
</file>

<file path=ppt/tags/tag188.xml><?xml version="1.0" encoding="utf-8"?>
<p:tagLst xmlns:p="http://schemas.openxmlformats.org/presentationml/2006/main">
  <p:tag name="KSO_WM_DIAGRAM_VIRTUALLY_FRAME" val="{&quot;height&quot;:455.7,&quot;left&quot;:39.235511811023564,&quot;top&quot;:93.5,&quot;width&quot;:693.1644881889764}"/>
</p:tagLst>
</file>

<file path=ppt/tags/tag189.xml><?xml version="1.0" encoding="utf-8"?>
<p:tagLst xmlns:p="http://schemas.openxmlformats.org/presentationml/2006/main">
  <p:tag name="KSO_WM_DIAGRAM_VIRTUALLY_FRAME" val="{&quot;height&quot;:455.7,&quot;left&quot;:39.235511811023564,&quot;top&quot;:93.5,&quot;width&quot;:693.1644881889764}"/>
</p:tagLst>
</file>

<file path=ppt/tags/tag190.xml><?xml version="1.0" encoding="utf-8"?>
<p:tagLst xmlns:p="http://schemas.openxmlformats.org/presentationml/2006/main">
  <p:tag name="KSO_WM_DIAGRAM_VIRTUALLY_FRAME" val="{&quot;height&quot;:455.7,&quot;left&quot;:39.235511811023564,&quot;top&quot;:93.5,&quot;width&quot;:693.1644881889764}"/>
</p:tagLst>
</file>

<file path=ppt/tags/tag191.xml><?xml version="1.0" encoding="utf-8"?>
<p:tagLst xmlns:p="http://schemas.openxmlformats.org/presentationml/2006/main">
  <p:tag name="KSO_WM_DIAGRAM_VIRTUALLY_FRAME" val="{&quot;height&quot;:455.7,&quot;left&quot;:39.235511811023564,&quot;top&quot;:93.5,&quot;width&quot;:693.1644881889764}"/>
</p:tagLst>
</file>

<file path=ppt/tags/tag192.xml><?xml version="1.0" encoding="utf-8"?>
<p:tagLst xmlns:p="http://schemas.openxmlformats.org/presentationml/2006/main">
  <p:tag name="KSO_WM_DIAGRAM_VIRTUALLY_FRAME" val="{&quot;height&quot;:455.7,&quot;left&quot;:39.235511811023564,&quot;top&quot;:93.5,&quot;width&quot;:693.1644881889764}"/>
</p:tagLst>
</file>

<file path=ppt/tags/tag193.xml><?xml version="1.0" encoding="utf-8"?>
<p:tagLst xmlns:p="http://schemas.openxmlformats.org/presentationml/2006/main">
  <p:tag name="KSO_WM_DIAGRAM_VIRTUALLY_FRAME" val="{&quot;height&quot;:455.7,&quot;left&quot;:39.235511811023564,&quot;top&quot;:93.5,&quot;width&quot;:693.1644881889764}"/>
</p:tagLst>
</file>

<file path=ppt/tags/tag194.xml><?xml version="1.0" encoding="utf-8"?>
<p:tagLst xmlns:p="http://schemas.openxmlformats.org/presentationml/2006/main">
  <p:tag name="KSO_WM_DIAGRAM_VIRTUALLY_FRAME" val="{&quot;height&quot;:455.7,&quot;left&quot;:39.235511811023564,&quot;top&quot;:93.5,&quot;width&quot;:693.1644881889764}"/>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kokkv5p">
      <a:majorFont>
        <a:latin typeface="Arial"/>
        <a:ea typeface="字魂59号-创粗黑"/>
        <a:cs typeface=""/>
      </a:majorFont>
      <a:minorFont>
        <a:latin typeface="Arial"/>
        <a:ea typeface="字魂59号-创粗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kokkv5p">
      <a:majorFont>
        <a:latin typeface="Arial"/>
        <a:ea typeface="字魂59号-创粗黑"/>
        <a:cs typeface=""/>
      </a:majorFont>
      <a:minorFont>
        <a:latin typeface="Arial"/>
        <a:ea typeface="字魂59号-创粗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kokkv5p">
      <a:majorFont>
        <a:latin typeface="Arial"/>
        <a:ea typeface="字魂59号-创粗黑"/>
        <a:cs typeface=""/>
      </a:majorFont>
      <a:minorFont>
        <a:latin typeface="Arial"/>
        <a:ea typeface="字魂59号-创粗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kokkv5p">
      <a:majorFont>
        <a:latin typeface="Arial"/>
        <a:ea typeface="字魂59号-创粗黑"/>
        <a:cs typeface=""/>
      </a:majorFont>
      <a:minorFont>
        <a:latin typeface="Arial"/>
        <a:ea typeface="字魂59号-创粗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kokkv5p">
      <a:majorFont>
        <a:latin typeface="Arial"/>
        <a:ea typeface="字魂59号-创粗黑"/>
        <a:cs typeface=""/>
      </a:majorFont>
      <a:minorFont>
        <a:latin typeface="Arial"/>
        <a:ea typeface="字魂59号-创粗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kokkv5p">
      <a:majorFont>
        <a:latin typeface="Arial"/>
        <a:ea typeface="字魂59号-创粗黑"/>
        <a:cs typeface=""/>
      </a:majorFont>
      <a:minorFont>
        <a:latin typeface="Arial"/>
        <a:ea typeface="字魂59号-创粗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kokkv5p">
      <a:majorFont>
        <a:latin typeface="Arial"/>
        <a:ea typeface="字魂59号-创粗黑"/>
        <a:cs typeface=""/>
      </a:majorFont>
      <a:minorFont>
        <a:latin typeface="Arial"/>
        <a:ea typeface="字魂59号-创粗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kokkv5p">
      <a:majorFont>
        <a:latin typeface="Arial"/>
        <a:ea typeface="字魂59号-创粗黑"/>
        <a:cs typeface=""/>
      </a:majorFont>
      <a:minorFont>
        <a:latin typeface="Arial"/>
        <a:ea typeface="字魂59号-创粗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2989</Words>
  <Application>WPS 演示</Application>
  <PresentationFormat>宽屏</PresentationFormat>
  <Paragraphs>256</Paragraphs>
  <Slides>19</Slides>
  <Notes>0</Notes>
  <HiddenSlides>0</HiddenSlides>
  <MMClips>0</MMClips>
  <ScaleCrop>false</ScaleCrop>
  <HeadingPairs>
    <vt:vector size="6" baseType="variant">
      <vt:variant>
        <vt:lpstr>已用的字体</vt:lpstr>
      </vt:variant>
      <vt:variant>
        <vt:i4>16</vt:i4>
      </vt:variant>
      <vt:variant>
        <vt:lpstr>主题</vt:lpstr>
      </vt:variant>
      <vt:variant>
        <vt:i4>8</vt:i4>
      </vt:variant>
      <vt:variant>
        <vt:lpstr>幻灯片标题</vt:lpstr>
      </vt:variant>
      <vt:variant>
        <vt:i4>19</vt:i4>
      </vt:variant>
    </vt:vector>
  </HeadingPairs>
  <TitlesOfParts>
    <vt:vector size="43" baseType="lpstr">
      <vt:lpstr>Arial</vt:lpstr>
      <vt:lpstr>宋体</vt:lpstr>
      <vt:lpstr>Wingdings</vt:lpstr>
      <vt:lpstr>微软雅黑</vt:lpstr>
      <vt:lpstr>Roboto Bold</vt:lpstr>
      <vt:lpstr>Segoe Print</vt:lpstr>
      <vt:lpstr>Arial</vt:lpstr>
      <vt:lpstr>汉真广标</vt:lpstr>
      <vt:lpstr>字魂59号-创粗黑</vt:lpstr>
      <vt:lpstr>黑体</vt:lpstr>
      <vt:lpstr>Arial Unicode MS</vt:lpstr>
      <vt:lpstr>Calibri</vt:lpstr>
      <vt:lpstr>思源黑体 CN Normal</vt:lpstr>
      <vt:lpstr>仓耳明楷 W03</vt:lpstr>
      <vt:lpstr>仓耳玄三M W05</vt:lpstr>
      <vt:lpstr>字魂59号-创粗黑</vt:lpstr>
      <vt:lpstr>第一PPT，www.1ppt.com</vt:lpstr>
      <vt:lpstr>自定义设计方案</vt:lpstr>
      <vt:lpstr>1_第一PPT，www.1ppt.com</vt:lpstr>
      <vt:lpstr>2_第一PPT，www.1ppt.com</vt:lpstr>
      <vt:lpstr>3_第一PPT，www.1ppt.com</vt:lpstr>
      <vt:lpstr>5_第一PPT，www.1ppt.com</vt:lpstr>
      <vt:lpstr>6_第一PPT，www.1ppt.com</vt:lpstr>
      <vt:lpstr>7_第一PPT，www.1ppt.com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活动策划</dc:title>
  <dc:creator>第一PPT</dc:creator>
  <cp:keywords>www.1ppt.com</cp:keywords>
  <dc:description>www.1ppt.com</dc:description>
  <cp:lastModifiedBy>麻将桌四缺一</cp:lastModifiedBy>
  <cp:revision>40</cp:revision>
  <dcterms:created xsi:type="dcterms:W3CDTF">2022-03-02T10:43:00Z</dcterms:created>
  <dcterms:modified xsi:type="dcterms:W3CDTF">2026-03-10T19:31:26Z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A7EC5986FC404ED79F8D3E39768E03F0_12</vt:lpwstr>
  </property>
  <property fmtid="{D5CDD505-2E9C-101B-9397-08002B2CF9AE}" pid="3" name="KSOProductBuildVer">
    <vt:lpwstr>2052-12.1.0.22175</vt:lpwstr>
  </property>
</Properties>
</file>